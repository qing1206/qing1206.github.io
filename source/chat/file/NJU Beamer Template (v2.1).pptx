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5" r:id="rId2"/>
  </p:sldMasterIdLst>
  <p:notesMasterIdLst>
    <p:notesMasterId r:id="rId21"/>
  </p:notesMasterIdLst>
  <p:sldIdLst>
    <p:sldId id="256" r:id="rId3"/>
    <p:sldId id="397" r:id="rId4"/>
    <p:sldId id="396" r:id="rId5"/>
    <p:sldId id="402" r:id="rId6"/>
    <p:sldId id="399" r:id="rId7"/>
    <p:sldId id="400" r:id="rId8"/>
    <p:sldId id="401" r:id="rId9"/>
    <p:sldId id="403" r:id="rId10"/>
    <p:sldId id="343" r:id="rId11"/>
    <p:sldId id="404" r:id="rId12"/>
    <p:sldId id="267" r:id="rId13"/>
    <p:sldId id="405" r:id="rId14"/>
    <p:sldId id="312" r:id="rId15"/>
    <p:sldId id="406" r:id="rId16"/>
    <p:sldId id="372" r:id="rId17"/>
    <p:sldId id="407" r:id="rId18"/>
    <p:sldId id="393" r:id="rId19"/>
    <p:sldId id="266" r:id="rId20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DAC"/>
    <a:srgbClr val="E31857"/>
    <a:srgbClr val="63065F"/>
    <a:srgbClr val="D8C1D7"/>
    <a:srgbClr val="A389A4"/>
    <a:srgbClr val="3A1A41"/>
    <a:srgbClr val="FDB813"/>
    <a:srgbClr val="2D78BC"/>
    <a:srgbClr val="E9D4D2"/>
    <a:srgbClr val="942A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76" autoAdjust="0"/>
    <p:restoredTop sz="91413" autoAdjust="0"/>
  </p:normalViewPr>
  <p:slideViewPr>
    <p:cSldViewPr snapToGrid="0" showGuides="1">
      <p:cViewPr>
        <p:scale>
          <a:sx n="66" d="100"/>
          <a:sy n="66" d="100"/>
        </p:scale>
        <p:origin x="108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armonyOS Sans SC" panose="00000500000000000000" pitchFamily="2" charset="-122"/>
                <a:ea typeface="HarmonyOS Sans SC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armonyOS Sans SC" panose="00000500000000000000" pitchFamily="2" charset="-122"/>
                <a:ea typeface="HarmonyOS Sans SC" panose="00000500000000000000" pitchFamily="2" charset="-122"/>
              </a:defRPr>
            </a:lvl1pPr>
          </a:lstStyle>
          <a:p>
            <a:fld id="{6C782DF1-6C8A-411C-8693-50C96142CD49}" type="datetimeFigureOut">
              <a:rPr lang="zh-CN" altLang="en-US" smtClean="0"/>
              <a:pPr/>
              <a:t>2025/3/30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armonyOS Sans SC" panose="00000500000000000000" pitchFamily="2" charset="-122"/>
                <a:ea typeface="HarmonyOS Sans SC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armonyOS Sans SC" panose="00000500000000000000" pitchFamily="2" charset="-122"/>
                <a:ea typeface="HarmonyOS Sans SC" panose="00000500000000000000" pitchFamily="2" charset="-122"/>
              </a:defRPr>
            </a:lvl1pPr>
          </a:lstStyle>
          <a:p>
            <a:fld id="{291ECA21-B0A9-4116-9135-DA105518C039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8559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HarmonyOS Sans SC" panose="00000500000000000000" pitchFamily="2" charset="-122"/>
        <a:ea typeface="HarmonyOS Sans SC" panose="00000500000000000000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HarmonyOS Sans SC" panose="00000500000000000000" pitchFamily="2" charset="-122"/>
        <a:ea typeface="HarmonyOS Sans SC" panose="00000500000000000000" pitchFamily="2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HarmonyOS Sans SC" panose="00000500000000000000" pitchFamily="2" charset="-122"/>
        <a:ea typeface="HarmonyOS Sans SC" panose="00000500000000000000" pitchFamily="2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HarmonyOS Sans SC" panose="00000500000000000000" pitchFamily="2" charset="-122"/>
        <a:ea typeface="HarmonyOS Sans SC" panose="00000500000000000000" pitchFamily="2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HarmonyOS Sans SC" panose="00000500000000000000" pitchFamily="2" charset="-122"/>
        <a:ea typeface="HarmonyOS Sans SC" panose="00000500000000000000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i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ECA21-B0A9-4116-9135-DA105518C03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595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1E659-94C2-C1A7-B66D-68FB97B72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E0B5EC-17C4-EECB-4FC8-7D1FFD0DA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457442-12DE-098B-036F-9CC818050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①相比之下，我们的研究试图提供直接证据，说明学校扩建对农村教育的影响，为此我们从大量地方志中收集整理了 </a:t>
            </a:r>
            <a:r>
              <a:rPr lang="en-US" altLang="zh-CN" dirty="0"/>
              <a:t>"</a:t>
            </a:r>
            <a:r>
              <a:rPr lang="zh-CN" altLang="en-US" dirty="0"/>
              <a:t>文革 </a:t>
            </a:r>
            <a:r>
              <a:rPr lang="en-US" altLang="zh-CN" dirty="0"/>
              <a:t>"</a:t>
            </a:r>
            <a:r>
              <a:rPr lang="zh-CN" altLang="en-US" dirty="0"/>
              <a:t>期间县级学校和教师数量的综合数据。</a:t>
            </a:r>
            <a:endParaRPr lang="en-US" altLang="zh-CN" dirty="0"/>
          </a:p>
          <a:p>
            <a:r>
              <a:rPr lang="zh-CN" altLang="en-US" dirty="0"/>
              <a:t>②我们的研究还探讨了对农村发展（包括农业生产和</a:t>
            </a:r>
            <a:r>
              <a:rPr lang="en-US" altLang="zh-CN" dirty="0"/>
              <a:t>TVE</a:t>
            </a:r>
            <a:r>
              <a:rPr lang="zh-CN" altLang="en-US" dirty="0"/>
              <a:t>生产率）的影响，提供一个全新的视角。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F839E9-6BA1-8036-7061-7FCE1163AD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ECA21-B0A9-4116-9135-DA105518C03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018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3: </a:t>
            </a:r>
            <a:r>
              <a:rPr lang="zh-CN" altLang="en-US" dirty="0"/>
              <a:t>城市的重点学校为少数精英提供高等教育；农村的大多学校都是民办，可以采取半工半读等灵活形式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ECA21-B0A9-4116-9135-DA105518C03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949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38319-D967-81CF-421C-94BBA9A61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59F8B2-07A2-AC09-4330-02A8DF53AA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6C3D21-5E6A-F8B3-A002-415A9E15B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7FE8FE-810A-E90A-F2B3-92A3BD2A7A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ECA21-B0A9-4116-9135-DA105518C03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347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ECA21-B0A9-4116-9135-DA105518C039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ECA21-B0A9-4116-9135-DA105518C039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小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76B31C-484D-1243-346E-0D8FEF10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36020" y="6538913"/>
            <a:ext cx="601472" cy="319088"/>
          </a:xfrm>
        </p:spPr>
        <p:txBody>
          <a:bodyPr/>
          <a:lstStyle>
            <a:lvl1pPr>
              <a:defRPr lang="en-US" altLang="zh-CN" sz="1600" kern="1200" dirty="0" smtClean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05389D-C31E-4256-1684-8F4385C7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2112" y="6538913"/>
            <a:ext cx="673608" cy="319088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C87181AA-4DAD-42D9-B724-3F8AD1554AD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8EC224A-60D3-3041-D2B7-8A3EFFA30928}"/>
              </a:ext>
            </a:extLst>
          </p:cNvPr>
          <p:cNvGrpSpPr/>
          <p:nvPr userDrawn="1"/>
        </p:nvGrpSpPr>
        <p:grpSpPr>
          <a:xfrm>
            <a:off x="11334517" y="5584463"/>
            <a:ext cx="607314" cy="771887"/>
            <a:chOff x="1508760" y="1972310"/>
            <a:chExt cx="3309937" cy="4206875"/>
          </a:xfrm>
        </p:grpSpPr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B1B0C16C-5953-AFF3-A85A-6BF2B1EB5F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08760" y="1972310"/>
              <a:ext cx="3309937" cy="4206875"/>
            </a:xfrm>
            <a:custGeom>
              <a:avLst/>
              <a:gdLst>
                <a:gd name="T0" fmla="*/ 1226 w 1275"/>
                <a:gd name="T1" fmla="*/ 588 h 1621"/>
                <a:gd name="T2" fmla="*/ 1228 w 1275"/>
                <a:gd name="T3" fmla="*/ 60 h 1621"/>
                <a:gd name="T4" fmla="*/ 935 w 1275"/>
                <a:gd name="T5" fmla="*/ 117 h 1621"/>
                <a:gd name="T6" fmla="*/ 644 w 1275"/>
                <a:gd name="T7" fmla="*/ 51 h 1621"/>
                <a:gd name="T8" fmla="*/ 88 w 1275"/>
                <a:gd name="T9" fmla="*/ 72 h 1621"/>
                <a:gd name="T10" fmla="*/ 59 w 1275"/>
                <a:gd name="T11" fmla="*/ 63 h 1621"/>
                <a:gd name="T12" fmla="*/ 61 w 1275"/>
                <a:gd name="T13" fmla="*/ 589 h 1621"/>
                <a:gd name="T14" fmla="*/ 96 w 1275"/>
                <a:gd name="T15" fmla="*/ 1079 h 1621"/>
                <a:gd name="T16" fmla="*/ 308 w 1275"/>
                <a:gd name="T17" fmla="*/ 1392 h 1621"/>
                <a:gd name="T18" fmla="*/ 646 w 1275"/>
                <a:gd name="T19" fmla="*/ 1572 h 1621"/>
                <a:gd name="T20" fmla="*/ 980 w 1275"/>
                <a:gd name="T21" fmla="*/ 1392 h 1621"/>
                <a:gd name="T22" fmla="*/ 1190 w 1275"/>
                <a:gd name="T23" fmla="*/ 1079 h 1621"/>
                <a:gd name="T24" fmla="*/ 1226 w 1275"/>
                <a:gd name="T25" fmla="*/ 588 h 1621"/>
                <a:gd name="T26" fmla="*/ 1267 w 1275"/>
                <a:gd name="T27" fmla="*/ 3 h 1621"/>
                <a:gd name="T28" fmla="*/ 1265 w 1275"/>
                <a:gd name="T29" fmla="*/ 566 h 1621"/>
                <a:gd name="T30" fmla="*/ 1228 w 1275"/>
                <a:gd name="T31" fmla="*/ 1092 h 1621"/>
                <a:gd name="T32" fmla="*/ 996 w 1275"/>
                <a:gd name="T33" fmla="*/ 1418 h 1621"/>
                <a:gd name="T34" fmla="*/ 643 w 1275"/>
                <a:gd name="T35" fmla="*/ 1621 h 1621"/>
                <a:gd name="T36" fmla="*/ 336 w 1275"/>
                <a:gd name="T37" fmla="*/ 1452 h 1621"/>
                <a:gd name="T38" fmla="*/ 107 w 1275"/>
                <a:gd name="T39" fmla="*/ 1203 h 1621"/>
                <a:gd name="T40" fmla="*/ 41 w 1275"/>
                <a:gd name="T41" fmla="*/ 1028 h 1621"/>
                <a:gd name="T42" fmla="*/ 17 w 1275"/>
                <a:gd name="T43" fmla="*/ 318 h 1621"/>
                <a:gd name="T44" fmla="*/ 17 w 1275"/>
                <a:gd name="T45" fmla="*/ 0 h 1621"/>
                <a:gd name="T46" fmla="*/ 331 w 1275"/>
                <a:gd name="T47" fmla="*/ 82 h 1621"/>
                <a:gd name="T48" fmla="*/ 644 w 1275"/>
                <a:gd name="T49" fmla="*/ 7 h 1621"/>
                <a:gd name="T50" fmla="*/ 962 w 1275"/>
                <a:gd name="T51" fmla="*/ 82 h 1621"/>
                <a:gd name="T52" fmla="*/ 1238 w 1275"/>
                <a:gd name="T53" fmla="*/ 17 h 1621"/>
                <a:gd name="T54" fmla="*/ 1267 w 1275"/>
                <a:gd name="T55" fmla="*/ 3 h 1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5" h="1621">
                  <a:moveTo>
                    <a:pt x="1226" y="588"/>
                  </a:moveTo>
                  <a:cubicBezTo>
                    <a:pt x="1226" y="410"/>
                    <a:pt x="1227" y="232"/>
                    <a:pt x="1228" y="60"/>
                  </a:cubicBezTo>
                  <a:cubicBezTo>
                    <a:pt x="1146" y="96"/>
                    <a:pt x="1049" y="120"/>
                    <a:pt x="935" y="117"/>
                  </a:cubicBezTo>
                  <a:cubicBezTo>
                    <a:pt x="827" y="116"/>
                    <a:pt x="720" y="94"/>
                    <a:pt x="644" y="51"/>
                  </a:cubicBezTo>
                  <a:cubicBezTo>
                    <a:pt x="511" y="134"/>
                    <a:pt x="242" y="136"/>
                    <a:pt x="88" y="72"/>
                  </a:cubicBezTo>
                  <a:cubicBezTo>
                    <a:pt x="79" y="68"/>
                    <a:pt x="68" y="60"/>
                    <a:pt x="59" y="63"/>
                  </a:cubicBezTo>
                  <a:cubicBezTo>
                    <a:pt x="57" y="236"/>
                    <a:pt x="61" y="413"/>
                    <a:pt x="61" y="589"/>
                  </a:cubicBezTo>
                  <a:cubicBezTo>
                    <a:pt x="61" y="769"/>
                    <a:pt x="50" y="941"/>
                    <a:pt x="96" y="1079"/>
                  </a:cubicBezTo>
                  <a:cubicBezTo>
                    <a:pt x="140" y="1211"/>
                    <a:pt x="213" y="1316"/>
                    <a:pt x="308" y="1392"/>
                  </a:cubicBezTo>
                  <a:cubicBezTo>
                    <a:pt x="404" y="1466"/>
                    <a:pt x="529" y="1507"/>
                    <a:pt x="646" y="1572"/>
                  </a:cubicBezTo>
                  <a:cubicBezTo>
                    <a:pt x="760" y="1505"/>
                    <a:pt x="885" y="1467"/>
                    <a:pt x="980" y="1392"/>
                  </a:cubicBezTo>
                  <a:cubicBezTo>
                    <a:pt x="1074" y="1314"/>
                    <a:pt x="1148" y="1212"/>
                    <a:pt x="1190" y="1079"/>
                  </a:cubicBezTo>
                  <a:cubicBezTo>
                    <a:pt x="1233" y="940"/>
                    <a:pt x="1226" y="768"/>
                    <a:pt x="1226" y="588"/>
                  </a:cubicBezTo>
                  <a:close/>
                  <a:moveTo>
                    <a:pt x="1267" y="3"/>
                  </a:moveTo>
                  <a:cubicBezTo>
                    <a:pt x="1275" y="189"/>
                    <a:pt x="1259" y="379"/>
                    <a:pt x="1265" y="566"/>
                  </a:cubicBezTo>
                  <a:cubicBezTo>
                    <a:pt x="1270" y="752"/>
                    <a:pt x="1275" y="946"/>
                    <a:pt x="1228" y="1092"/>
                  </a:cubicBezTo>
                  <a:cubicBezTo>
                    <a:pt x="1183" y="1231"/>
                    <a:pt x="1098" y="1340"/>
                    <a:pt x="996" y="1418"/>
                  </a:cubicBezTo>
                  <a:cubicBezTo>
                    <a:pt x="891" y="1499"/>
                    <a:pt x="760" y="1545"/>
                    <a:pt x="643" y="1621"/>
                  </a:cubicBezTo>
                  <a:cubicBezTo>
                    <a:pt x="543" y="1551"/>
                    <a:pt x="430" y="1514"/>
                    <a:pt x="336" y="1452"/>
                  </a:cubicBezTo>
                  <a:cubicBezTo>
                    <a:pt x="242" y="1390"/>
                    <a:pt x="165" y="1307"/>
                    <a:pt x="107" y="1203"/>
                  </a:cubicBezTo>
                  <a:cubicBezTo>
                    <a:pt x="78" y="1150"/>
                    <a:pt x="54" y="1092"/>
                    <a:pt x="41" y="1028"/>
                  </a:cubicBezTo>
                  <a:cubicBezTo>
                    <a:pt x="0" y="825"/>
                    <a:pt x="33" y="554"/>
                    <a:pt x="17" y="318"/>
                  </a:cubicBezTo>
                  <a:cubicBezTo>
                    <a:pt x="17" y="212"/>
                    <a:pt x="17" y="106"/>
                    <a:pt x="17" y="0"/>
                  </a:cubicBezTo>
                  <a:cubicBezTo>
                    <a:pt x="98" y="48"/>
                    <a:pt x="205" y="82"/>
                    <a:pt x="331" y="82"/>
                  </a:cubicBezTo>
                  <a:cubicBezTo>
                    <a:pt x="452" y="82"/>
                    <a:pt x="563" y="60"/>
                    <a:pt x="644" y="7"/>
                  </a:cubicBezTo>
                  <a:cubicBezTo>
                    <a:pt x="720" y="60"/>
                    <a:pt x="837" y="82"/>
                    <a:pt x="962" y="82"/>
                  </a:cubicBezTo>
                  <a:cubicBezTo>
                    <a:pt x="1067" y="82"/>
                    <a:pt x="1166" y="55"/>
                    <a:pt x="1238" y="17"/>
                  </a:cubicBezTo>
                  <a:cubicBezTo>
                    <a:pt x="1250" y="11"/>
                    <a:pt x="1260" y="2"/>
                    <a:pt x="1267" y="3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E8FFA7DF-B644-4817-3099-3219A1B2E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7523" y="3866198"/>
              <a:ext cx="269875" cy="249238"/>
            </a:xfrm>
            <a:custGeom>
              <a:avLst/>
              <a:gdLst>
                <a:gd name="T0" fmla="*/ 98 w 104"/>
                <a:gd name="T1" fmla="*/ 26 h 96"/>
                <a:gd name="T2" fmla="*/ 98 w 104"/>
                <a:gd name="T3" fmla="*/ 73 h 96"/>
                <a:gd name="T4" fmla="*/ 93 w 104"/>
                <a:gd name="T5" fmla="*/ 58 h 96"/>
                <a:gd name="T6" fmla="*/ 15 w 104"/>
                <a:gd name="T7" fmla="*/ 82 h 96"/>
                <a:gd name="T8" fmla="*/ 6 w 104"/>
                <a:gd name="T9" fmla="*/ 96 h 96"/>
                <a:gd name="T10" fmla="*/ 5 w 104"/>
                <a:gd name="T11" fmla="*/ 53 h 96"/>
                <a:gd name="T12" fmla="*/ 10 w 104"/>
                <a:gd name="T13" fmla="*/ 66 h 96"/>
                <a:gd name="T14" fmla="*/ 51 w 104"/>
                <a:gd name="T15" fmla="*/ 47 h 96"/>
                <a:gd name="T16" fmla="*/ 15 w 104"/>
                <a:gd name="T17" fmla="*/ 22 h 96"/>
                <a:gd name="T18" fmla="*/ 6 w 104"/>
                <a:gd name="T19" fmla="*/ 35 h 96"/>
                <a:gd name="T20" fmla="*/ 5 w 104"/>
                <a:gd name="T21" fmla="*/ 0 h 96"/>
                <a:gd name="T22" fmla="*/ 10 w 104"/>
                <a:gd name="T23" fmla="*/ 0 h 96"/>
                <a:gd name="T24" fmla="*/ 92 w 104"/>
                <a:gd name="T25" fmla="*/ 40 h 96"/>
                <a:gd name="T26" fmla="*/ 98 w 104"/>
                <a:gd name="T27" fmla="*/ 2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96">
                  <a:moveTo>
                    <a:pt x="98" y="26"/>
                  </a:moveTo>
                  <a:cubicBezTo>
                    <a:pt x="104" y="35"/>
                    <a:pt x="99" y="57"/>
                    <a:pt x="98" y="73"/>
                  </a:cubicBezTo>
                  <a:cubicBezTo>
                    <a:pt x="92" y="73"/>
                    <a:pt x="97" y="62"/>
                    <a:pt x="93" y="58"/>
                  </a:cubicBezTo>
                  <a:cubicBezTo>
                    <a:pt x="56" y="49"/>
                    <a:pt x="38" y="72"/>
                    <a:pt x="15" y="82"/>
                  </a:cubicBezTo>
                  <a:cubicBezTo>
                    <a:pt x="11" y="84"/>
                    <a:pt x="10" y="92"/>
                    <a:pt x="6" y="96"/>
                  </a:cubicBezTo>
                  <a:cubicBezTo>
                    <a:pt x="0" y="90"/>
                    <a:pt x="2" y="63"/>
                    <a:pt x="5" y="53"/>
                  </a:cubicBezTo>
                  <a:cubicBezTo>
                    <a:pt x="10" y="53"/>
                    <a:pt x="9" y="62"/>
                    <a:pt x="10" y="66"/>
                  </a:cubicBezTo>
                  <a:cubicBezTo>
                    <a:pt x="26" y="62"/>
                    <a:pt x="35" y="50"/>
                    <a:pt x="51" y="47"/>
                  </a:cubicBezTo>
                  <a:cubicBezTo>
                    <a:pt x="42" y="36"/>
                    <a:pt x="28" y="29"/>
                    <a:pt x="15" y="22"/>
                  </a:cubicBezTo>
                  <a:cubicBezTo>
                    <a:pt x="6" y="20"/>
                    <a:pt x="13" y="35"/>
                    <a:pt x="6" y="35"/>
                  </a:cubicBezTo>
                  <a:cubicBezTo>
                    <a:pt x="0" y="30"/>
                    <a:pt x="7" y="11"/>
                    <a:pt x="5" y="0"/>
                  </a:cubicBezTo>
                  <a:cubicBezTo>
                    <a:pt x="6" y="0"/>
                    <a:pt x="9" y="0"/>
                    <a:pt x="10" y="0"/>
                  </a:cubicBezTo>
                  <a:cubicBezTo>
                    <a:pt x="24" y="25"/>
                    <a:pt x="53" y="47"/>
                    <a:pt x="92" y="40"/>
                  </a:cubicBezTo>
                  <a:cubicBezTo>
                    <a:pt x="97" y="39"/>
                    <a:pt x="93" y="28"/>
                    <a:pt x="98" y="26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5DBCCBBB-5E1B-5C78-2097-9355459CD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348" y="4140835"/>
              <a:ext cx="265112" cy="244475"/>
            </a:xfrm>
            <a:custGeom>
              <a:avLst/>
              <a:gdLst>
                <a:gd name="T0" fmla="*/ 98 w 102"/>
                <a:gd name="T1" fmla="*/ 27 h 94"/>
                <a:gd name="T2" fmla="*/ 98 w 102"/>
                <a:gd name="T3" fmla="*/ 72 h 94"/>
                <a:gd name="T4" fmla="*/ 93 w 102"/>
                <a:gd name="T5" fmla="*/ 58 h 94"/>
                <a:gd name="T6" fmla="*/ 10 w 102"/>
                <a:gd name="T7" fmla="*/ 53 h 94"/>
                <a:gd name="T8" fmla="*/ 28 w 102"/>
                <a:gd name="T9" fmla="*/ 89 h 94"/>
                <a:gd name="T10" fmla="*/ 0 w 102"/>
                <a:gd name="T11" fmla="*/ 89 h 94"/>
                <a:gd name="T12" fmla="*/ 3 w 102"/>
                <a:gd name="T13" fmla="*/ 3 h 94"/>
                <a:gd name="T14" fmla="*/ 30 w 102"/>
                <a:gd name="T15" fmla="*/ 5 h 94"/>
                <a:gd name="T16" fmla="*/ 10 w 102"/>
                <a:gd name="T17" fmla="*/ 37 h 94"/>
                <a:gd name="T18" fmla="*/ 89 w 102"/>
                <a:gd name="T19" fmla="*/ 40 h 94"/>
                <a:gd name="T20" fmla="*/ 98 w 102"/>
                <a:gd name="T21" fmla="*/ 2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94">
                  <a:moveTo>
                    <a:pt x="98" y="27"/>
                  </a:moveTo>
                  <a:cubicBezTo>
                    <a:pt x="102" y="33"/>
                    <a:pt x="99" y="61"/>
                    <a:pt x="98" y="72"/>
                  </a:cubicBezTo>
                  <a:cubicBezTo>
                    <a:pt x="91" y="72"/>
                    <a:pt x="93" y="65"/>
                    <a:pt x="93" y="58"/>
                  </a:cubicBezTo>
                  <a:cubicBezTo>
                    <a:pt x="67" y="53"/>
                    <a:pt x="35" y="57"/>
                    <a:pt x="10" y="53"/>
                  </a:cubicBezTo>
                  <a:cubicBezTo>
                    <a:pt x="0" y="73"/>
                    <a:pt x="21" y="78"/>
                    <a:pt x="28" y="89"/>
                  </a:cubicBezTo>
                  <a:cubicBezTo>
                    <a:pt x="21" y="94"/>
                    <a:pt x="10" y="89"/>
                    <a:pt x="0" y="89"/>
                  </a:cubicBezTo>
                  <a:cubicBezTo>
                    <a:pt x="2" y="61"/>
                    <a:pt x="2" y="32"/>
                    <a:pt x="3" y="3"/>
                  </a:cubicBezTo>
                  <a:cubicBezTo>
                    <a:pt x="12" y="4"/>
                    <a:pt x="24" y="0"/>
                    <a:pt x="30" y="5"/>
                  </a:cubicBezTo>
                  <a:cubicBezTo>
                    <a:pt x="23" y="15"/>
                    <a:pt x="3" y="14"/>
                    <a:pt x="10" y="37"/>
                  </a:cubicBezTo>
                  <a:cubicBezTo>
                    <a:pt x="35" y="40"/>
                    <a:pt x="57" y="40"/>
                    <a:pt x="89" y="40"/>
                  </a:cubicBezTo>
                  <a:cubicBezTo>
                    <a:pt x="95" y="39"/>
                    <a:pt x="91" y="28"/>
                    <a:pt x="98" y="27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AC83772D-8A91-F3BD-5AC9-C5C530D2F8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2223" y="2431098"/>
              <a:ext cx="765175" cy="695325"/>
            </a:xfrm>
            <a:custGeom>
              <a:avLst/>
              <a:gdLst>
                <a:gd name="T0" fmla="*/ 47 w 295"/>
                <a:gd name="T1" fmla="*/ 102 h 268"/>
                <a:gd name="T2" fmla="*/ 56 w 295"/>
                <a:gd name="T3" fmla="*/ 77 h 268"/>
                <a:gd name="T4" fmla="*/ 56 w 295"/>
                <a:gd name="T5" fmla="*/ 77 h 268"/>
                <a:gd name="T6" fmla="*/ 92 w 295"/>
                <a:gd name="T7" fmla="*/ 116 h 268"/>
                <a:gd name="T8" fmla="*/ 107 w 295"/>
                <a:gd name="T9" fmla="*/ 124 h 268"/>
                <a:gd name="T10" fmla="*/ 83 w 295"/>
                <a:gd name="T11" fmla="*/ 69 h 268"/>
                <a:gd name="T12" fmla="*/ 119 w 295"/>
                <a:gd name="T13" fmla="*/ 55 h 268"/>
                <a:gd name="T14" fmla="*/ 119 w 295"/>
                <a:gd name="T15" fmla="*/ 55 h 268"/>
                <a:gd name="T16" fmla="*/ 114 w 295"/>
                <a:gd name="T17" fmla="*/ 16 h 268"/>
                <a:gd name="T18" fmla="*/ 143 w 295"/>
                <a:gd name="T19" fmla="*/ 133 h 268"/>
                <a:gd name="T20" fmla="*/ 130 w 295"/>
                <a:gd name="T21" fmla="*/ 84 h 268"/>
                <a:gd name="T22" fmla="*/ 107 w 295"/>
                <a:gd name="T23" fmla="*/ 88 h 268"/>
                <a:gd name="T24" fmla="*/ 60 w 295"/>
                <a:gd name="T25" fmla="*/ 111 h 268"/>
                <a:gd name="T26" fmla="*/ 77 w 295"/>
                <a:gd name="T27" fmla="*/ 97 h 268"/>
                <a:gd name="T28" fmla="*/ 88 w 295"/>
                <a:gd name="T29" fmla="*/ 106 h 268"/>
                <a:gd name="T30" fmla="*/ 143 w 295"/>
                <a:gd name="T31" fmla="*/ 133 h 268"/>
                <a:gd name="T32" fmla="*/ 146 w 295"/>
                <a:gd name="T33" fmla="*/ 25 h 268"/>
                <a:gd name="T34" fmla="*/ 147 w 295"/>
                <a:gd name="T35" fmla="*/ 34 h 268"/>
                <a:gd name="T36" fmla="*/ 151 w 295"/>
                <a:gd name="T37" fmla="*/ 183 h 268"/>
                <a:gd name="T38" fmla="*/ 109 w 295"/>
                <a:gd name="T39" fmla="*/ 147 h 268"/>
                <a:gd name="T40" fmla="*/ 97 w 295"/>
                <a:gd name="T41" fmla="*/ 133 h 268"/>
                <a:gd name="T42" fmla="*/ 97 w 295"/>
                <a:gd name="T43" fmla="*/ 158 h 268"/>
                <a:gd name="T44" fmla="*/ 148 w 295"/>
                <a:gd name="T45" fmla="*/ 201 h 268"/>
                <a:gd name="T46" fmla="*/ 134 w 295"/>
                <a:gd name="T47" fmla="*/ 214 h 268"/>
                <a:gd name="T48" fmla="*/ 109 w 295"/>
                <a:gd name="T49" fmla="*/ 240 h 268"/>
                <a:gd name="T50" fmla="*/ 140 w 295"/>
                <a:gd name="T51" fmla="*/ 224 h 268"/>
                <a:gd name="T52" fmla="*/ 158 w 295"/>
                <a:gd name="T53" fmla="*/ 215 h 268"/>
                <a:gd name="T54" fmla="*/ 146 w 295"/>
                <a:gd name="T55" fmla="*/ 153 h 268"/>
                <a:gd name="T56" fmla="*/ 159 w 295"/>
                <a:gd name="T57" fmla="*/ 159 h 268"/>
                <a:gd name="T58" fmla="*/ 164 w 295"/>
                <a:gd name="T59" fmla="*/ 136 h 268"/>
                <a:gd name="T60" fmla="*/ 200 w 295"/>
                <a:gd name="T61" fmla="*/ 129 h 268"/>
                <a:gd name="T62" fmla="*/ 193 w 295"/>
                <a:gd name="T63" fmla="*/ 120 h 268"/>
                <a:gd name="T64" fmla="*/ 200 w 295"/>
                <a:gd name="T65" fmla="*/ 129 h 268"/>
                <a:gd name="T66" fmla="*/ 242 w 295"/>
                <a:gd name="T67" fmla="*/ 133 h 268"/>
                <a:gd name="T68" fmla="*/ 263 w 295"/>
                <a:gd name="T69" fmla="*/ 206 h 268"/>
                <a:gd name="T70" fmla="*/ 244 w 295"/>
                <a:gd name="T71" fmla="*/ 168 h 268"/>
                <a:gd name="T72" fmla="*/ 241 w 295"/>
                <a:gd name="T73" fmla="*/ 177 h 268"/>
                <a:gd name="T74" fmla="*/ 270 w 295"/>
                <a:gd name="T75" fmla="*/ 155 h 268"/>
                <a:gd name="T76" fmla="*/ 255 w 295"/>
                <a:gd name="T77" fmla="*/ 155 h 268"/>
                <a:gd name="T78" fmla="*/ 270 w 295"/>
                <a:gd name="T79" fmla="*/ 183 h 268"/>
                <a:gd name="T80" fmla="*/ 270 w 295"/>
                <a:gd name="T81" fmla="*/ 183 h 268"/>
                <a:gd name="T82" fmla="*/ 283 w 295"/>
                <a:gd name="T83" fmla="*/ 252 h 268"/>
                <a:gd name="T84" fmla="*/ 231 w 295"/>
                <a:gd name="T85" fmla="*/ 217 h 268"/>
                <a:gd name="T86" fmla="*/ 160 w 295"/>
                <a:gd name="T87" fmla="*/ 264 h 268"/>
                <a:gd name="T88" fmla="*/ 107 w 295"/>
                <a:gd name="T89" fmla="*/ 224 h 268"/>
                <a:gd name="T90" fmla="*/ 30 w 295"/>
                <a:gd name="T91" fmla="*/ 258 h 268"/>
                <a:gd name="T92" fmla="*/ 19 w 295"/>
                <a:gd name="T93" fmla="*/ 224 h 268"/>
                <a:gd name="T94" fmla="*/ 64 w 295"/>
                <a:gd name="T95" fmla="*/ 48 h 268"/>
                <a:gd name="T96" fmla="*/ 85 w 295"/>
                <a:gd name="T97" fmla="*/ 5 h 268"/>
                <a:gd name="T98" fmla="*/ 160 w 295"/>
                <a:gd name="T99" fmla="*/ 76 h 268"/>
                <a:gd name="T100" fmla="*/ 208 w 295"/>
                <a:gd name="T101" fmla="*/ 107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95" h="268">
                  <a:moveTo>
                    <a:pt x="42" y="115"/>
                  </a:moveTo>
                  <a:cubicBezTo>
                    <a:pt x="49" y="117"/>
                    <a:pt x="50" y="105"/>
                    <a:pt x="47" y="102"/>
                  </a:cubicBezTo>
                  <a:cubicBezTo>
                    <a:pt x="44" y="106"/>
                    <a:pt x="41" y="109"/>
                    <a:pt x="42" y="115"/>
                  </a:cubicBezTo>
                  <a:close/>
                  <a:moveTo>
                    <a:pt x="56" y="77"/>
                  </a:moveTo>
                  <a:cubicBezTo>
                    <a:pt x="63" y="76"/>
                    <a:pt x="68" y="73"/>
                    <a:pt x="68" y="64"/>
                  </a:cubicBezTo>
                  <a:cubicBezTo>
                    <a:pt x="61" y="60"/>
                    <a:pt x="55" y="68"/>
                    <a:pt x="56" y="77"/>
                  </a:cubicBezTo>
                  <a:close/>
                  <a:moveTo>
                    <a:pt x="107" y="124"/>
                  </a:moveTo>
                  <a:cubicBezTo>
                    <a:pt x="107" y="116"/>
                    <a:pt x="98" y="112"/>
                    <a:pt x="92" y="116"/>
                  </a:cubicBezTo>
                  <a:cubicBezTo>
                    <a:pt x="91" y="122"/>
                    <a:pt x="97" y="124"/>
                    <a:pt x="97" y="129"/>
                  </a:cubicBezTo>
                  <a:cubicBezTo>
                    <a:pt x="102" y="129"/>
                    <a:pt x="103" y="125"/>
                    <a:pt x="107" y="124"/>
                  </a:cubicBezTo>
                  <a:close/>
                  <a:moveTo>
                    <a:pt x="105" y="69"/>
                  </a:moveTo>
                  <a:cubicBezTo>
                    <a:pt x="107" y="59"/>
                    <a:pt x="83" y="59"/>
                    <a:pt x="83" y="69"/>
                  </a:cubicBezTo>
                  <a:cubicBezTo>
                    <a:pt x="90" y="72"/>
                    <a:pt x="97" y="67"/>
                    <a:pt x="105" y="69"/>
                  </a:cubicBezTo>
                  <a:close/>
                  <a:moveTo>
                    <a:pt x="119" y="55"/>
                  </a:moveTo>
                  <a:cubicBezTo>
                    <a:pt x="116" y="38"/>
                    <a:pt x="103" y="31"/>
                    <a:pt x="90" y="25"/>
                  </a:cubicBezTo>
                  <a:cubicBezTo>
                    <a:pt x="96" y="39"/>
                    <a:pt x="108" y="48"/>
                    <a:pt x="119" y="55"/>
                  </a:cubicBezTo>
                  <a:close/>
                  <a:moveTo>
                    <a:pt x="123" y="38"/>
                  </a:moveTo>
                  <a:cubicBezTo>
                    <a:pt x="118" y="33"/>
                    <a:pt x="120" y="20"/>
                    <a:pt x="114" y="16"/>
                  </a:cubicBezTo>
                  <a:cubicBezTo>
                    <a:pt x="109" y="25"/>
                    <a:pt x="115" y="36"/>
                    <a:pt x="123" y="38"/>
                  </a:cubicBezTo>
                  <a:close/>
                  <a:moveTo>
                    <a:pt x="143" y="133"/>
                  </a:moveTo>
                  <a:cubicBezTo>
                    <a:pt x="157" y="112"/>
                    <a:pt x="114" y="109"/>
                    <a:pt x="105" y="93"/>
                  </a:cubicBezTo>
                  <a:cubicBezTo>
                    <a:pt x="120" y="96"/>
                    <a:pt x="116" y="74"/>
                    <a:pt x="130" y="84"/>
                  </a:cubicBezTo>
                  <a:cubicBezTo>
                    <a:pt x="129" y="78"/>
                    <a:pt x="125" y="74"/>
                    <a:pt x="121" y="72"/>
                  </a:cubicBezTo>
                  <a:cubicBezTo>
                    <a:pt x="116" y="78"/>
                    <a:pt x="115" y="86"/>
                    <a:pt x="107" y="88"/>
                  </a:cubicBezTo>
                  <a:cubicBezTo>
                    <a:pt x="92" y="79"/>
                    <a:pt x="65" y="77"/>
                    <a:pt x="55" y="91"/>
                  </a:cubicBezTo>
                  <a:cubicBezTo>
                    <a:pt x="56" y="98"/>
                    <a:pt x="53" y="111"/>
                    <a:pt x="60" y="111"/>
                  </a:cubicBezTo>
                  <a:cubicBezTo>
                    <a:pt x="66" y="106"/>
                    <a:pt x="64" y="93"/>
                    <a:pt x="72" y="91"/>
                  </a:cubicBezTo>
                  <a:cubicBezTo>
                    <a:pt x="75" y="92"/>
                    <a:pt x="77" y="95"/>
                    <a:pt x="77" y="97"/>
                  </a:cubicBezTo>
                  <a:cubicBezTo>
                    <a:pt x="74" y="103"/>
                    <a:pt x="75" y="112"/>
                    <a:pt x="77" y="120"/>
                  </a:cubicBezTo>
                  <a:cubicBezTo>
                    <a:pt x="86" y="120"/>
                    <a:pt x="82" y="109"/>
                    <a:pt x="88" y="106"/>
                  </a:cubicBezTo>
                  <a:cubicBezTo>
                    <a:pt x="107" y="98"/>
                    <a:pt x="108" y="120"/>
                    <a:pt x="125" y="112"/>
                  </a:cubicBezTo>
                  <a:cubicBezTo>
                    <a:pt x="132" y="119"/>
                    <a:pt x="137" y="126"/>
                    <a:pt x="143" y="133"/>
                  </a:cubicBezTo>
                  <a:close/>
                  <a:moveTo>
                    <a:pt x="147" y="34"/>
                  </a:moveTo>
                  <a:cubicBezTo>
                    <a:pt x="148" y="30"/>
                    <a:pt x="147" y="28"/>
                    <a:pt x="146" y="25"/>
                  </a:cubicBezTo>
                  <a:cubicBezTo>
                    <a:pt x="143" y="25"/>
                    <a:pt x="142" y="25"/>
                    <a:pt x="140" y="25"/>
                  </a:cubicBezTo>
                  <a:cubicBezTo>
                    <a:pt x="141" y="29"/>
                    <a:pt x="142" y="34"/>
                    <a:pt x="147" y="34"/>
                  </a:cubicBezTo>
                  <a:close/>
                  <a:moveTo>
                    <a:pt x="148" y="201"/>
                  </a:moveTo>
                  <a:cubicBezTo>
                    <a:pt x="152" y="195"/>
                    <a:pt x="151" y="191"/>
                    <a:pt x="151" y="183"/>
                  </a:cubicBezTo>
                  <a:cubicBezTo>
                    <a:pt x="132" y="176"/>
                    <a:pt x="103" y="179"/>
                    <a:pt x="102" y="154"/>
                  </a:cubicBezTo>
                  <a:cubicBezTo>
                    <a:pt x="101" y="149"/>
                    <a:pt x="110" y="154"/>
                    <a:pt x="109" y="147"/>
                  </a:cubicBezTo>
                  <a:cubicBezTo>
                    <a:pt x="104" y="143"/>
                    <a:pt x="99" y="154"/>
                    <a:pt x="93" y="149"/>
                  </a:cubicBezTo>
                  <a:cubicBezTo>
                    <a:pt x="93" y="143"/>
                    <a:pt x="102" y="138"/>
                    <a:pt x="97" y="133"/>
                  </a:cubicBezTo>
                  <a:cubicBezTo>
                    <a:pt x="96" y="139"/>
                    <a:pt x="85" y="135"/>
                    <a:pt x="77" y="136"/>
                  </a:cubicBezTo>
                  <a:cubicBezTo>
                    <a:pt x="77" y="150"/>
                    <a:pt x="82" y="159"/>
                    <a:pt x="97" y="158"/>
                  </a:cubicBezTo>
                  <a:cubicBezTo>
                    <a:pt x="101" y="167"/>
                    <a:pt x="105" y="176"/>
                    <a:pt x="114" y="181"/>
                  </a:cubicBezTo>
                  <a:cubicBezTo>
                    <a:pt x="129" y="177"/>
                    <a:pt x="136" y="196"/>
                    <a:pt x="148" y="201"/>
                  </a:cubicBezTo>
                  <a:close/>
                  <a:moveTo>
                    <a:pt x="158" y="215"/>
                  </a:moveTo>
                  <a:cubicBezTo>
                    <a:pt x="148" y="221"/>
                    <a:pt x="143" y="207"/>
                    <a:pt x="134" y="214"/>
                  </a:cubicBezTo>
                  <a:cubicBezTo>
                    <a:pt x="129" y="211"/>
                    <a:pt x="136" y="198"/>
                    <a:pt x="127" y="198"/>
                  </a:cubicBezTo>
                  <a:cubicBezTo>
                    <a:pt x="130" y="219"/>
                    <a:pt x="121" y="231"/>
                    <a:pt x="109" y="240"/>
                  </a:cubicBezTo>
                  <a:cubicBezTo>
                    <a:pt x="119" y="244"/>
                    <a:pt x="125" y="244"/>
                    <a:pt x="135" y="240"/>
                  </a:cubicBezTo>
                  <a:cubicBezTo>
                    <a:pt x="138" y="236"/>
                    <a:pt x="135" y="225"/>
                    <a:pt x="140" y="224"/>
                  </a:cubicBezTo>
                  <a:cubicBezTo>
                    <a:pt x="151" y="224"/>
                    <a:pt x="140" y="245"/>
                    <a:pt x="151" y="244"/>
                  </a:cubicBezTo>
                  <a:cubicBezTo>
                    <a:pt x="149" y="227"/>
                    <a:pt x="149" y="224"/>
                    <a:pt x="158" y="215"/>
                  </a:cubicBezTo>
                  <a:close/>
                  <a:moveTo>
                    <a:pt x="159" y="159"/>
                  </a:moveTo>
                  <a:cubicBezTo>
                    <a:pt x="162" y="150"/>
                    <a:pt x="151" y="148"/>
                    <a:pt x="146" y="153"/>
                  </a:cubicBezTo>
                  <a:cubicBezTo>
                    <a:pt x="146" y="154"/>
                    <a:pt x="146" y="155"/>
                    <a:pt x="146" y="158"/>
                  </a:cubicBezTo>
                  <a:cubicBezTo>
                    <a:pt x="149" y="159"/>
                    <a:pt x="153" y="160"/>
                    <a:pt x="159" y="159"/>
                  </a:cubicBezTo>
                  <a:close/>
                  <a:moveTo>
                    <a:pt x="167" y="147"/>
                  </a:moveTo>
                  <a:cubicBezTo>
                    <a:pt x="170" y="145"/>
                    <a:pt x="170" y="136"/>
                    <a:pt x="164" y="136"/>
                  </a:cubicBezTo>
                  <a:cubicBezTo>
                    <a:pt x="163" y="138"/>
                    <a:pt x="159" y="149"/>
                    <a:pt x="167" y="147"/>
                  </a:cubicBezTo>
                  <a:close/>
                  <a:moveTo>
                    <a:pt x="200" y="129"/>
                  </a:moveTo>
                  <a:cubicBezTo>
                    <a:pt x="200" y="126"/>
                    <a:pt x="200" y="124"/>
                    <a:pt x="200" y="120"/>
                  </a:cubicBezTo>
                  <a:cubicBezTo>
                    <a:pt x="197" y="120"/>
                    <a:pt x="196" y="120"/>
                    <a:pt x="193" y="120"/>
                  </a:cubicBezTo>
                  <a:cubicBezTo>
                    <a:pt x="191" y="125"/>
                    <a:pt x="190" y="125"/>
                    <a:pt x="192" y="131"/>
                  </a:cubicBezTo>
                  <a:cubicBezTo>
                    <a:pt x="196" y="131"/>
                    <a:pt x="196" y="129"/>
                    <a:pt x="200" y="129"/>
                  </a:cubicBezTo>
                  <a:close/>
                  <a:moveTo>
                    <a:pt x="214" y="122"/>
                  </a:moveTo>
                  <a:cubicBezTo>
                    <a:pt x="217" y="134"/>
                    <a:pt x="233" y="140"/>
                    <a:pt x="242" y="133"/>
                  </a:cubicBezTo>
                  <a:cubicBezTo>
                    <a:pt x="237" y="120"/>
                    <a:pt x="228" y="122"/>
                    <a:pt x="214" y="122"/>
                  </a:cubicBezTo>
                  <a:close/>
                  <a:moveTo>
                    <a:pt x="263" y="206"/>
                  </a:moveTo>
                  <a:cubicBezTo>
                    <a:pt x="268" y="215"/>
                    <a:pt x="253" y="222"/>
                    <a:pt x="259" y="231"/>
                  </a:cubicBezTo>
                  <a:cubicBezTo>
                    <a:pt x="295" y="210"/>
                    <a:pt x="242" y="195"/>
                    <a:pt x="244" y="168"/>
                  </a:cubicBezTo>
                  <a:cubicBezTo>
                    <a:pt x="235" y="177"/>
                    <a:pt x="228" y="160"/>
                    <a:pt x="220" y="171"/>
                  </a:cubicBezTo>
                  <a:cubicBezTo>
                    <a:pt x="226" y="176"/>
                    <a:pt x="230" y="181"/>
                    <a:pt x="241" y="177"/>
                  </a:cubicBezTo>
                  <a:cubicBezTo>
                    <a:pt x="244" y="191"/>
                    <a:pt x="250" y="203"/>
                    <a:pt x="263" y="206"/>
                  </a:cubicBezTo>
                  <a:close/>
                  <a:moveTo>
                    <a:pt x="270" y="155"/>
                  </a:moveTo>
                  <a:cubicBezTo>
                    <a:pt x="270" y="147"/>
                    <a:pt x="262" y="145"/>
                    <a:pt x="256" y="141"/>
                  </a:cubicBezTo>
                  <a:cubicBezTo>
                    <a:pt x="257" y="148"/>
                    <a:pt x="256" y="152"/>
                    <a:pt x="255" y="155"/>
                  </a:cubicBezTo>
                  <a:cubicBezTo>
                    <a:pt x="259" y="155"/>
                    <a:pt x="264" y="155"/>
                    <a:pt x="270" y="155"/>
                  </a:cubicBezTo>
                  <a:close/>
                  <a:moveTo>
                    <a:pt x="270" y="183"/>
                  </a:moveTo>
                  <a:cubicBezTo>
                    <a:pt x="273" y="177"/>
                    <a:pt x="272" y="169"/>
                    <a:pt x="264" y="168"/>
                  </a:cubicBezTo>
                  <a:cubicBezTo>
                    <a:pt x="266" y="174"/>
                    <a:pt x="263" y="184"/>
                    <a:pt x="270" y="183"/>
                  </a:cubicBezTo>
                  <a:close/>
                  <a:moveTo>
                    <a:pt x="273" y="136"/>
                  </a:moveTo>
                  <a:cubicBezTo>
                    <a:pt x="291" y="164"/>
                    <a:pt x="274" y="217"/>
                    <a:pt x="283" y="252"/>
                  </a:cubicBezTo>
                  <a:cubicBezTo>
                    <a:pt x="269" y="260"/>
                    <a:pt x="246" y="268"/>
                    <a:pt x="225" y="264"/>
                  </a:cubicBezTo>
                  <a:cubicBezTo>
                    <a:pt x="211" y="248"/>
                    <a:pt x="228" y="230"/>
                    <a:pt x="231" y="217"/>
                  </a:cubicBezTo>
                  <a:cubicBezTo>
                    <a:pt x="221" y="207"/>
                    <a:pt x="207" y="222"/>
                    <a:pt x="193" y="222"/>
                  </a:cubicBezTo>
                  <a:cubicBezTo>
                    <a:pt x="190" y="244"/>
                    <a:pt x="176" y="254"/>
                    <a:pt x="160" y="264"/>
                  </a:cubicBezTo>
                  <a:cubicBezTo>
                    <a:pt x="138" y="265"/>
                    <a:pt x="88" y="268"/>
                    <a:pt x="88" y="244"/>
                  </a:cubicBezTo>
                  <a:cubicBezTo>
                    <a:pt x="88" y="230"/>
                    <a:pt x="102" y="236"/>
                    <a:pt x="107" y="224"/>
                  </a:cubicBezTo>
                  <a:cubicBezTo>
                    <a:pt x="101" y="212"/>
                    <a:pt x="83" y="211"/>
                    <a:pt x="76" y="214"/>
                  </a:cubicBezTo>
                  <a:cubicBezTo>
                    <a:pt x="55" y="220"/>
                    <a:pt x="60" y="260"/>
                    <a:pt x="30" y="258"/>
                  </a:cubicBezTo>
                  <a:cubicBezTo>
                    <a:pt x="19" y="258"/>
                    <a:pt x="0" y="249"/>
                    <a:pt x="1" y="230"/>
                  </a:cubicBezTo>
                  <a:cubicBezTo>
                    <a:pt x="5" y="225"/>
                    <a:pt x="14" y="227"/>
                    <a:pt x="19" y="224"/>
                  </a:cubicBezTo>
                  <a:cubicBezTo>
                    <a:pt x="35" y="207"/>
                    <a:pt x="35" y="169"/>
                    <a:pt x="15" y="158"/>
                  </a:cubicBezTo>
                  <a:cubicBezTo>
                    <a:pt x="5" y="95"/>
                    <a:pt x="44" y="81"/>
                    <a:pt x="64" y="48"/>
                  </a:cubicBezTo>
                  <a:cubicBezTo>
                    <a:pt x="65" y="39"/>
                    <a:pt x="60" y="35"/>
                    <a:pt x="60" y="25"/>
                  </a:cubicBezTo>
                  <a:cubicBezTo>
                    <a:pt x="66" y="16"/>
                    <a:pt x="85" y="16"/>
                    <a:pt x="85" y="5"/>
                  </a:cubicBezTo>
                  <a:cubicBezTo>
                    <a:pt x="101" y="3"/>
                    <a:pt x="115" y="3"/>
                    <a:pt x="131" y="0"/>
                  </a:cubicBezTo>
                  <a:cubicBezTo>
                    <a:pt x="152" y="11"/>
                    <a:pt x="165" y="47"/>
                    <a:pt x="160" y="76"/>
                  </a:cubicBezTo>
                  <a:cubicBezTo>
                    <a:pt x="159" y="88"/>
                    <a:pt x="147" y="96"/>
                    <a:pt x="148" y="110"/>
                  </a:cubicBezTo>
                  <a:cubicBezTo>
                    <a:pt x="168" y="125"/>
                    <a:pt x="190" y="109"/>
                    <a:pt x="208" y="107"/>
                  </a:cubicBezTo>
                  <a:cubicBezTo>
                    <a:pt x="231" y="106"/>
                    <a:pt x="261" y="117"/>
                    <a:pt x="273" y="136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D074E224-9669-CCD2-CFFD-10B3D6103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6248" y="4424998"/>
              <a:ext cx="282575" cy="149225"/>
            </a:xfrm>
            <a:custGeom>
              <a:avLst/>
              <a:gdLst>
                <a:gd name="T0" fmla="*/ 104 w 109"/>
                <a:gd name="T1" fmla="*/ 12 h 58"/>
                <a:gd name="T2" fmla="*/ 98 w 109"/>
                <a:gd name="T3" fmla="*/ 57 h 58"/>
                <a:gd name="T4" fmla="*/ 95 w 109"/>
                <a:gd name="T5" fmla="*/ 43 h 58"/>
                <a:gd name="T6" fmla="*/ 17 w 109"/>
                <a:gd name="T7" fmla="*/ 31 h 58"/>
                <a:gd name="T8" fmla="*/ 9 w 109"/>
                <a:gd name="T9" fmla="*/ 44 h 58"/>
                <a:gd name="T10" fmla="*/ 10 w 109"/>
                <a:gd name="T11" fmla="*/ 0 h 58"/>
                <a:gd name="T12" fmla="*/ 15 w 109"/>
                <a:gd name="T13" fmla="*/ 0 h 58"/>
                <a:gd name="T14" fmla="*/ 17 w 109"/>
                <a:gd name="T15" fmla="*/ 14 h 58"/>
                <a:gd name="T16" fmla="*/ 92 w 109"/>
                <a:gd name="T17" fmla="*/ 26 h 58"/>
                <a:gd name="T18" fmla="*/ 104 w 109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58">
                  <a:moveTo>
                    <a:pt x="104" y="12"/>
                  </a:moveTo>
                  <a:cubicBezTo>
                    <a:pt x="109" y="20"/>
                    <a:pt x="103" y="48"/>
                    <a:pt x="98" y="57"/>
                  </a:cubicBezTo>
                  <a:cubicBezTo>
                    <a:pt x="92" y="58"/>
                    <a:pt x="100" y="45"/>
                    <a:pt x="95" y="43"/>
                  </a:cubicBezTo>
                  <a:cubicBezTo>
                    <a:pt x="70" y="38"/>
                    <a:pt x="44" y="34"/>
                    <a:pt x="17" y="31"/>
                  </a:cubicBezTo>
                  <a:cubicBezTo>
                    <a:pt x="11" y="33"/>
                    <a:pt x="12" y="42"/>
                    <a:pt x="9" y="44"/>
                  </a:cubicBezTo>
                  <a:cubicBezTo>
                    <a:pt x="0" y="34"/>
                    <a:pt x="11" y="14"/>
                    <a:pt x="10" y="0"/>
                  </a:cubicBezTo>
                  <a:cubicBezTo>
                    <a:pt x="12" y="0"/>
                    <a:pt x="14" y="0"/>
                    <a:pt x="15" y="0"/>
                  </a:cubicBezTo>
                  <a:cubicBezTo>
                    <a:pt x="16" y="5"/>
                    <a:pt x="15" y="11"/>
                    <a:pt x="17" y="14"/>
                  </a:cubicBezTo>
                  <a:cubicBezTo>
                    <a:pt x="39" y="20"/>
                    <a:pt x="69" y="20"/>
                    <a:pt x="92" y="26"/>
                  </a:cubicBezTo>
                  <a:cubicBezTo>
                    <a:pt x="100" y="26"/>
                    <a:pt x="99" y="16"/>
                    <a:pt x="104" y="12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1C7F82E7-E337-4359-7117-62B87B423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985" y="4577398"/>
              <a:ext cx="312737" cy="236538"/>
            </a:xfrm>
            <a:custGeom>
              <a:avLst/>
              <a:gdLst>
                <a:gd name="T0" fmla="*/ 71 w 120"/>
                <a:gd name="T1" fmla="*/ 80 h 91"/>
                <a:gd name="T2" fmla="*/ 109 w 120"/>
                <a:gd name="T3" fmla="*/ 48 h 91"/>
                <a:gd name="T4" fmla="*/ 98 w 120"/>
                <a:gd name="T5" fmla="*/ 33 h 91"/>
                <a:gd name="T6" fmla="*/ 52 w 120"/>
                <a:gd name="T7" fmla="*/ 70 h 91"/>
                <a:gd name="T8" fmla="*/ 26 w 120"/>
                <a:gd name="T9" fmla="*/ 15 h 91"/>
                <a:gd name="T10" fmla="*/ 24 w 120"/>
                <a:gd name="T11" fmla="*/ 5 h 91"/>
                <a:gd name="T12" fmla="*/ 55 w 120"/>
                <a:gd name="T13" fmla="*/ 14 h 91"/>
                <a:gd name="T14" fmla="*/ 31 w 120"/>
                <a:gd name="T15" fmla="*/ 23 h 91"/>
                <a:gd name="T16" fmla="*/ 38 w 120"/>
                <a:gd name="T17" fmla="*/ 57 h 91"/>
                <a:gd name="T18" fmla="*/ 102 w 120"/>
                <a:gd name="T19" fmla="*/ 21 h 91"/>
                <a:gd name="T20" fmla="*/ 102 w 120"/>
                <a:gd name="T21" fmla="*/ 80 h 91"/>
                <a:gd name="T22" fmla="*/ 103 w 120"/>
                <a:gd name="T23" fmla="*/ 91 h 91"/>
                <a:gd name="T24" fmla="*/ 71 w 120"/>
                <a:gd name="T25" fmla="*/ 8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1">
                  <a:moveTo>
                    <a:pt x="71" y="80"/>
                  </a:moveTo>
                  <a:cubicBezTo>
                    <a:pt x="88" y="71"/>
                    <a:pt x="113" y="76"/>
                    <a:pt x="109" y="48"/>
                  </a:cubicBezTo>
                  <a:cubicBezTo>
                    <a:pt x="108" y="43"/>
                    <a:pt x="104" y="36"/>
                    <a:pt x="98" y="33"/>
                  </a:cubicBezTo>
                  <a:cubicBezTo>
                    <a:pt x="72" y="26"/>
                    <a:pt x="77" y="60"/>
                    <a:pt x="52" y="70"/>
                  </a:cubicBezTo>
                  <a:cubicBezTo>
                    <a:pt x="19" y="83"/>
                    <a:pt x="0" y="37"/>
                    <a:pt x="26" y="15"/>
                  </a:cubicBezTo>
                  <a:cubicBezTo>
                    <a:pt x="26" y="12"/>
                    <a:pt x="22" y="10"/>
                    <a:pt x="24" y="5"/>
                  </a:cubicBezTo>
                  <a:cubicBezTo>
                    <a:pt x="33" y="8"/>
                    <a:pt x="52" y="10"/>
                    <a:pt x="55" y="14"/>
                  </a:cubicBezTo>
                  <a:cubicBezTo>
                    <a:pt x="51" y="24"/>
                    <a:pt x="40" y="18"/>
                    <a:pt x="31" y="23"/>
                  </a:cubicBezTo>
                  <a:cubicBezTo>
                    <a:pt x="19" y="31"/>
                    <a:pt x="14" y="59"/>
                    <a:pt x="38" y="57"/>
                  </a:cubicBezTo>
                  <a:cubicBezTo>
                    <a:pt x="58" y="56"/>
                    <a:pt x="69" y="0"/>
                    <a:pt x="102" y="21"/>
                  </a:cubicBezTo>
                  <a:cubicBezTo>
                    <a:pt x="117" y="29"/>
                    <a:pt x="120" y="65"/>
                    <a:pt x="102" y="80"/>
                  </a:cubicBezTo>
                  <a:cubicBezTo>
                    <a:pt x="98" y="84"/>
                    <a:pt x="109" y="85"/>
                    <a:pt x="103" y="91"/>
                  </a:cubicBezTo>
                  <a:cubicBezTo>
                    <a:pt x="92" y="88"/>
                    <a:pt x="76" y="89"/>
                    <a:pt x="71" y="80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651EC3F4-F241-AE7C-7CD4-261203C2EC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0198" y="4723448"/>
              <a:ext cx="334962" cy="347663"/>
            </a:xfrm>
            <a:custGeom>
              <a:avLst/>
              <a:gdLst>
                <a:gd name="T0" fmla="*/ 56 w 129"/>
                <a:gd name="T1" fmla="*/ 85 h 134"/>
                <a:gd name="T2" fmla="*/ 32 w 129"/>
                <a:gd name="T3" fmla="*/ 44 h 134"/>
                <a:gd name="T4" fmla="*/ 19 w 129"/>
                <a:gd name="T5" fmla="*/ 66 h 134"/>
                <a:gd name="T6" fmla="*/ 56 w 129"/>
                <a:gd name="T7" fmla="*/ 85 h 134"/>
                <a:gd name="T8" fmla="*/ 128 w 129"/>
                <a:gd name="T9" fmla="*/ 48 h 134"/>
                <a:gd name="T10" fmla="*/ 115 w 129"/>
                <a:gd name="T11" fmla="*/ 75 h 134"/>
                <a:gd name="T12" fmla="*/ 61 w 129"/>
                <a:gd name="T13" fmla="*/ 85 h 134"/>
                <a:gd name="T14" fmla="*/ 90 w 129"/>
                <a:gd name="T15" fmla="*/ 105 h 134"/>
                <a:gd name="T16" fmla="*/ 102 w 129"/>
                <a:gd name="T17" fmla="*/ 96 h 134"/>
                <a:gd name="T18" fmla="*/ 83 w 129"/>
                <a:gd name="T19" fmla="*/ 134 h 134"/>
                <a:gd name="T20" fmla="*/ 83 w 129"/>
                <a:gd name="T21" fmla="*/ 121 h 134"/>
                <a:gd name="T22" fmla="*/ 16 w 129"/>
                <a:gd name="T23" fmla="*/ 82 h 134"/>
                <a:gd name="T24" fmla="*/ 0 w 129"/>
                <a:gd name="T25" fmla="*/ 89 h 134"/>
                <a:gd name="T26" fmla="*/ 70 w 129"/>
                <a:gd name="T27" fmla="*/ 46 h 134"/>
                <a:gd name="T28" fmla="*/ 68 w 129"/>
                <a:gd name="T29" fmla="*/ 63 h 134"/>
                <a:gd name="T30" fmla="*/ 128 w 129"/>
                <a:gd name="T31" fmla="*/ 48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9" h="134">
                  <a:moveTo>
                    <a:pt x="56" y="85"/>
                  </a:moveTo>
                  <a:cubicBezTo>
                    <a:pt x="67" y="67"/>
                    <a:pt x="59" y="39"/>
                    <a:pt x="32" y="44"/>
                  </a:cubicBezTo>
                  <a:cubicBezTo>
                    <a:pt x="27" y="51"/>
                    <a:pt x="21" y="56"/>
                    <a:pt x="19" y="66"/>
                  </a:cubicBezTo>
                  <a:cubicBezTo>
                    <a:pt x="32" y="72"/>
                    <a:pt x="43" y="80"/>
                    <a:pt x="56" y="85"/>
                  </a:cubicBezTo>
                  <a:close/>
                  <a:moveTo>
                    <a:pt x="128" y="48"/>
                  </a:moveTo>
                  <a:cubicBezTo>
                    <a:pt x="129" y="56"/>
                    <a:pt x="121" y="68"/>
                    <a:pt x="115" y="75"/>
                  </a:cubicBezTo>
                  <a:cubicBezTo>
                    <a:pt x="94" y="77"/>
                    <a:pt x="68" y="73"/>
                    <a:pt x="61" y="85"/>
                  </a:cubicBezTo>
                  <a:cubicBezTo>
                    <a:pt x="66" y="97"/>
                    <a:pt x="81" y="97"/>
                    <a:pt x="90" y="105"/>
                  </a:cubicBezTo>
                  <a:cubicBezTo>
                    <a:pt x="98" y="105"/>
                    <a:pt x="96" y="96"/>
                    <a:pt x="102" y="96"/>
                  </a:cubicBezTo>
                  <a:cubicBezTo>
                    <a:pt x="102" y="108"/>
                    <a:pt x="89" y="129"/>
                    <a:pt x="83" y="134"/>
                  </a:cubicBezTo>
                  <a:cubicBezTo>
                    <a:pt x="76" y="134"/>
                    <a:pt x="87" y="128"/>
                    <a:pt x="83" y="121"/>
                  </a:cubicBezTo>
                  <a:cubicBezTo>
                    <a:pt x="63" y="105"/>
                    <a:pt x="39" y="95"/>
                    <a:pt x="16" y="82"/>
                  </a:cubicBezTo>
                  <a:cubicBezTo>
                    <a:pt x="7" y="80"/>
                    <a:pt x="10" y="91"/>
                    <a:pt x="0" y="89"/>
                  </a:cubicBezTo>
                  <a:cubicBezTo>
                    <a:pt x="8" y="61"/>
                    <a:pt x="43" y="0"/>
                    <a:pt x="70" y="46"/>
                  </a:cubicBezTo>
                  <a:cubicBezTo>
                    <a:pt x="70" y="52"/>
                    <a:pt x="71" y="61"/>
                    <a:pt x="68" y="63"/>
                  </a:cubicBezTo>
                  <a:cubicBezTo>
                    <a:pt x="90" y="61"/>
                    <a:pt x="116" y="61"/>
                    <a:pt x="128" y="48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8" name="Freeform 23">
              <a:extLst>
                <a:ext uri="{FF2B5EF4-FFF2-40B4-BE49-F238E27FC236}">
                  <a16:creationId xmlns:a16="http://schemas.microsoft.com/office/drawing/2014/main" id="{CD3B8DEF-4639-A650-CB7B-03FC30DD7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7323" y="4993323"/>
              <a:ext cx="327025" cy="312738"/>
            </a:xfrm>
            <a:custGeom>
              <a:avLst/>
              <a:gdLst>
                <a:gd name="T0" fmla="*/ 103 w 126"/>
                <a:gd name="T1" fmla="*/ 40 h 121"/>
                <a:gd name="T2" fmla="*/ 126 w 126"/>
                <a:gd name="T3" fmla="*/ 58 h 121"/>
                <a:gd name="T4" fmla="*/ 71 w 126"/>
                <a:gd name="T5" fmla="*/ 121 h 121"/>
                <a:gd name="T6" fmla="*/ 74 w 126"/>
                <a:gd name="T7" fmla="*/ 107 h 121"/>
                <a:gd name="T8" fmla="*/ 16 w 126"/>
                <a:gd name="T9" fmla="*/ 55 h 121"/>
                <a:gd name="T10" fmla="*/ 0 w 126"/>
                <a:gd name="T11" fmla="*/ 60 h 121"/>
                <a:gd name="T12" fmla="*/ 46 w 126"/>
                <a:gd name="T13" fmla="*/ 0 h 121"/>
                <a:gd name="T14" fmla="*/ 63 w 126"/>
                <a:gd name="T15" fmla="*/ 15 h 121"/>
                <a:gd name="T16" fmla="*/ 43 w 126"/>
                <a:gd name="T17" fmla="*/ 17 h 121"/>
                <a:gd name="T18" fmla="*/ 22 w 126"/>
                <a:gd name="T19" fmla="*/ 39 h 121"/>
                <a:gd name="T20" fmla="*/ 50 w 126"/>
                <a:gd name="T21" fmla="*/ 64 h 121"/>
                <a:gd name="T22" fmla="*/ 57 w 126"/>
                <a:gd name="T23" fmla="*/ 31 h 121"/>
                <a:gd name="T24" fmla="*/ 90 w 126"/>
                <a:gd name="T25" fmla="*/ 55 h 121"/>
                <a:gd name="T26" fmla="*/ 57 w 126"/>
                <a:gd name="T27" fmla="*/ 67 h 121"/>
                <a:gd name="T28" fmla="*/ 87 w 126"/>
                <a:gd name="T29" fmla="*/ 92 h 121"/>
                <a:gd name="T30" fmla="*/ 103 w 126"/>
                <a:gd name="T31" fmla="*/ 4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6" h="121">
                  <a:moveTo>
                    <a:pt x="103" y="40"/>
                  </a:moveTo>
                  <a:cubicBezTo>
                    <a:pt x="111" y="39"/>
                    <a:pt x="116" y="55"/>
                    <a:pt x="126" y="58"/>
                  </a:cubicBezTo>
                  <a:cubicBezTo>
                    <a:pt x="107" y="78"/>
                    <a:pt x="92" y="110"/>
                    <a:pt x="71" y="121"/>
                  </a:cubicBezTo>
                  <a:cubicBezTo>
                    <a:pt x="71" y="115"/>
                    <a:pt x="78" y="111"/>
                    <a:pt x="74" y="107"/>
                  </a:cubicBezTo>
                  <a:cubicBezTo>
                    <a:pt x="57" y="87"/>
                    <a:pt x="35" y="72"/>
                    <a:pt x="16" y="55"/>
                  </a:cubicBezTo>
                  <a:cubicBezTo>
                    <a:pt x="8" y="54"/>
                    <a:pt x="6" y="66"/>
                    <a:pt x="0" y="60"/>
                  </a:cubicBezTo>
                  <a:cubicBezTo>
                    <a:pt x="13" y="38"/>
                    <a:pt x="33" y="21"/>
                    <a:pt x="46" y="0"/>
                  </a:cubicBezTo>
                  <a:cubicBezTo>
                    <a:pt x="52" y="4"/>
                    <a:pt x="63" y="11"/>
                    <a:pt x="63" y="15"/>
                  </a:cubicBezTo>
                  <a:cubicBezTo>
                    <a:pt x="62" y="24"/>
                    <a:pt x="51" y="14"/>
                    <a:pt x="43" y="17"/>
                  </a:cubicBezTo>
                  <a:cubicBezTo>
                    <a:pt x="41" y="20"/>
                    <a:pt x="22" y="34"/>
                    <a:pt x="22" y="39"/>
                  </a:cubicBezTo>
                  <a:cubicBezTo>
                    <a:pt x="23" y="49"/>
                    <a:pt x="44" y="54"/>
                    <a:pt x="50" y="64"/>
                  </a:cubicBezTo>
                  <a:cubicBezTo>
                    <a:pt x="63" y="60"/>
                    <a:pt x="65" y="41"/>
                    <a:pt x="57" y="31"/>
                  </a:cubicBezTo>
                  <a:cubicBezTo>
                    <a:pt x="68" y="31"/>
                    <a:pt x="78" y="49"/>
                    <a:pt x="90" y="55"/>
                  </a:cubicBezTo>
                  <a:cubicBezTo>
                    <a:pt x="81" y="58"/>
                    <a:pt x="61" y="52"/>
                    <a:pt x="57" y="67"/>
                  </a:cubicBezTo>
                  <a:cubicBezTo>
                    <a:pt x="66" y="76"/>
                    <a:pt x="74" y="93"/>
                    <a:pt x="87" y="92"/>
                  </a:cubicBezTo>
                  <a:cubicBezTo>
                    <a:pt x="105" y="92"/>
                    <a:pt x="116" y="60"/>
                    <a:pt x="103" y="40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9" name="Freeform 24">
              <a:extLst>
                <a:ext uri="{FF2B5EF4-FFF2-40B4-BE49-F238E27FC236}">
                  <a16:creationId xmlns:a16="http://schemas.microsoft.com/office/drawing/2014/main" id="{523FE168-E3E4-0675-00A8-1C6BF4B273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1535" y="3228023"/>
              <a:ext cx="2111375" cy="2195513"/>
            </a:xfrm>
            <a:custGeom>
              <a:avLst/>
              <a:gdLst>
                <a:gd name="T0" fmla="*/ 316 w 813"/>
                <a:gd name="T1" fmla="*/ 720 h 846"/>
                <a:gd name="T2" fmla="*/ 313 w 813"/>
                <a:gd name="T3" fmla="*/ 652 h 846"/>
                <a:gd name="T4" fmla="*/ 294 w 813"/>
                <a:gd name="T5" fmla="*/ 673 h 846"/>
                <a:gd name="T6" fmla="*/ 309 w 813"/>
                <a:gd name="T7" fmla="*/ 671 h 846"/>
                <a:gd name="T8" fmla="*/ 313 w 813"/>
                <a:gd name="T9" fmla="*/ 720 h 846"/>
                <a:gd name="T10" fmla="*/ 316 w 813"/>
                <a:gd name="T11" fmla="*/ 720 h 846"/>
                <a:gd name="T12" fmla="*/ 377 w 813"/>
                <a:gd name="T13" fmla="*/ 720 h 846"/>
                <a:gd name="T14" fmla="*/ 391 w 813"/>
                <a:gd name="T15" fmla="*/ 671 h 846"/>
                <a:gd name="T16" fmla="*/ 349 w 813"/>
                <a:gd name="T17" fmla="*/ 667 h 846"/>
                <a:gd name="T18" fmla="*/ 384 w 813"/>
                <a:gd name="T19" fmla="*/ 692 h 846"/>
                <a:gd name="T20" fmla="*/ 366 w 813"/>
                <a:gd name="T21" fmla="*/ 715 h 846"/>
                <a:gd name="T22" fmla="*/ 353 w 813"/>
                <a:gd name="T23" fmla="*/ 704 h 846"/>
                <a:gd name="T24" fmla="*/ 377 w 813"/>
                <a:gd name="T25" fmla="*/ 720 h 846"/>
                <a:gd name="T26" fmla="*/ 417 w 813"/>
                <a:gd name="T27" fmla="*/ 716 h 846"/>
                <a:gd name="T28" fmla="*/ 419 w 813"/>
                <a:gd name="T29" fmla="*/ 656 h 846"/>
                <a:gd name="T30" fmla="*/ 417 w 813"/>
                <a:gd name="T31" fmla="*/ 716 h 846"/>
                <a:gd name="T32" fmla="*/ 481 w 813"/>
                <a:gd name="T33" fmla="*/ 714 h 846"/>
                <a:gd name="T34" fmla="*/ 514 w 813"/>
                <a:gd name="T35" fmla="*/ 668 h 846"/>
                <a:gd name="T36" fmla="*/ 475 w 813"/>
                <a:gd name="T37" fmla="*/ 672 h 846"/>
                <a:gd name="T38" fmla="*/ 490 w 813"/>
                <a:gd name="T39" fmla="*/ 659 h 846"/>
                <a:gd name="T40" fmla="*/ 506 w 813"/>
                <a:gd name="T41" fmla="*/ 668 h 846"/>
                <a:gd name="T42" fmla="*/ 470 w 813"/>
                <a:gd name="T43" fmla="*/ 720 h 846"/>
                <a:gd name="T44" fmla="*/ 514 w 813"/>
                <a:gd name="T45" fmla="*/ 715 h 846"/>
                <a:gd name="T46" fmla="*/ 481 w 813"/>
                <a:gd name="T47" fmla="*/ 714 h 846"/>
                <a:gd name="T48" fmla="*/ 415 w 813"/>
                <a:gd name="T49" fmla="*/ 465 h 846"/>
                <a:gd name="T50" fmla="*/ 628 w 813"/>
                <a:gd name="T51" fmla="*/ 461 h 846"/>
                <a:gd name="T52" fmla="*/ 478 w 813"/>
                <a:gd name="T53" fmla="*/ 353 h 846"/>
                <a:gd name="T54" fmla="*/ 545 w 813"/>
                <a:gd name="T55" fmla="*/ 362 h 846"/>
                <a:gd name="T56" fmla="*/ 441 w 813"/>
                <a:gd name="T57" fmla="*/ 229 h 846"/>
                <a:gd name="T58" fmla="*/ 483 w 813"/>
                <a:gd name="T59" fmla="*/ 237 h 846"/>
                <a:gd name="T60" fmla="*/ 441 w 813"/>
                <a:gd name="T61" fmla="*/ 162 h 846"/>
                <a:gd name="T62" fmla="*/ 408 w 813"/>
                <a:gd name="T63" fmla="*/ 80 h 846"/>
                <a:gd name="T64" fmla="*/ 346 w 813"/>
                <a:gd name="T65" fmla="*/ 220 h 846"/>
                <a:gd name="T66" fmla="*/ 340 w 813"/>
                <a:gd name="T67" fmla="*/ 237 h 846"/>
                <a:gd name="T68" fmla="*/ 381 w 813"/>
                <a:gd name="T69" fmla="*/ 229 h 846"/>
                <a:gd name="T70" fmla="*/ 275 w 813"/>
                <a:gd name="T71" fmla="*/ 360 h 846"/>
                <a:gd name="T72" fmla="*/ 344 w 813"/>
                <a:gd name="T73" fmla="*/ 353 h 846"/>
                <a:gd name="T74" fmla="*/ 344 w 813"/>
                <a:gd name="T75" fmla="*/ 355 h 846"/>
                <a:gd name="T76" fmla="*/ 342 w 813"/>
                <a:gd name="T77" fmla="*/ 357 h 846"/>
                <a:gd name="T78" fmla="*/ 211 w 813"/>
                <a:gd name="T79" fmla="*/ 446 h 846"/>
                <a:gd name="T80" fmla="*/ 192 w 813"/>
                <a:gd name="T81" fmla="*/ 461 h 846"/>
                <a:gd name="T82" fmla="*/ 415 w 813"/>
                <a:gd name="T83" fmla="*/ 465 h 846"/>
                <a:gd name="T84" fmla="*/ 450 w 813"/>
                <a:gd name="T85" fmla="*/ 532 h 846"/>
                <a:gd name="T86" fmla="*/ 677 w 813"/>
                <a:gd name="T87" fmla="*/ 532 h 846"/>
                <a:gd name="T88" fmla="*/ 649 w 813"/>
                <a:gd name="T89" fmla="*/ 492 h 846"/>
                <a:gd name="T90" fmla="*/ 413 w 813"/>
                <a:gd name="T91" fmla="*/ 482 h 846"/>
                <a:gd name="T92" fmla="*/ 217 w 813"/>
                <a:gd name="T93" fmla="*/ 489 h 846"/>
                <a:gd name="T94" fmla="*/ 172 w 813"/>
                <a:gd name="T95" fmla="*/ 495 h 846"/>
                <a:gd name="T96" fmla="*/ 145 w 813"/>
                <a:gd name="T97" fmla="*/ 532 h 846"/>
                <a:gd name="T98" fmla="*/ 377 w 813"/>
                <a:gd name="T99" fmla="*/ 532 h 846"/>
                <a:gd name="T100" fmla="*/ 375 w 813"/>
                <a:gd name="T101" fmla="*/ 551 h 846"/>
                <a:gd name="T102" fmla="*/ 450 w 813"/>
                <a:gd name="T103" fmla="*/ 551 h 846"/>
                <a:gd name="T104" fmla="*/ 450 w 813"/>
                <a:gd name="T105" fmla="*/ 532 h 846"/>
                <a:gd name="T106" fmla="*/ 794 w 813"/>
                <a:gd name="T107" fmla="*/ 0 h 846"/>
                <a:gd name="T108" fmla="*/ 749 w 813"/>
                <a:gd name="T109" fmla="*/ 575 h 846"/>
                <a:gd name="T110" fmla="*/ 408 w 813"/>
                <a:gd name="T111" fmla="*/ 846 h 846"/>
                <a:gd name="T112" fmla="*/ 66 w 813"/>
                <a:gd name="T113" fmla="*/ 579 h 846"/>
                <a:gd name="T114" fmla="*/ 18 w 813"/>
                <a:gd name="T115" fmla="*/ 5 h 846"/>
                <a:gd name="T116" fmla="*/ 22 w 813"/>
                <a:gd name="T117" fmla="*/ 0 h 846"/>
                <a:gd name="T118" fmla="*/ 794 w 813"/>
                <a:gd name="T119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13" h="846">
                  <a:moveTo>
                    <a:pt x="316" y="720"/>
                  </a:moveTo>
                  <a:cubicBezTo>
                    <a:pt x="318" y="703"/>
                    <a:pt x="324" y="665"/>
                    <a:pt x="313" y="652"/>
                  </a:cubicBezTo>
                  <a:cubicBezTo>
                    <a:pt x="310" y="663"/>
                    <a:pt x="297" y="662"/>
                    <a:pt x="294" y="673"/>
                  </a:cubicBezTo>
                  <a:cubicBezTo>
                    <a:pt x="299" y="681"/>
                    <a:pt x="307" y="666"/>
                    <a:pt x="309" y="671"/>
                  </a:cubicBezTo>
                  <a:cubicBezTo>
                    <a:pt x="311" y="686"/>
                    <a:pt x="305" y="711"/>
                    <a:pt x="313" y="720"/>
                  </a:cubicBezTo>
                  <a:cubicBezTo>
                    <a:pt x="314" y="720"/>
                    <a:pt x="315" y="720"/>
                    <a:pt x="316" y="720"/>
                  </a:cubicBezTo>
                  <a:close/>
                  <a:moveTo>
                    <a:pt x="377" y="720"/>
                  </a:moveTo>
                  <a:cubicBezTo>
                    <a:pt x="392" y="716"/>
                    <a:pt x="395" y="684"/>
                    <a:pt x="391" y="671"/>
                  </a:cubicBezTo>
                  <a:cubicBezTo>
                    <a:pt x="385" y="644"/>
                    <a:pt x="353" y="653"/>
                    <a:pt x="349" y="667"/>
                  </a:cubicBezTo>
                  <a:cubicBezTo>
                    <a:pt x="340" y="705"/>
                    <a:pt x="376" y="699"/>
                    <a:pt x="384" y="692"/>
                  </a:cubicBezTo>
                  <a:cubicBezTo>
                    <a:pt x="382" y="704"/>
                    <a:pt x="380" y="715"/>
                    <a:pt x="366" y="715"/>
                  </a:cubicBezTo>
                  <a:cubicBezTo>
                    <a:pt x="358" y="716"/>
                    <a:pt x="362" y="704"/>
                    <a:pt x="353" y="704"/>
                  </a:cubicBezTo>
                  <a:cubicBezTo>
                    <a:pt x="349" y="720"/>
                    <a:pt x="364" y="724"/>
                    <a:pt x="377" y="720"/>
                  </a:cubicBezTo>
                  <a:close/>
                  <a:moveTo>
                    <a:pt x="417" y="716"/>
                  </a:moveTo>
                  <a:cubicBezTo>
                    <a:pt x="454" y="753"/>
                    <a:pt x="475" y="629"/>
                    <a:pt x="419" y="656"/>
                  </a:cubicBezTo>
                  <a:cubicBezTo>
                    <a:pt x="409" y="668"/>
                    <a:pt x="404" y="705"/>
                    <a:pt x="417" y="716"/>
                  </a:cubicBezTo>
                  <a:close/>
                  <a:moveTo>
                    <a:pt x="481" y="714"/>
                  </a:moveTo>
                  <a:cubicBezTo>
                    <a:pt x="489" y="696"/>
                    <a:pt x="517" y="692"/>
                    <a:pt x="514" y="668"/>
                  </a:cubicBezTo>
                  <a:cubicBezTo>
                    <a:pt x="511" y="646"/>
                    <a:pt x="469" y="648"/>
                    <a:pt x="475" y="672"/>
                  </a:cubicBezTo>
                  <a:cubicBezTo>
                    <a:pt x="485" y="671"/>
                    <a:pt x="481" y="661"/>
                    <a:pt x="490" y="659"/>
                  </a:cubicBezTo>
                  <a:cubicBezTo>
                    <a:pt x="497" y="658"/>
                    <a:pt x="503" y="661"/>
                    <a:pt x="506" y="668"/>
                  </a:cubicBezTo>
                  <a:cubicBezTo>
                    <a:pt x="511" y="690"/>
                    <a:pt x="468" y="699"/>
                    <a:pt x="470" y="720"/>
                  </a:cubicBezTo>
                  <a:cubicBezTo>
                    <a:pt x="484" y="718"/>
                    <a:pt x="509" y="727"/>
                    <a:pt x="514" y="715"/>
                  </a:cubicBezTo>
                  <a:cubicBezTo>
                    <a:pt x="506" y="711"/>
                    <a:pt x="491" y="714"/>
                    <a:pt x="481" y="714"/>
                  </a:cubicBezTo>
                  <a:close/>
                  <a:moveTo>
                    <a:pt x="415" y="465"/>
                  </a:moveTo>
                  <a:cubicBezTo>
                    <a:pt x="469" y="406"/>
                    <a:pt x="550" y="477"/>
                    <a:pt x="628" y="461"/>
                  </a:cubicBezTo>
                  <a:cubicBezTo>
                    <a:pt x="577" y="425"/>
                    <a:pt x="517" y="400"/>
                    <a:pt x="478" y="353"/>
                  </a:cubicBezTo>
                  <a:cubicBezTo>
                    <a:pt x="496" y="360"/>
                    <a:pt x="518" y="363"/>
                    <a:pt x="545" y="362"/>
                  </a:cubicBezTo>
                  <a:cubicBezTo>
                    <a:pt x="511" y="318"/>
                    <a:pt x="456" y="287"/>
                    <a:pt x="441" y="229"/>
                  </a:cubicBezTo>
                  <a:cubicBezTo>
                    <a:pt x="454" y="233"/>
                    <a:pt x="465" y="237"/>
                    <a:pt x="483" y="237"/>
                  </a:cubicBezTo>
                  <a:cubicBezTo>
                    <a:pt x="468" y="213"/>
                    <a:pt x="453" y="189"/>
                    <a:pt x="441" y="162"/>
                  </a:cubicBezTo>
                  <a:cubicBezTo>
                    <a:pt x="429" y="137"/>
                    <a:pt x="420" y="108"/>
                    <a:pt x="408" y="80"/>
                  </a:cubicBezTo>
                  <a:cubicBezTo>
                    <a:pt x="397" y="134"/>
                    <a:pt x="370" y="184"/>
                    <a:pt x="346" y="220"/>
                  </a:cubicBezTo>
                  <a:cubicBezTo>
                    <a:pt x="343" y="225"/>
                    <a:pt x="337" y="231"/>
                    <a:pt x="340" y="237"/>
                  </a:cubicBezTo>
                  <a:cubicBezTo>
                    <a:pt x="357" y="237"/>
                    <a:pt x="368" y="233"/>
                    <a:pt x="381" y="229"/>
                  </a:cubicBezTo>
                  <a:cubicBezTo>
                    <a:pt x="359" y="287"/>
                    <a:pt x="313" y="319"/>
                    <a:pt x="275" y="360"/>
                  </a:cubicBezTo>
                  <a:cubicBezTo>
                    <a:pt x="302" y="361"/>
                    <a:pt x="325" y="360"/>
                    <a:pt x="344" y="353"/>
                  </a:cubicBezTo>
                  <a:cubicBezTo>
                    <a:pt x="344" y="355"/>
                    <a:pt x="344" y="355"/>
                    <a:pt x="344" y="355"/>
                  </a:cubicBezTo>
                  <a:cubicBezTo>
                    <a:pt x="343" y="355"/>
                    <a:pt x="342" y="355"/>
                    <a:pt x="342" y="357"/>
                  </a:cubicBezTo>
                  <a:cubicBezTo>
                    <a:pt x="304" y="391"/>
                    <a:pt x="258" y="423"/>
                    <a:pt x="211" y="446"/>
                  </a:cubicBezTo>
                  <a:cubicBezTo>
                    <a:pt x="204" y="449"/>
                    <a:pt x="195" y="453"/>
                    <a:pt x="192" y="461"/>
                  </a:cubicBezTo>
                  <a:cubicBezTo>
                    <a:pt x="266" y="473"/>
                    <a:pt x="357" y="410"/>
                    <a:pt x="415" y="465"/>
                  </a:cubicBezTo>
                  <a:close/>
                  <a:moveTo>
                    <a:pt x="450" y="532"/>
                  </a:moveTo>
                  <a:cubicBezTo>
                    <a:pt x="525" y="532"/>
                    <a:pt x="601" y="532"/>
                    <a:pt x="677" y="532"/>
                  </a:cubicBezTo>
                  <a:cubicBezTo>
                    <a:pt x="670" y="517"/>
                    <a:pt x="659" y="505"/>
                    <a:pt x="649" y="492"/>
                  </a:cubicBezTo>
                  <a:cubicBezTo>
                    <a:pt x="572" y="496"/>
                    <a:pt x="480" y="424"/>
                    <a:pt x="413" y="482"/>
                  </a:cubicBezTo>
                  <a:cubicBezTo>
                    <a:pt x="357" y="433"/>
                    <a:pt x="277" y="479"/>
                    <a:pt x="217" y="489"/>
                  </a:cubicBezTo>
                  <a:cubicBezTo>
                    <a:pt x="201" y="492"/>
                    <a:pt x="183" y="490"/>
                    <a:pt x="172" y="495"/>
                  </a:cubicBezTo>
                  <a:cubicBezTo>
                    <a:pt x="159" y="500"/>
                    <a:pt x="151" y="523"/>
                    <a:pt x="145" y="532"/>
                  </a:cubicBezTo>
                  <a:cubicBezTo>
                    <a:pt x="222" y="532"/>
                    <a:pt x="299" y="532"/>
                    <a:pt x="377" y="532"/>
                  </a:cubicBezTo>
                  <a:cubicBezTo>
                    <a:pt x="377" y="539"/>
                    <a:pt x="374" y="542"/>
                    <a:pt x="375" y="551"/>
                  </a:cubicBezTo>
                  <a:cubicBezTo>
                    <a:pt x="401" y="551"/>
                    <a:pt x="425" y="551"/>
                    <a:pt x="450" y="551"/>
                  </a:cubicBezTo>
                  <a:cubicBezTo>
                    <a:pt x="451" y="544"/>
                    <a:pt x="445" y="537"/>
                    <a:pt x="450" y="532"/>
                  </a:cubicBezTo>
                  <a:close/>
                  <a:moveTo>
                    <a:pt x="794" y="0"/>
                  </a:moveTo>
                  <a:cubicBezTo>
                    <a:pt x="794" y="208"/>
                    <a:pt x="813" y="432"/>
                    <a:pt x="749" y="575"/>
                  </a:cubicBezTo>
                  <a:cubicBezTo>
                    <a:pt x="686" y="721"/>
                    <a:pt x="550" y="780"/>
                    <a:pt x="408" y="846"/>
                  </a:cubicBezTo>
                  <a:cubicBezTo>
                    <a:pt x="265" y="782"/>
                    <a:pt x="132" y="721"/>
                    <a:pt x="66" y="579"/>
                  </a:cubicBezTo>
                  <a:cubicBezTo>
                    <a:pt x="0" y="437"/>
                    <a:pt x="23" y="215"/>
                    <a:pt x="18" y="5"/>
                  </a:cubicBezTo>
                  <a:cubicBezTo>
                    <a:pt x="18" y="1"/>
                    <a:pt x="19" y="0"/>
                    <a:pt x="22" y="0"/>
                  </a:cubicBezTo>
                  <a:cubicBezTo>
                    <a:pt x="280" y="0"/>
                    <a:pt x="538" y="0"/>
                    <a:pt x="794" y="0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0" name="Freeform 25">
              <a:extLst>
                <a:ext uri="{FF2B5EF4-FFF2-40B4-BE49-F238E27FC236}">
                  <a16:creationId xmlns:a16="http://schemas.microsoft.com/office/drawing/2014/main" id="{1113EAA8-B1BC-54F6-3B24-E7F027ADC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3010" y="5166360"/>
              <a:ext cx="269875" cy="298450"/>
            </a:xfrm>
            <a:custGeom>
              <a:avLst/>
              <a:gdLst>
                <a:gd name="T0" fmla="*/ 74 w 104"/>
                <a:gd name="T1" fmla="*/ 15 h 115"/>
                <a:gd name="T2" fmla="*/ 96 w 104"/>
                <a:gd name="T3" fmla="*/ 115 h 115"/>
                <a:gd name="T4" fmla="*/ 17 w 104"/>
                <a:gd name="T5" fmla="*/ 64 h 115"/>
                <a:gd name="T6" fmla="*/ 0 w 104"/>
                <a:gd name="T7" fmla="*/ 67 h 115"/>
                <a:gd name="T8" fmla="*/ 25 w 104"/>
                <a:gd name="T9" fmla="*/ 50 h 115"/>
                <a:gd name="T10" fmla="*/ 84 w 104"/>
                <a:gd name="T11" fmla="*/ 88 h 115"/>
                <a:gd name="T12" fmla="*/ 66 w 104"/>
                <a:gd name="T13" fmla="*/ 21 h 115"/>
                <a:gd name="T14" fmla="*/ 50 w 104"/>
                <a:gd name="T15" fmla="*/ 28 h 115"/>
                <a:gd name="T16" fmla="*/ 75 w 104"/>
                <a:gd name="T17" fmla="*/ 0 h 115"/>
                <a:gd name="T18" fmla="*/ 74 w 104"/>
                <a:gd name="T19" fmla="*/ 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5">
                  <a:moveTo>
                    <a:pt x="74" y="15"/>
                  </a:moveTo>
                  <a:cubicBezTo>
                    <a:pt x="73" y="47"/>
                    <a:pt x="104" y="86"/>
                    <a:pt x="96" y="115"/>
                  </a:cubicBezTo>
                  <a:cubicBezTo>
                    <a:pt x="71" y="99"/>
                    <a:pt x="43" y="82"/>
                    <a:pt x="17" y="64"/>
                  </a:cubicBezTo>
                  <a:cubicBezTo>
                    <a:pt x="8" y="63"/>
                    <a:pt x="5" y="71"/>
                    <a:pt x="0" y="67"/>
                  </a:cubicBezTo>
                  <a:cubicBezTo>
                    <a:pt x="6" y="54"/>
                    <a:pt x="46" y="26"/>
                    <a:pt x="25" y="50"/>
                  </a:cubicBezTo>
                  <a:cubicBezTo>
                    <a:pt x="43" y="66"/>
                    <a:pt x="64" y="77"/>
                    <a:pt x="84" y="88"/>
                  </a:cubicBezTo>
                  <a:cubicBezTo>
                    <a:pt x="84" y="67"/>
                    <a:pt x="73" y="42"/>
                    <a:pt x="66" y="21"/>
                  </a:cubicBezTo>
                  <a:cubicBezTo>
                    <a:pt x="60" y="23"/>
                    <a:pt x="56" y="26"/>
                    <a:pt x="50" y="28"/>
                  </a:cubicBezTo>
                  <a:cubicBezTo>
                    <a:pt x="50" y="16"/>
                    <a:pt x="69" y="10"/>
                    <a:pt x="75" y="0"/>
                  </a:cubicBezTo>
                  <a:cubicBezTo>
                    <a:pt x="83" y="6"/>
                    <a:pt x="74" y="7"/>
                    <a:pt x="74" y="15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1" name="Freeform 26">
              <a:extLst>
                <a:ext uri="{FF2B5EF4-FFF2-40B4-BE49-F238E27FC236}">
                  <a16:creationId xmlns:a16="http://schemas.microsoft.com/office/drawing/2014/main" id="{CB2FACE7-4F4E-D7A0-4B14-BFB212822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010" y="5358448"/>
              <a:ext cx="204787" cy="273050"/>
            </a:xfrm>
            <a:custGeom>
              <a:avLst/>
              <a:gdLst>
                <a:gd name="T0" fmla="*/ 62 w 79"/>
                <a:gd name="T1" fmla="*/ 84 h 105"/>
                <a:gd name="T2" fmla="*/ 79 w 79"/>
                <a:gd name="T3" fmla="*/ 87 h 105"/>
                <a:gd name="T4" fmla="*/ 40 w 79"/>
                <a:gd name="T5" fmla="*/ 105 h 105"/>
                <a:gd name="T6" fmla="*/ 50 w 79"/>
                <a:gd name="T7" fmla="*/ 93 h 105"/>
                <a:gd name="T8" fmla="*/ 16 w 79"/>
                <a:gd name="T9" fmla="*/ 19 h 105"/>
                <a:gd name="T10" fmla="*/ 0 w 79"/>
                <a:gd name="T11" fmla="*/ 19 h 105"/>
                <a:gd name="T12" fmla="*/ 40 w 79"/>
                <a:gd name="T13" fmla="*/ 0 h 105"/>
                <a:gd name="T14" fmla="*/ 29 w 79"/>
                <a:gd name="T15" fmla="*/ 12 h 105"/>
                <a:gd name="T16" fmla="*/ 62 w 79"/>
                <a:gd name="T17" fmla="*/ 8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105">
                  <a:moveTo>
                    <a:pt x="62" y="84"/>
                  </a:moveTo>
                  <a:cubicBezTo>
                    <a:pt x="68" y="89"/>
                    <a:pt x="76" y="81"/>
                    <a:pt x="79" y="87"/>
                  </a:cubicBezTo>
                  <a:cubicBezTo>
                    <a:pt x="71" y="95"/>
                    <a:pt x="52" y="104"/>
                    <a:pt x="40" y="105"/>
                  </a:cubicBezTo>
                  <a:cubicBezTo>
                    <a:pt x="40" y="98"/>
                    <a:pt x="50" y="100"/>
                    <a:pt x="50" y="93"/>
                  </a:cubicBezTo>
                  <a:cubicBezTo>
                    <a:pt x="40" y="68"/>
                    <a:pt x="28" y="43"/>
                    <a:pt x="16" y="19"/>
                  </a:cubicBezTo>
                  <a:cubicBezTo>
                    <a:pt x="10" y="17"/>
                    <a:pt x="3" y="25"/>
                    <a:pt x="0" y="19"/>
                  </a:cubicBezTo>
                  <a:cubicBezTo>
                    <a:pt x="10" y="11"/>
                    <a:pt x="28" y="0"/>
                    <a:pt x="40" y="0"/>
                  </a:cubicBezTo>
                  <a:cubicBezTo>
                    <a:pt x="38" y="6"/>
                    <a:pt x="32" y="7"/>
                    <a:pt x="29" y="12"/>
                  </a:cubicBezTo>
                  <a:cubicBezTo>
                    <a:pt x="40" y="36"/>
                    <a:pt x="52" y="60"/>
                    <a:pt x="62" y="84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2" name="Freeform 27">
              <a:extLst>
                <a:ext uri="{FF2B5EF4-FFF2-40B4-BE49-F238E27FC236}">
                  <a16:creationId xmlns:a16="http://schemas.microsoft.com/office/drawing/2014/main" id="{8847B595-3F71-C621-588D-223F76363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148" y="5423535"/>
              <a:ext cx="314325" cy="342900"/>
            </a:xfrm>
            <a:custGeom>
              <a:avLst/>
              <a:gdLst>
                <a:gd name="T0" fmla="*/ 121 w 121"/>
                <a:gd name="T1" fmla="*/ 98 h 132"/>
                <a:gd name="T2" fmla="*/ 78 w 121"/>
                <a:gd name="T3" fmla="*/ 79 h 132"/>
                <a:gd name="T4" fmla="*/ 33 w 121"/>
                <a:gd name="T5" fmla="*/ 54 h 132"/>
                <a:gd name="T6" fmla="*/ 59 w 121"/>
                <a:gd name="T7" fmla="*/ 115 h 132"/>
                <a:gd name="T8" fmla="*/ 78 w 121"/>
                <a:gd name="T9" fmla="*/ 116 h 132"/>
                <a:gd name="T10" fmla="*/ 39 w 121"/>
                <a:gd name="T11" fmla="*/ 132 h 132"/>
                <a:gd name="T12" fmla="*/ 48 w 121"/>
                <a:gd name="T13" fmla="*/ 118 h 132"/>
                <a:gd name="T14" fmla="*/ 17 w 121"/>
                <a:gd name="T15" fmla="*/ 46 h 132"/>
                <a:gd name="T16" fmla="*/ 1 w 121"/>
                <a:gd name="T17" fmla="*/ 46 h 132"/>
                <a:gd name="T18" fmla="*/ 25 w 121"/>
                <a:gd name="T19" fmla="*/ 32 h 132"/>
                <a:gd name="T20" fmla="*/ 102 w 121"/>
                <a:gd name="T21" fmla="*/ 77 h 132"/>
                <a:gd name="T22" fmla="*/ 78 w 121"/>
                <a:gd name="T23" fmla="*/ 20 h 132"/>
                <a:gd name="T24" fmla="*/ 60 w 121"/>
                <a:gd name="T25" fmla="*/ 20 h 132"/>
                <a:gd name="T26" fmla="*/ 95 w 121"/>
                <a:gd name="T27" fmla="*/ 0 h 132"/>
                <a:gd name="T28" fmla="*/ 88 w 121"/>
                <a:gd name="T29" fmla="*/ 16 h 132"/>
                <a:gd name="T30" fmla="*/ 121 w 121"/>
                <a:gd name="T31" fmla="*/ 9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1" h="132">
                  <a:moveTo>
                    <a:pt x="121" y="98"/>
                  </a:moveTo>
                  <a:cubicBezTo>
                    <a:pt x="105" y="103"/>
                    <a:pt x="92" y="87"/>
                    <a:pt x="78" y="79"/>
                  </a:cubicBezTo>
                  <a:cubicBezTo>
                    <a:pt x="62" y="70"/>
                    <a:pt x="47" y="62"/>
                    <a:pt x="33" y="54"/>
                  </a:cubicBezTo>
                  <a:cubicBezTo>
                    <a:pt x="39" y="77"/>
                    <a:pt x="48" y="96"/>
                    <a:pt x="59" y="115"/>
                  </a:cubicBezTo>
                  <a:cubicBezTo>
                    <a:pt x="65" y="116"/>
                    <a:pt x="73" y="113"/>
                    <a:pt x="78" y="116"/>
                  </a:cubicBezTo>
                  <a:cubicBezTo>
                    <a:pt x="67" y="124"/>
                    <a:pt x="50" y="132"/>
                    <a:pt x="39" y="132"/>
                  </a:cubicBezTo>
                  <a:cubicBezTo>
                    <a:pt x="39" y="126"/>
                    <a:pt x="48" y="126"/>
                    <a:pt x="48" y="118"/>
                  </a:cubicBezTo>
                  <a:cubicBezTo>
                    <a:pt x="51" y="98"/>
                    <a:pt x="23" y="63"/>
                    <a:pt x="17" y="46"/>
                  </a:cubicBezTo>
                  <a:cubicBezTo>
                    <a:pt x="11" y="44"/>
                    <a:pt x="5" y="51"/>
                    <a:pt x="1" y="46"/>
                  </a:cubicBezTo>
                  <a:cubicBezTo>
                    <a:pt x="0" y="39"/>
                    <a:pt x="18" y="37"/>
                    <a:pt x="25" y="32"/>
                  </a:cubicBezTo>
                  <a:cubicBezTo>
                    <a:pt x="51" y="45"/>
                    <a:pt x="75" y="63"/>
                    <a:pt x="102" y="77"/>
                  </a:cubicBezTo>
                  <a:cubicBezTo>
                    <a:pt x="97" y="55"/>
                    <a:pt x="87" y="37"/>
                    <a:pt x="78" y="20"/>
                  </a:cubicBezTo>
                  <a:cubicBezTo>
                    <a:pt x="70" y="17"/>
                    <a:pt x="65" y="24"/>
                    <a:pt x="60" y="20"/>
                  </a:cubicBezTo>
                  <a:cubicBezTo>
                    <a:pt x="67" y="8"/>
                    <a:pt x="86" y="8"/>
                    <a:pt x="95" y="0"/>
                  </a:cubicBezTo>
                  <a:cubicBezTo>
                    <a:pt x="104" y="7"/>
                    <a:pt x="88" y="7"/>
                    <a:pt x="88" y="16"/>
                  </a:cubicBezTo>
                  <a:cubicBezTo>
                    <a:pt x="97" y="46"/>
                    <a:pt x="110" y="72"/>
                    <a:pt x="121" y="98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3" name="Freeform 28">
              <a:extLst>
                <a:ext uri="{FF2B5EF4-FFF2-40B4-BE49-F238E27FC236}">
                  <a16:creationId xmlns:a16="http://schemas.microsoft.com/office/drawing/2014/main" id="{D6CC2DCF-188B-BCF2-0A9D-2DDD3BC63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198" y="2524760"/>
              <a:ext cx="238125" cy="295275"/>
            </a:xfrm>
            <a:custGeom>
              <a:avLst/>
              <a:gdLst>
                <a:gd name="T0" fmla="*/ 74 w 92"/>
                <a:gd name="T1" fmla="*/ 19 h 114"/>
                <a:gd name="T2" fmla="*/ 71 w 92"/>
                <a:gd name="T3" fmla="*/ 114 h 114"/>
                <a:gd name="T4" fmla="*/ 65 w 92"/>
                <a:gd name="T5" fmla="*/ 100 h 114"/>
                <a:gd name="T6" fmla="*/ 3 w 92"/>
                <a:gd name="T7" fmla="*/ 79 h 114"/>
                <a:gd name="T8" fmla="*/ 69 w 92"/>
                <a:gd name="T9" fmla="*/ 83 h 114"/>
                <a:gd name="T10" fmla="*/ 51 w 92"/>
                <a:gd name="T11" fmla="*/ 66 h 114"/>
                <a:gd name="T12" fmla="*/ 2 w 92"/>
                <a:gd name="T13" fmla="*/ 52 h 114"/>
                <a:gd name="T14" fmla="*/ 69 w 92"/>
                <a:gd name="T15" fmla="*/ 54 h 114"/>
                <a:gd name="T16" fmla="*/ 2 w 92"/>
                <a:gd name="T17" fmla="*/ 24 h 114"/>
                <a:gd name="T18" fmla="*/ 62 w 92"/>
                <a:gd name="T19" fmla="*/ 23 h 114"/>
                <a:gd name="T20" fmla="*/ 74 w 92"/>
                <a:gd name="T21" fmla="*/ 1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4">
                  <a:moveTo>
                    <a:pt x="74" y="19"/>
                  </a:moveTo>
                  <a:cubicBezTo>
                    <a:pt x="88" y="36"/>
                    <a:pt x="92" y="103"/>
                    <a:pt x="71" y="114"/>
                  </a:cubicBezTo>
                  <a:cubicBezTo>
                    <a:pt x="63" y="114"/>
                    <a:pt x="64" y="107"/>
                    <a:pt x="65" y="100"/>
                  </a:cubicBezTo>
                  <a:cubicBezTo>
                    <a:pt x="51" y="86"/>
                    <a:pt x="14" y="99"/>
                    <a:pt x="3" y="79"/>
                  </a:cubicBezTo>
                  <a:cubicBezTo>
                    <a:pt x="24" y="65"/>
                    <a:pt x="49" y="83"/>
                    <a:pt x="69" y="83"/>
                  </a:cubicBezTo>
                  <a:cubicBezTo>
                    <a:pt x="73" y="69"/>
                    <a:pt x="58" y="69"/>
                    <a:pt x="51" y="66"/>
                  </a:cubicBezTo>
                  <a:cubicBezTo>
                    <a:pt x="36" y="61"/>
                    <a:pt x="14" y="62"/>
                    <a:pt x="2" y="52"/>
                  </a:cubicBezTo>
                  <a:cubicBezTo>
                    <a:pt x="14" y="31"/>
                    <a:pt x="49" y="52"/>
                    <a:pt x="69" y="54"/>
                  </a:cubicBezTo>
                  <a:cubicBezTo>
                    <a:pt x="65" y="24"/>
                    <a:pt x="22" y="36"/>
                    <a:pt x="2" y="24"/>
                  </a:cubicBezTo>
                  <a:cubicBezTo>
                    <a:pt x="0" y="0"/>
                    <a:pt x="48" y="18"/>
                    <a:pt x="62" y="23"/>
                  </a:cubicBezTo>
                  <a:cubicBezTo>
                    <a:pt x="68" y="24"/>
                    <a:pt x="70" y="13"/>
                    <a:pt x="74" y="19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4" name="Freeform 29">
              <a:extLst>
                <a:ext uri="{FF2B5EF4-FFF2-40B4-BE49-F238E27FC236}">
                  <a16:creationId xmlns:a16="http://schemas.microsoft.com/office/drawing/2014/main" id="{EB752082-84C0-E697-7DD8-C16F744194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0185" y="2210435"/>
              <a:ext cx="796925" cy="906463"/>
            </a:xfrm>
            <a:custGeom>
              <a:avLst/>
              <a:gdLst>
                <a:gd name="T0" fmla="*/ 220 w 307"/>
                <a:gd name="T1" fmla="*/ 268 h 349"/>
                <a:gd name="T2" fmla="*/ 111 w 307"/>
                <a:gd name="T3" fmla="*/ 268 h 349"/>
                <a:gd name="T4" fmla="*/ 220 w 307"/>
                <a:gd name="T5" fmla="*/ 268 h 349"/>
                <a:gd name="T6" fmla="*/ 173 w 307"/>
                <a:gd name="T7" fmla="*/ 123 h 349"/>
                <a:gd name="T8" fmla="*/ 194 w 307"/>
                <a:gd name="T9" fmla="*/ 123 h 349"/>
                <a:gd name="T10" fmla="*/ 162 w 307"/>
                <a:gd name="T11" fmla="*/ 45 h 349"/>
                <a:gd name="T12" fmla="*/ 137 w 307"/>
                <a:gd name="T13" fmla="*/ 123 h 349"/>
                <a:gd name="T14" fmla="*/ 156 w 307"/>
                <a:gd name="T15" fmla="*/ 123 h 349"/>
                <a:gd name="T16" fmla="*/ 168 w 307"/>
                <a:gd name="T17" fmla="*/ 105 h 349"/>
                <a:gd name="T18" fmla="*/ 173 w 307"/>
                <a:gd name="T19" fmla="*/ 123 h 349"/>
                <a:gd name="T20" fmla="*/ 253 w 307"/>
                <a:gd name="T21" fmla="*/ 300 h 349"/>
                <a:gd name="T22" fmla="*/ 286 w 307"/>
                <a:gd name="T23" fmla="*/ 257 h 349"/>
                <a:gd name="T24" fmla="*/ 45 w 307"/>
                <a:gd name="T25" fmla="*/ 259 h 349"/>
                <a:gd name="T26" fmla="*/ 79 w 307"/>
                <a:gd name="T27" fmla="*/ 300 h 349"/>
                <a:gd name="T28" fmla="*/ 109 w 307"/>
                <a:gd name="T29" fmla="*/ 294 h 349"/>
                <a:gd name="T30" fmla="*/ 83 w 307"/>
                <a:gd name="T31" fmla="*/ 264 h 349"/>
                <a:gd name="T32" fmla="*/ 178 w 307"/>
                <a:gd name="T33" fmla="*/ 244 h 349"/>
                <a:gd name="T34" fmla="*/ 248 w 307"/>
                <a:gd name="T35" fmla="*/ 266 h 349"/>
                <a:gd name="T36" fmla="*/ 222 w 307"/>
                <a:gd name="T37" fmla="*/ 291 h 349"/>
                <a:gd name="T38" fmla="*/ 253 w 307"/>
                <a:gd name="T39" fmla="*/ 300 h 349"/>
                <a:gd name="T40" fmla="*/ 274 w 307"/>
                <a:gd name="T41" fmla="*/ 75 h 349"/>
                <a:gd name="T42" fmla="*/ 302 w 307"/>
                <a:gd name="T43" fmla="*/ 133 h 349"/>
                <a:gd name="T44" fmla="*/ 264 w 307"/>
                <a:gd name="T45" fmla="*/ 85 h 349"/>
                <a:gd name="T46" fmla="*/ 187 w 307"/>
                <a:gd name="T47" fmla="*/ 47 h 349"/>
                <a:gd name="T48" fmla="*/ 210 w 307"/>
                <a:gd name="T49" fmla="*/ 121 h 349"/>
                <a:gd name="T50" fmla="*/ 175 w 307"/>
                <a:gd name="T51" fmla="*/ 139 h 349"/>
                <a:gd name="T52" fmla="*/ 173 w 307"/>
                <a:gd name="T53" fmla="*/ 173 h 349"/>
                <a:gd name="T54" fmla="*/ 225 w 307"/>
                <a:gd name="T55" fmla="*/ 175 h 349"/>
                <a:gd name="T56" fmla="*/ 173 w 307"/>
                <a:gd name="T57" fmla="*/ 188 h 349"/>
                <a:gd name="T58" fmla="*/ 166 w 307"/>
                <a:gd name="T59" fmla="*/ 219 h 349"/>
                <a:gd name="T60" fmla="*/ 305 w 307"/>
                <a:gd name="T61" fmla="*/ 250 h 349"/>
                <a:gd name="T62" fmla="*/ 256 w 307"/>
                <a:gd name="T63" fmla="*/ 318 h 349"/>
                <a:gd name="T64" fmla="*/ 192 w 307"/>
                <a:gd name="T65" fmla="*/ 338 h 349"/>
                <a:gd name="T66" fmla="*/ 232 w 307"/>
                <a:gd name="T67" fmla="*/ 312 h 349"/>
                <a:gd name="T68" fmla="*/ 183 w 307"/>
                <a:gd name="T69" fmla="*/ 304 h 349"/>
                <a:gd name="T70" fmla="*/ 181 w 307"/>
                <a:gd name="T71" fmla="*/ 343 h 349"/>
                <a:gd name="T72" fmla="*/ 132 w 307"/>
                <a:gd name="T73" fmla="*/ 334 h 349"/>
                <a:gd name="T74" fmla="*/ 168 w 307"/>
                <a:gd name="T75" fmla="*/ 330 h 349"/>
                <a:gd name="T76" fmla="*/ 166 w 307"/>
                <a:gd name="T77" fmla="*/ 304 h 349"/>
                <a:gd name="T78" fmla="*/ 100 w 307"/>
                <a:gd name="T79" fmla="*/ 311 h 349"/>
                <a:gd name="T80" fmla="*/ 123 w 307"/>
                <a:gd name="T81" fmla="*/ 334 h 349"/>
                <a:gd name="T82" fmla="*/ 25 w 307"/>
                <a:gd name="T83" fmla="*/ 252 h 349"/>
                <a:gd name="T84" fmla="*/ 161 w 307"/>
                <a:gd name="T85" fmla="*/ 221 h 349"/>
                <a:gd name="T86" fmla="*/ 157 w 307"/>
                <a:gd name="T87" fmla="*/ 191 h 349"/>
                <a:gd name="T88" fmla="*/ 104 w 307"/>
                <a:gd name="T89" fmla="*/ 182 h 349"/>
                <a:gd name="T90" fmla="*/ 156 w 307"/>
                <a:gd name="T91" fmla="*/ 173 h 349"/>
                <a:gd name="T92" fmla="*/ 157 w 307"/>
                <a:gd name="T93" fmla="*/ 140 h 349"/>
                <a:gd name="T94" fmla="*/ 104 w 307"/>
                <a:gd name="T95" fmla="*/ 132 h 349"/>
                <a:gd name="T96" fmla="*/ 121 w 307"/>
                <a:gd name="T97" fmla="*/ 123 h 349"/>
                <a:gd name="T98" fmla="*/ 144 w 307"/>
                <a:gd name="T99" fmla="*/ 51 h 349"/>
                <a:gd name="T100" fmla="*/ 34 w 307"/>
                <a:gd name="T101" fmla="*/ 143 h 349"/>
                <a:gd name="T102" fmla="*/ 95 w 307"/>
                <a:gd name="T103" fmla="*/ 140 h 349"/>
                <a:gd name="T104" fmla="*/ 28 w 307"/>
                <a:gd name="T105" fmla="*/ 173 h 349"/>
                <a:gd name="T106" fmla="*/ 95 w 307"/>
                <a:gd name="T107" fmla="*/ 171 h 349"/>
                <a:gd name="T108" fmla="*/ 28 w 307"/>
                <a:gd name="T109" fmla="*/ 204 h 349"/>
                <a:gd name="T110" fmla="*/ 91 w 307"/>
                <a:gd name="T111" fmla="*/ 201 h 349"/>
                <a:gd name="T112" fmla="*/ 33 w 307"/>
                <a:gd name="T113" fmla="*/ 221 h 349"/>
                <a:gd name="T114" fmla="*/ 28 w 307"/>
                <a:gd name="T115" fmla="*/ 239 h 349"/>
                <a:gd name="T116" fmla="*/ 12 w 307"/>
                <a:gd name="T117" fmla="*/ 213 h 349"/>
                <a:gd name="T118" fmla="*/ 150 w 307"/>
                <a:gd name="T119" fmla="*/ 29 h 349"/>
                <a:gd name="T120" fmla="*/ 177 w 307"/>
                <a:gd name="T121" fmla="*/ 29 h 349"/>
                <a:gd name="T122" fmla="*/ 274 w 307"/>
                <a:gd name="T123" fmla="*/ 75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7" h="349">
                  <a:moveTo>
                    <a:pt x="220" y="268"/>
                  </a:moveTo>
                  <a:cubicBezTo>
                    <a:pt x="190" y="258"/>
                    <a:pt x="144" y="258"/>
                    <a:pt x="111" y="268"/>
                  </a:cubicBezTo>
                  <a:cubicBezTo>
                    <a:pt x="129" y="292"/>
                    <a:pt x="201" y="292"/>
                    <a:pt x="220" y="268"/>
                  </a:cubicBezTo>
                  <a:close/>
                  <a:moveTo>
                    <a:pt x="173" y="123"/>
                  </a:moveTo>
                  <a:cubicBezTo>
                    <a:pt x="181" y="123"/>
                    <a:pt x="187" y="123"/>
                    <a:pt x="194" y="123"/>
                  </a:cubicBezTo>
                  <a:cubicBezTo>
                    <a:pt x="184" y="96"/>
                    <a:pt x="181" y="64"/>
                    <a:pt x="162" y="45"/>
                  </a:cubicBezTo>
                  <a:cubicBezTo>
                    <a:pt x="154" y="71"/>
                    <a:pt x="143" y="95"/>
                    <a:pt x="137" y="123"/>
                  </a:cubicBezTo>
                  <a:cubicBezTo>
                    <a:pt x="143" y="123"/>
                    <a:pt x="149" y="123"/>
                    <a:pt x="156" y="123"/>
                  </a:cubicBezTo>
                  <a:cubicBezTo>
                    <a:pt x="156" y="113"/>
                    <a:pt x="159" y="106"/>
                    <a:pt x="168" y="105"/>
                  </a:cubicBezTo>
                  <a:cubicBezTo>
                    <a:pt x="173" y="107"/>
                    <a:pt x="173" y="114"/>
                    <a:pt x="173" y="123"/>
                  </a:cubicBezTo>
                  <a:close/>
                  <a:moveTo>
                    <a:pt x="253" y="300"/>
                  </a:moveTo>
                  <a:cubicBezTo>
                    <a:pt x="266" y="288"/>
                    <a:pt x="278" y="276"/>
                    <a:pt x="286" y="257"/>
                  </a:cubicBezTo>
                  <a:cubicBezTo>
                    <a:pt x="219" y="230"/>
                    <a:pt x="105" y="229"/>
                    <a:pt x="45" y="259"/>
                  </a:cubicBezTo>
                  <a:cubicBezTo>
                    <a:pt x="54" y="276"/>
                    <a:pt x="67" y="287"/>
                    <a:pt x="79" y="300"/>
                  </a:cubicBezTo>
                  <a:cubicBezTo>
                    <a:pt x="90" y="299"/>
                    <a:pt x="96" y="292"/>
                    <a:pt x="109" y="294"/>
                  </a:cubicBezTo>
                  <a:cubicBezTo>
                    <a:pt x="105" y="280"/>
                    <a:pt x="85" y="281"/>
                    <a:pt x="83" y="264"/>
                  </a:cubicBezTo>
                  <a:cubicBezTo>
                    <a:pt x="100" y="247"/>
                    <a:pt x="143" y="242"/>
                    <a:pt x="178" y="244"/>
                  </a:cubicBezTo>
                  <a:cubicBezTo>
                    <a:pt x="205" y="247"/>
                    <a:pt x="238" y="249"/>
                    <a:pt x="248" y="266"/>
                  </a:cubicBezTo>
                  <a:cubicBezTo>
                    <a:pt x="244" y="280"/>
                    <a:pt x="228" y="281"/>
                    <a:pt x="222" y="291"/>
                  </a:cubicBezTo>
                  <a:cubicBezTo>
                    <a:pt x="232" y="294"/>
                    <a:pt x="243" y="297"/>
                    <a:pt x="253" y="300"/>
                  </a:cubicBezTo>
                  <a:close/>
                  <a:moveTo>
                    <a:pt x="274" y="75"/>
                  </a:moveTo>
                  <a:cubicBezTo>
                    <a:pt x="287" y="88"/>
                    <a:pt x="307" y="110"/>
                    <a:pt x="302" y="133"/>
                  </a:cubicBezTo>
                  <a:cubicBezTo>
                    <a:pt x="283" y="125"/>
                    <a:pt x="278" y="100"/>
                    <a:pt x="264" y="85"/>
                  </a:cubicBezTo>
                  <a:cubicBezTo>
                    <a:pt x="244" y="64"/>
                    <a:pt x="217" y="57"/>
                    <a:pt x="187" y="47"/>
                  </a:cubicBezTo>
                  <a:cubicBezTo>
                    <a:pt x="192" y="75"/>
                    <a:pt x="204" y="94"/>
                    <a:pt x="210" y="121"/>
                  </a:cubicBezTo>
                  <a:cubicBezTo>
                    <a:pt x="252" y="134"/>
                    <a:pt x="201" y="145"/>
                    <a:pt x="175" y="139"/>
                  </a:cubicBezTo>
                  <a:cubicBezTo>
                    <a:pt x="171" y="147"/>
                    <a:pt x="175" y="162"/>
                    <a:pt x="173" y="173"/>
                  </a:cubicBezTo>
                  <a:cubicBezTo>
                    <a:pt x="187" y="177"/>
                    <a:pt x="210" y="168"/>
                    <a:pt x="225" y="175"/>
                  </a:cubicBezTo>
                  <a:cubicBezTo>
                    <a:pt x="225" y="202"/>
                    <a:pt x="197" y="185"/>
                    <a:pt x="173" y="188"/>
                  </a:cubicBezTo>
                  <a:cubicBezTo>
                    <a:pt x="173" y="202"/>
                    <a:pt x="175" y="215"/>
                    <a:pt x="166" y="219"/>
                  </a:cubicBezTo>
                  <a:cubicBezTo>
                    <a:pt x="220" y="223"/>
                    <a:pt x="271" y="226"/>
                    <a:pt x="305" y="250"/>
                  </a:cubicBezTo>
                  <a:cubicBezTo>
                    <a:pt x="297" y="277"/>
                    <a:pt x="278" y="302"/>
                    <a:pt x="256" y="318"/>
                  </a:cubicBezTo>
                  <a:cubicBezTo>
                    <a:pt x="239" y="330"/>
                    <a:pt x="215" y="342"/>
                    <a:pt x="192" y="338"/>
                  </a:cubicBezTo>
                  <a:cubicBezTo>
                    <a:pt x="192" y="315"/>
                    <a:pt x="222" y="325"/>
                    <a:pt x="232" y="312"/>
                  </a:cubicBezTo>
                  <a:cubicBezTo>
                    <a:pt x="220" y="305"/>
                    <a:pt x="201" y="305"/>
                    <a:pt x="183" y="304"/>
                  </a:cubicBezTo>
                  <a:cubicBezTo>
                    <a:pt x="182" y="311"/>
                    <a:pt x="187" y="335"/>
                    <a:pt x="181" y="343"/>
                  </a:cubicBezTo>
                  <a:cubicBezTo>
                    <a:pt x="166" y="349"/>
                    <a:pt x="129" y="347"/>
                    <a:pt x="132" y="334"/>
                  </a:cubicBezTo>
                  <a:cubicBezTo>
                    <a:pt x="134" y="323"/>
                    <a:pt x="154" y="330"/>
                    <a:pt x="168" y="330"/>
                  </a:cubicBezTo>
                  <a:cubicBezTo>
                    <a:pt x="168" y="321"/>
                    <a:pt x="168" y="311"/>
                    <a:pt x="166" y="304"/>
                  </a:cubicBezTo>
                  <a:cubicBezTo>
                    <a:pt x="140" y="302"/>
                    <a:pt x="120" y="306"/>
                    <a:pt x="100" y="311"/>
                  </a:cubicBezTo>
                  <a:cubicBezTo>
                    <a:pt x="105" y="321"/>
                    <a:pt x="129" y="318"/>
                    <a:pt x="123" y="334"/>
                  </a:cubicBezTo>
                  <a:cubicBezTo>
                    <a:pt x="76" y="330"/>
                    <a:pt x="44" y="294"/>
                    <a:pt x="25" y="252"/>
                  </a:cubicBezTo>
                  <a:cubicBezTo>
                    <a:pt x="57" y="228"/>
                    <a:pt x="109" y="224"/>
                    <a:pt x="161" y="221"/>
                  </a:cubicBezTo>
                  <a:cubicBezTo>
                    <a:pt x="161" y="216"/>
                    <a:pt x="155" y="204"/>
                    <a:pt x="157" y="191"/>
                  </a:cubicBezTo>
                  <a:cubicBezTo>
                    <a:pt x="142" y="182"/>
                    <a:pt x="111" y="200"/>
                    <a:pt x="104" y="182"/>
                  </a:cubicBezTo>
                  <a:cubicBezTo>
                    <a:pt x="109" y="164"/>
                    <a:pt x="139" y="178"/>
                    <a:pt x="156" y="173"/>
                  </a:cubicBezTo>
                  <a:cubicBezTo>
                    <a:pt x="160" y="166"/>
                    <a:pt x="156" y="151"/>
                    <a:pt x="157" y="140"/>
                  </a:cubicBezTo>
                  <a:cubicBezTo>
                    <a:pt x="138" y="133"/>
                    <a:pt x="113" y="151"/>
                    <a:pt x="104" y="132"/>
                  </a:cubicBezTo>
                  <a:cubicBezTo>
                    <a:pt x="105" y="124"/>
                    <a:pt x="112" y="123"/>
                    <a:pt x="121" y="123"/>
                  </a:cubicBezTo>
                  <a:cubicBezTo>
                    <a:pt x="124" y="95"/>
                    <a:pt x="137" y="76"/>
                    <a:pt x="144" y="51"/>
                  </a:cubicBezTo>
                  <a:cubicBezTo>
                    <a:pt x="88" y="54"/>
                    <a:pt x="52" y="94"/>
                    <a:pt x="34" y="143"/>
                  </a:cubicBezTo>
                  <a:cubicBezTo>
                    <a:pt x="52" y="142"/>
                    <a:pt x="83" y="124"/>
                    <a:pt x="95" y="140"/>
                  </a:cubicBezTo>
                  <a:cubicBezTo>
                    <a:pt x="83" y="162"/>
                    <a:pt x="34" y="142"/>
                    <a:pt x="28" y="173"/>
                  </a:cubicBezTo>
                  <a:cubicBezTo>
                    <a:pt x="41" y="177"/>
                    <a:pt x="79" y="152"/>
                    <a:pt x="95" y="171"/>
                  </a:cubicBezTo>
                  <a:cubicBezTo>
                    <a:pt x="83" y="192"/>
                    <a:pt x="30" y="172"/>
                    <a:pt x="28" y="204"/>
                  </a:cubicBezTo>
                  <a:cubicBezTo>
                    <a:pt x="43" y="206"/>
                    <a:pt x="76" y="183"/>
                    <a:pt x="91" y="201"/>
                  </a:cubicBezTo>
                  <a:cubicBezTo>
                    <a:pt x="84" y="220"/>
                    <a:pt x="45" y="207"/>
                    <a:pt x="33" y="221"/>
                  </a:cubicBezTo>
                  <a:cubicBezTo>
                    <a:pt x="30" y="225"/>
                    <a:pt x="35" y="238"/>
                    <a:pt x="28" y="239"/>
                  </a:cubicBezTo>
                  <a:cubicBezTo>
                    <a:pt x="16" y="237"/>
                    <a:pt x="13" y="223"/>
                    <a:pt x="12" y="213"/>
                  </a:cubicBezTo>
                  <a:cubicBezTo>
                    <a:pt x="0" y="105"/>
                    <a:pt x="69" y="44"/>
                    <a:pt x="150" y="29"/>
                  </a:cubicBezTo>
                  <a:cubicBezTo>
                    <a:pt x="155" y="9"/>
                    <a:pt x="176" y="0"/>
                    <a:pt x="177" y="29"/>
                  </a:cubicBezTo>
                  <a:cubicBezTo>
                    <a:pt x="214" y="35"/>
                    <a:pt x="250" y="51"/>
                    <a:pt x="274" y="75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5" name="Freeform 30">
              <a:extLst>
                <a:ext uri="{FF2B5EF4-FFF2-40B4-BE49-F238E27FC236}">
                  <a16:creationId xmlns:a16="http://schemas.microsoft.com/office/drawing/2014/main" id="{A579D0CD-B52B-5ECE-3128-0C4ECBF10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698" y="5542598"/>
              <a:ext cx="265112" cy="306388"/>
            </a:xfrm>
            <a:custGeom>
              <a:avLst/>
              <a:gdLst>
                <a:gd name="T0" fmla="*/ 100 w 102"/>
                <a:gd name="T1" fmla="*/ 5 h 118"/>
                <a:gd name="T2" fmla="*/ 89 w 102"/>
                <a:gd name="T3" fmla="*/ 13 h 118"/>
                <a:gd name="T4" fmla="*/ 86 w 102"/>
                <a:gd name="T5" fmla="*/ 83 h 118"/>
                <a:gd name="T6" fmla="*/ 21 w 102"/>
                <a:gd name="T7" fmla="*/ 99 h 118"/>
                <a:gd name="T8" fmla="*/ 12 w 102"/>
                <a:gd name="T9" fmla="*/ 16 h 118"/>
                <a:gd name="T10" fmla="*/ 0 w 102"/>
                <a:gd name="T11" fmla="*/ 8 h 118"/>
                <a:gd name="T12" fmla="*/ 42 w 102"/>
                <a:gd name="T13" fmla="*/ 5 h 118"/>
                <a:gd name="T14" fmla="*/ 30 w 102"/>
                <a:gd name="T15" fmla="*/ 13 h 118"/>
                <a:gd name="T16" fmla="*/ 48 w 102"/>
                <a:gd name="T17" fmla="*/ 99 h 118"/>
                <a:gd name="T18" fmla="*/ 74 w 102"/>
                <a:gd name="T19" fmla="*/ 13 h 118"/>
                <a:gd name="T20" fmla="*/ 61 w 102"/>
                <a:gd name="T21" fmla="*/ 8 h 118"/>
                <a:gd name="T22" fmla="*/ 100 w 102"/>
                <a:gd name="T23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" h="118">
                  <a:moveTo>
                    <a:pt x="100" y="5"/>
                  </a:moveTo>
                  <a:cubicBezTo>
                    <a:pt x="102" y="13"/>
                    <a:pt x="91" y="9"/>
                    <a:pt x="89" y="13"/>
                  </a:cubicBezTo>
                  <a:cubicBezTo>
                    <a:pt x="78" y="33"/>
                    <a:pt x="91" y="61"/>
                    <a:pt x="86" y="83"/>
                  </a:cubicBezTo>
                  <a:cubicBezTo>
                    <a:pt x="80" y="107"/>
                    <a:pt x="39" y="118"/>
                    <a:pt x="21" y="99"/>
                  </a:cubicBezTo>
                  <a:cubicBezTo>
                    <a:pt x="1" y="80"/>
                    <a:pt x="23" y="45"/>
                    <a:pt x="12" y="16"/>
                  </a:cubicBezTo>
                  <a:cubicBezTo>
                    <a:pt x="11" y="9"/>
                    <a:pt x="3" y="12"/>
                    <a:pt x="0" y="8"/>
                  </a:cubicBezTo>
                  <a:cubicBezTo>
                    <a:pt x="8" y="0"/>
                    <a:pt x="33" y="4"/>
                    <a:pt x="42" y="5"/>
                  </a:cubicBezTo>
                  <a:cubicBezTo>
                    <a:pt x="43" y="13"/>
                    <a:pt x="32" y="9"/>
                    <a:pt x="30" y="13"/>
                  </a:cubicBezTo>
                  <a:cubicBezTo>
                    <a:pt x="28" y="43"/>
                    <a:pt x="20" y="95"/>
                    <a:pt x="48" y="99"/>
                  </a:cubicBezTo>
                  <a:cubicBezTo>
                    <a:pt x="83" y="105"/>
                    <a:pt x="85" y="48"/>
                    <a:pt x="74" y="13"/>
                  </a:cubicBezTo>
                  <a:cubicBezTo>
                    <a:pt x="71" y="9"/>
                    <a:pt x="61" y="13"/>
                    <a:pt x="61" y="8"/>
                  </a:cubicBezTo>
                  <a:cubicBezTo>
                    <a:pt x="67" y="0"/>
                    <a:pt x="92" y="4"/>
                    <a:pt x="100" y="5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6" name="Freeform 31">
              <a:extLst>
                <a:ext uri="{FF2B5EF4-FFF2-40B4-BE49-F238E27FC236}">
                  <a16:creationId xmlns:a16="http://schemas.microsoft.com/office/drawing/2014/main" id="{18784BCF-A725-3ABD-F6A0-0E2C99305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685" y="4912360"/>
              <a:ext cx="98425" cy="196850"/>
            </a:xfrm>
            <a:custGeom>
              <a:avLst/>
              <a:gdLst>
                <a:gd name="T0" fmla="*/ 27 w 38"/>
                <a:gd name="T1" fmla="*/ 12 h 76"/>
                <a:gd name="T2" fmla="*/ 11 w 38"/>
                <a:gd name="T3" fmla="*/ 65 h 76"/>
                <a:gd name="T4" fmla="*/ 27 w 38"/>
                <a:gd name="T5" fmla="*/ 1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6">
                  <a:moveTo>
                    <a:pt x="27" y="12"/>
                  </a:moveTo>
                  <a:cubicBezTo>
                    <a:pt x="35" y="26"/>
                    <a:pt x="38" y="76"/>
                    <a:pt x="11" y="65"/>
                  </a:cubicBezTo>
                  <a:cubicBezTo>
                    <a:pt x="2" y="51"/>
                    <a:pt x="0" y="0"/>
                    <a:pt x="27" y="12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7" name="Freeform 32">
              <a:extLst>
                <a:ext uri="{FF2B5EF4-FFF2-40B4-BE49-F238E27FC236}">
                  <a16:creationId xmlns:a16="http://schemas.microsoft.com/office/drawing/2014/main" id="{150DEFEC-500E-F1BC-CF2B-BDACE97E1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235" y="4909185"/>
              <a:ext cx="98425" cy="127000"/>
            </a:xfrm>
            <a:custGeom>
              <a:avLst/>
              <a:gdLst>
                <a:gd name="T0" fmla="*/ 32 w 38"/>
                <a:gd name="T1" fmla="*/ 13 h 49"/>
                <a:gd name="T2" fmla="*/ 30 w 38"/>
                <a:gd name="T3" fmla="*/ 42 h 49"/>
                <a:gd name="T4" fmla="*/ 32 w 38"/>
                <a:gd name="T5" fmla="*/ 1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49">
                  <a:moveTo>
                    <a:pt x="32" y="13"/>
                  </a:moveTo>
                  <a:cubicBezTo>
                    <a:pt x="38" y="23"/>
                    <a:pt x="38" y="34"/>
                    <a:pt x="30" y="42"/>
                  </a:cubicBezTo>
                  <a:cubicBezTo>
                    <a:pt x="0" y="49"/>
                    <a:pt x="7" y="0"/>
                    <a:pt x="32" y="13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8" name="Freeform 33">
              <a:extLst>
                <a:ext uri="{FF2B5EF4-FFF2-40B4-BE49-F238E27FC236}">
                  <a16:creationId xmlns:a16="http://schemas.microsoft.com/office/drawing/2014/main" id="{22F2B0CB-454C-0A2C-E4D1-9FE8FE5A7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735" y="5240973"/>
              <a:ext cx="273050" cy="349250"/>
            </a:xfrm>
            <a:custGeom>
              <a:avLst/>
              <a:gdLst>
                <a:gd name="T0" fmla="*/ 96 w 105"/>
                <a:gd name="T1" fmla="*/ 51 h 134"/>
                <a:gd name="T2" fmla="*/ 105 w 105"/>
                <a:gd name="T3" fmla="*/ 51 h 134"/>
                <a:gd name="T4" fmla="*/ 85 w 105"/>
                <a:gd name="T5" fmla="*/ 81 h 134"/>
                <a:gd name="T6" fmla="*/ 73 w 105"/>
                <a:gd name="T7" fmla="*/ 33 h 134"/>
                <a:gd name="T8" fmla="*/ 15 w 105"/>
                <a:gd name="T9" fmla="*/ 81 h 134"/>
                <a:gd name="T10" fmla="*/ 60 w 105"/>
                <a:gd name="T11" fmla="*/ 97 h 134"/>
                <a:gd name="T12" fmla="*/ 51 w 105"/>
                <a:gd name="T13" fmla="*/ 81 h 134"/>
                <a:gd name="T14" fmla="*/ 87 w 105"/>
                <a:gd name="T15" fmla="*/ 107 h 134"/>
                <a:gd name="T16" fmla="*/ 76 w 105"/>
                <a:gd name="T17" fmla="*/ 106 h 134"/>
                <a:gd name="T18" fmla="*/ 56 w 105"/>
                <a:gd name="T19" fmla="*/ 132 h 134"/>
                <a:gd name="T20" fmla="*/ 1 w 105"/>
                <a:gd name="T21" fmla="*/ 77 h 134"/>
                <a:gd name="T22" fmla="*/ 96 w 105"/>
                <a:gd name="T23" fmla="*/ 5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5" h="134">
                  <a:moveTo>
                    <a:pt x="96" y="51"/>
                  </a:moveTo>
                  <a:cubicBezTo>
                    <a:pt x="100" y="51"/>
                    <a:pt x="101" y="47"/>
                    <a:pt x="105" y="51"/>
                  </a:cubicBezTo>
                  <a:cubicBezTo>
                    <a:pt x="104" y="59"/>
                    <a:pt x="95" y="75"/>
                    <a:pt x="85" y="81"/>
                  </a:cubicBezTo>
                  <a:cubicBezTo>
                    <a:pt x="88" y="64"/>
                    <a:pt x="89" y="39"/>
                    <a:pt x="73" y="33"/>
                  </a:cubicBezTo>
                  <a:cubicBezTo>
                    <a:pt x="51" y="23"/>
                    <a:pt x="17" y="52"/>
                    <a:pt x="15" y="81"/>
                  </a:cubicBezTo>
                  <a:cubicBezTo>
                    <a:pt x="12" y="114"/>
                    <a:pt x="51" y="134"/>
                    <a:pt x="60" y="97"/>
                  </a:cubicBezTo>
                  <a:cubicBezTo>
                    <a:pt x="60" y="88"/>
                    <a:pt x="49" y="91"/>
                    <a:pt x="51" y="81"/>
                  </a:cubicBezTo>
                  <a:cubicBezTo>
                    <a:pt x="63" y="88"/>
                    <a:pt x="78" y="95"/>
                    <a:pt x="87" y="107"/>
                  </a:cubicBezTo>
                  <a:cubicBezTo>
                    <a:pt x="83" y="113"/>
                    <a:pt x="81" y="105"/>
                    <a:pt x="76" y="106"/>
                  </a:cubicBezTo>
                  <a:cubicBezTo>
                    <a:pt x="66" y="111"/>
                    <a:pt x="62" y="123"/>
                    <a:pt x="56" y="132"/>
                  </a:cubicBezTo>
                  <a:cubicBezTo>
                    <a:pt x="27" y="124"/>
                    <a:pt x="1" y="110"/>
                    <a:pt x="1" y="77"/>
                  </a:cubicBezTo>
                  <a:cubicBezTo>
                    <a:pt x="0" y="25"/>
                    <a:pt x="73" y="0"/>
                    <a:pt x="96" y="51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9" name="Freeform 34">
              <a:extLst>
                <a:ext uri="{FF2B5EF4-FFF2-40B4-BE49-F238E27FC236}">
                  <a16:creationId xmlns:a16="http://schemas.microsoft.com/office/drawing/2014/main" id="{34988525-1D85-232C-6F51-5C9F440F58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15148" y="2423160"/>
              <a:ext cx="771525" cy="731838"/>
            </a:xfrm>
            <a:custGeom>
              <a:avLst/>
              <a:gdLst>
                <a:gd name="T0" fmla="*/ 26 w 297"/>
                <a:gd name="T1" fmla="*/ 174 h 282"/>
                <a:gd name="T2" fmla="*/ 40 w 297"/>
                <a:gd name="T3" fmla="*/ 158 h 282"/>
                <a:gd name="T4" fmla="*/ 24 w 297"/>
                <a:gd name="T5" fmla="*/ 158 h 282"/>
                <a:gd name="T6" fmla="*/ 73 w 297"/>
                <a:gd name="T7" fmla="*/ 171 h 282"/>
                <a:gd name="T8" fmla="*/ 35 w 297"/>
                <a:gd name="T9" fmla="*/ 234 h 282"/>
                <a:gd name="T10" fmla="*/ 53 w 297"/>
                <a:gd name="T11" fmla="*/ 180 h 282"/>
                <a:gd name="T12" fmla="*/ 80 w 297"/>
                <a:gd name="T13" fmla="*/ 127 h 282"/>
                <a:gd name="T14" fmla="*/ 59 w 297"/>
                <a:gd name="T15" fmla="*/ 141 h 282"/>
                <a:gd name="T16" fmla="*/ 101 w 297"/>
                <a:gd name="T17" fmla="*/ 136 h 282"/>
                <a:gd name="T18" fmla="*/ 101 w 297"/>
                <a:gd name="T19" fmla="*/ 136 h 282"/>
                <a:gd name="T20" fmla="*/ 126 w 297"/>
                <a:gd name="T21" fmla="*/ 139 h 282"/>
                <a:gd name="T22" fmla="*/ 134 w 297"/>
                <a:gd name="T23" fmla="*/ 161 h 282"/>
                <a:gd name="T24" fmla="*/ 134 w 297"/>
                <a:gd name="T25" fmla="*/ 161 h 282"/>
                <a:gd name="T26" fmla="*/ 151 w 297"/>
                <a:gd name="T27" fmla="*/ 27 h 282"/>
                <a:gd name="T28" fmla="*/ 157 w 297"/>
                <a:gd name="T29" fmla="*/ 239 h 282"/>
                <a:gd name="T30" fmla="*/ 163 w 297"/>
                <a:gd name="T31" fmla="*/ 200 h 282"/>
                <a:gd name="T32" fmla="*/ 139 w 297"/>
                <a:gd name="T33" fmla="*/ 218 h 282"/>
                <a:gd name="T34" fmla="*/ 156 w 297"/>
                <a:gd name="T35" fmla="*/ 227 h 282"/>
                <a:gd name="T36" fmla="*/ 173 w 297"/>
                <a:gd name="T37" fmla="*/ 39 h 282"/>
                <a:gd name="T38" fmla="*/ 173 w 297"/>
                <a:gd name="T39" fmla="*/ 39 h 282"/>
                <a:gd name="T40" fmla="*/ 173 w 297"/>
                <a:gd name="T41" fmla="*/ 58 h 282"/>
                <a:gd name="T42" fmla="*/ 157 w 297"/>
                <a:gd name="T43" fmla="*/ 191 h 282"/>
                <a:gd name="T44" fmla="*/ 143 w 297"/>
                <a:gd name="T45" fmla="*/ 186 h 282"/>
                <a:gd name="T46" fmla="*/ 157 w 297"/>
                <a:gd name="T47" fmla="*/ 191 h 282"/>
                <a:gd name="T48" fmla="*/ 186 w 297"/>
                <a:gd name="T49" fmla="*/ 127 h 282"/>
                <a:gd name="T50" fmla="*/ 202 w 297"/>
                <a:gd name="T51" fmla="*/ 119 h 282"/>
                <a:gd name="T52" fmla="*/ 198 w 297"/>
                <a:gd name="T53" fmla="*/ 67 h 282"/>
                <a:gd name="T54" fmla="*/ 189 w 297"/>
                <a:gd name="T55" fmla="*/ 72 h 282"/>
                <a:gd name="T56" fmla="*/ 209 w 297"/>
                <a:gd name="T57" fmla="*/ 66 h 282"/>
                <a:gd name="T58" fmla="*/ 211 w 297"/>
                <a:gd name="T59" fmla="*/ 72 h 282"/>
                <a:gd name="T60" fmla="*/ 217 w 297"/>
                <a:gd name="T61" fmla="*/ 139 h 282"/>
                <a:gd name="T62" fmla="*/ 201 w 297"/>
                <a:gd name="T63" fmla="*/ 150 h 282"/>
                <a:gd name="T64" fmla="*/ 192 w 297"/>
                <a:gd name="T65" fmla="*/ 166 h 282"/>
                <a:gd name="T66" fmla="*/ 227 w 297"/>
                <a:gd name="T67" fmla="*/ 67 h 282"/>
                <a:gd name="T68" fmla="*/ 235 w 297"/>
                <a:gd name="T69" fmla="*/ 115 h 282"/>
                <a:gd name="T70" fmla="*/ 184 w 297"/>
                <a:gd name="T71" fmla="*/ 91 h 282"/>
                <a:gd name="T72" fmla="*/ 173 w 297"/>
                <a:gd name="T73" fmla="*/ 84 h 282"/>
                <a:gd name="T74" fmla="*/ 154 w 297"/>
                <a:gd name="T75" fmla="*/ 136 h 282"/>
                <a:gd name="T76" fmla="*/ 206 w 297"/>
                <a:gd name="T77" fmla="*/ 109 h 282"/>
                <a:gd name="T78" fmla="*/ 217 w 297"/>
                <a:gd name="T79" fmla="*/ 96 h 282"/>
                <a:gd name="T80" fmla="*/ 235 w 297"/>
                <a:gd name="T81" fmla="*/ 115 h 282"/>
                <a:gd name="T82" fmla="*/ 251 w 297"/>
                <a:gd name="T83" fmla="*/ 106 h 282"/>
                <a:gd name="T84" fmla="*/ 249 w 297"/>
                <a:gd name="T85" fmla="*/ 119 h 282"/>
                <a:gd name="T86" fmla="*/ 263 w 297"/>
                <a:gd name="T87" fmla="*/ 261 h 282"/>
                <a:gd name="T88" fmla="*/ 185 w 297"/>
                <a:gd name="T89" fmla="*/ 225 h 282"/>
                <a:gd name="T90" fmla="*/ 131 w 297"/>
                <a:gd name="T91" fmla="*/ 267 h 282"/>
                <a:gd name="T92" fmla="*/ 62 w 297"/>
                <a:gd name="T93" fmla="*/ 218 h 282"/>
                <a:gd name="T94" fmla="*/ 10 w 297"/>
                <a:gd name="T95" fmla="*/ 256 h 282"/>
                <a:gd name="T96" fmla="*/ 97 w 297"/>
                <a:gd name="T97" fmla="*/ 113 h 282"/>
                <a:gd name="T98" fmla="*/ 134 w 297"/>
                <a:gd name="T99" fmla="*/ 82 h 282"/>
                <a:gd name="T100" fmla="*/ 207 w 297"/>
                <a:gd name="T101" fmla="*/ 8 h 282"/>
                <a:gd name="T102" fmla="*/ 234 w 297"/>
                <a:gd name="T103" fmla="*/ 27 h 282"/>
                <a:gd name="T104" fmla="*/ 263 w 297"/>
                <a:gd name="T105" fmla="*/ 184 h 282"/>
                <a:gd name="T106" fmla="*/ 290 w 297"/>
                <a:gd name="T107" fmla="*/ 23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7" h="282">
                  <a:moveTo>
                    <a:pt x="24" y="186"/>
                  </a:moveTo>
                  <a:cubicBezTo>
                    <a:pt x="30" y="187"/>
                    <a:pt x="32" y="172"/>
                    <a:pt x="26" y="174"/>
                  </a:cubicBezTo>
                  <a:cubicBezTo>
                    <a:pt x="22" y="175"/>
                    <a:pt x="21" y="182"/>
                    <a:pt x="24" y="186"/>
                  </a:cubicBezTo>
                  <a:close/>
                  <a:moveTo>
                    <a:pt x="40" y="158"/>
                  </a:moveTo>
                  <a:cubicBezTo>
                    <a:pt x="40" y="155"/>
                    <a:pt x="37" y="152"/>
                    <a:pt x="38" y="147"/>
                  </a:cubicBezTo>
                  <a:cubicBezTo>
                    <a:pt x="30" y="147"/>
                    <a:pt x="24" y="151"/>
                    <a:pt x="24" y="158"/>
                  </a:cubicBezTo>
                  <a:cubicBezTo>
                    <a:pt x="32" y="160"/>
                    <a:pt x="31" y="160"/>
                    <a:pt x="40" y="158"/>
                  </a:cubicBezTo>
                  <a:close/>
                  <a:moveTo>
                    <a:pt x="73" y="171"/>
                  </a:moveTo>
                  <a:cubicBezTo>
                    <a:pt x="64" y="166"/>
                    <a:pt x="59" y="180"/>
                    <a:pt x="52" y="171"/>
                  </a:cubicBezTo>
                  <a:cubicBezTo>
                    <a:pt x="51" y="195"/>
                    <a:pt x="0" y="214"/>
                    <a:pt x="35" y="234"/>
                  </a:cubicBezTo>
                  <a:cubicBezTo>
                    <a:pt x="41" y="225"/>
                    <a:pt x="30" y="220"/>
                    <a:pt x="29" y="213"/>
                  </a:cubicBezTo>
                  <a:cubicBezTo>
                    <a:pt x="42" y="205"/>
                    <a:pt x="52" y="194"/>
                    <a:pt x="53" y="180"/>
                  </a:cubicBezTo>
                  <a:cubicBezTo>
                    <a:pt x="59" y="180"/>
                    <a:pt x="70" y="184"/>
                    <a:pt x="73" y="171"/>
                  </a:cubicBezTo>
                  <a:close/>
                  <a:moveTo>
                    <a:pt x="80" y="127"/>
                  </a:moveTo>
                  <a:cubicBezTo>
                    <a:pt x="70" y="120"/>
                    <a:pt x="55" y="125"/>
                    <a:pt x="52" y="136"/>
                  </a:cubicBezTo>
                  <a:cubicBezTo>
                    <a:pt x="57" y="134"/>
                    <a:pt x="54" y="142"/>
                    <a:pt x="59" y="141"/>
                  </a:cubicBezTo>
                  <a:cubicBezTo>
                    <a:pt x="66" y="137"/>
                    <a:pt x="76" y="136"/>
                    <a:pt x="80" y="127"/>
                  </a:cubicBezTo>
                  <a:close/>
                  <a:moveTo>
                    <a:pt x="101" y="136"/>
                  </a:moveTo>
                  <a:cubicBezTo>
                    <a:pt x="104" y="131"/>
                    <a:pt x="104" y="123"/>
                    <a:pt x="95" y="123"/>
                  </a:cubicBezTo>
                  <a:cubicBezTo>
                    <a:pt x="95" y="131"/>
                    <a:pt x="96" y="134"/>
                    <a:pt x="101" y="136"/>
                  </a:cubicBezTo>
                  <a:close/>
                  <a:moveTo>
                    <a:pt x="131" y="150"/>
                  </a:moveTo>
                  <a:cubicBezTo>
                    <a:pt x="131" y="144"/>
                    <a:pt x="131" y="139"/>
                    <a:pt x="126" y="139"/>
                  </a:cubicBezTo>
                  <a:cubicBezTo>
                    <a:pt x="124" y="144"/>
                    <a:pt x="124" y="151"/>
                    <a:pt x="131" y="150"/>
                  </a:cubicBezTo>
                  <a:close/>
                  <a:moveTo>
                    <a:pt x="134" y="161"/>
                  </a:moveTo>
                  <a:cubicBezTo>
                    <a:pt x="137" y="163"/>
                    <a:pt x="151" y="165"/>
                    <a:pt x="151" y="157"/>
                  </a:cubicBezTo>
                  <a:cubicBezTo>
                    <a:pt x="147" y="151"/>
                    <a:pt x="134" y="153"/>
                    <a:pt x="134" y="161"/>
                  </a:cubicBezTo>
                  <a:close/>
                  <a:moveTo>
                    <a:pt x="151" y="37"/>
                  </a:moveTo>
                  <a:cubicBezTo>
                    <a:pt x="152" y="36"/>
                    <a:pt x="158" y="25"/>
                    <a:pt x="151" y="27"/>
                  </a:cubicBezTo>
                  <a:cubicBezTo>
                    <a:pt x="148" y="28"/>
                    <a:pt x="142" y="37"/>
                    <a:pt x="151" y="37"/>
                  </a:cubicBezTo>
                  <a:close/>
                  <a:moveTo>
                    <a:pt x="157" y="239"/>
                  </a:moveTo>
                  <a:cubicBezTo>
                    <a:pt x="163" y="247"/>
                    <a:pt x="176" y="249"/>
                    <a:pt x="185" y="243"/>
                  </a:cubicBezTo>
                  <a:cubicBezTo>
                    <a:pt x="170" y="237"/>
                    <a:pt x="168" y="218"/>
                    <a:pt x="163" y="200"/>
                  </a:cubicBezTo>
                  <a:cubicBezTo>
                    <a:pt x="158" y="208"/>
                    <a:pt x="165" y="212"/>
                    <a:pt x="159" y="217"/>
                  </a:cubicBezTo>
                  <a:cubicBezTo>
                    <a:pt x="151" y="209"/>
                    <a:pt x="146" y="224"/>
                    <a:pt x="139" y="218"/>
                  </a:cubicBezTo>
                  <a:cubicBezTo>
                    <a:pt x="142" y="225"/>
                    <a:pt x="145" y="234"/>
                    <a:pt x="143" y="247"/>
                  </a:cubicBezTo>
                  <a:cubicBezTo>
                    <a:pt x="154" y="247"/>
                    <a:pt x="143" y="225"/>
                    <a:pt x="156" y="227"/>
                  </a:cubicBezTo>
                  <a:cubicBezTo>
                    <a:pt x="158" y="229"/>
                    <a:pt x="157" y="234"/>
                    <a:pt x="157" y="239"/>
                  </a:cubicBezTo>
                  <a:close/>
                  <a:moveTo>
                    <a:pt x="173" y="39"/>
                  </a:moveTo>
                  <a:cubicBezTo>
                    <a:pt x="181" y="37"/>
                    <a:pt x="187" y="25"/>
                    <a:pt x="178" y="20"/>
                  </a:cubicBezTo>
                  <a:cubicBezTo>
                    <a:pt x="176" y="28"/>
                    <a:pt x="174" y="32"/>
                    <a:pt x="173" y="39"/>
                  </a:cubicBezTo>
                  <a:close/>
                  <a:moveTo>
                    <a:pt x="202" y="28"/>
                  </a:moveTo>
                  <a:cubicBezTo>
                    <a:pt x="190" y="36"/>
                    <a:pt x="178" y="43"/>
                    <a:pt x="173" y="58"/>
                  </a:cubicBezTo>
                  <a:cubicBezTo>
                    <a:pt x="187" y="53"/>
                    <a:pt x="197" y="42"/>
                    <a:pt x="202" y="28"/>
                  </a:cubicBezTo>
                  <a:close/>
                  <a:moveTo>
                    <a:pt x="157" y="191"/>
                  </a:moveTo>
                  <a:cubicBezTo>
                    <a:pt x="168" y="186"/>
                    <a:pt x="196" y="181"/>
                    <a:pt x="189" y="170"/>
                  </a:cubicBezTo>
                  <a:cubicBezTo>
                    <a:pt x="175" y="177"/>
                    <a:pt x="163" y="182"/>
                    <a:pt x="143" y="186"/>
                  </a:cubicBezTo>
                  <a:cubicBezTo>
                    <a:pt x="143" y="193"/>
                    <a:pt x="142" y="200"/>
                    <a:pt x="145" y="204"/>
                  </a:cubicBezTo>
                  <a:cubicBezTo>
                    <a:pt x="154" y="205"/>
                    <a:pt x="153" y="195"/>
                    <a:pt x="157" y="191"/>
                  </a:cubicBezTo>
                  <a:close/>
                  <a:moveTo>
                    <a:pt x="202" y="119"/>
                  </a:moveTo>
                  <a:cubicBezTo>
                    <a:pt x="196" y="117"/>
                    <a:pt x="187" y="119"/>
                    <a:pt x="186" y="127"/>
                  </a:cubicBezTo>
                  <a:cubicBezTo>
                    <a:pt x="192" y="125"/>
                    <a:pt x="191" y="133"/>
                    <a:pt x="197" y="132"/>
                  </a:cubicBezTo>
                  <a:cubicBezTo>
                    <a:pt x="197" y="125"/>
                    <a:pt x="202" y="125"/>
                    <a:pt x="202" y="119"/>
                  </a:cubicBezTo>
                  <a:close/>
                  <a:moveTo>
                    <a:pt x="189" y="72"/>
                  </a:moveTo>
                  <a:cubicBezTo>
                    <a:pt x="194" y="72"/>
                    <a:pt x="198" y="74"/>
                    <a:pt x="198" y="67"/>
                  </a:cubicBezTo>
                  <a:cubicBezTo>
                    <a:pt x="197" y="66"/>
                    <a:pt x="195" y="66"/>
                    <a:pt x="189" y="66"/>
                  </a:cubicBezTo>
                  <a:cubicBezTo>
                    <a:pt x="189" y="69"/>
                    <a:pt x="189" y="71"/>
                    <a:pt x="189" y="72"/>
                  </a:cubicBezTo>
                  <a:close/>
                  <a:moveTo>
                    <a:pt x="211" y="72"/>
                  </a:moveTo>
                  <a:cubicBezTo>
                    <a:pt x="212" y="70"/>
                    <a:pt x="209" y="69"/>
                    <a:pt x="209" y="66"/>
                  </a:cubicBezTo>
                  <a:cubicBezTo>
                    <a:pt x="206" y="65"/>
                    <a:pt x="202" y="66"/>
                    <a:pt x="201" y="67"/>
                  </a:cubicBezTo>
                  <a:cubicBezTo>
                    <a:pt x="200" y="74"/>
                    <a:pt x="208" y="75"/>
                    <a:pt x="211" y="72"/>
                  </a:cubicBezTo>
                  <a:close/>
                  <a:moveTo>
                    <a:pt x="192" y="166"/>
                  </a:moveTo>
                  <a:cubicBezTo>
                    <a:pt x="202" y="160"/>
                    <a:pt x="219" y="160"/>
                    <a:pt x="217" y="139"/>
                  </a:cubicBezTo>
                  <a:cubicBezTo>
                    <a:pt x="208" y="139"/>
                    <a:pt x="201" y="139"/>
                    <a:pt x="196" y="137"/>
                  </a:cubicBezTo>
                  <a:cubicBezTo>
                    <a:pt x="195" y="144"/>
                    <a:pt x="200" y="144"/>
                    <a:pt x="201" y="150"/>
                  </a:cubicBezTo>
                  <a:cubicBezTo>
                    <a:pt x="195" y="156"/>
                    <a:pt x="191" y="148"/>
                    <a:pt x="185" y="148"/>
                  </a:cubicBezTo>
                  <a:cubicBezTo>
                    <a:pt x="186" y="156"/>
                    <a:pt x="195" y="155"/>
                    <a:pt x="192" y="166"/>
                  </a:cubicBezTo>
                  <a:close/>
                  <a:moveTo>
                    <a:pt x="238" y="80"/>
                  </a:moveTo>
                  <a:cubicBezTo>
                    <a:pt x="238" y="72"/>
                    <a:pt x="234" y="62"/>
                    <a:pt x="227" y="67"/>
                  </a:cubicBezTo>
                  <a:cubicBezTo>
                    <a:pt x="227" y="76"/>
                    <a:pt x="233" y="77"/>
                    <a:pt x="238" y="80"/>
                  </a:cubicBezTo>
                  <a:close/>
                  <a:moveTo>
                    <a:pt x="235" y="115"/>
                  </a:moveTo>
                  <a:cubicBezTo>
                    <a:pt x="239" y="110"/>
                    <a:pt x="240" y="104"/>
                    <a:pt x="239" y="94"/>
                  </a:cubicBezTo>
                  <a:cubicBezTo>
                    <a:pt x="228" y="79"/>
                    <a:pt x="200" y="84"/>
                    <a:pt x="184" y="91"/>
                  </a:cubicBezTo>
                  <a:cubicBezTo>
                    <a:pt x="180" y="81"/>
                    <a:pt x="167" y="69"/>
                    <a:pt x="164" y="87"/>
                  </a:cubicBezTo>
                  <a:cubicBezTo>
                    <a:pt x="169" y="87"/>
                    <a:pt x="169" y="85"/>
                    <a:pt x="173" y="84"/>
                  </a:cubicBezTo>
                  <a:cubicBezTo>
                    <a:pt x="176" y="90"/>
                    <a:pt x="180" y="96"/>
                    <a:pt x="189" y="98"/>
                  </a:cubicBezTo>
                  <a:cubicBezTo>
                    <a:pt x="180" y="106"/>
                    <a:pt x="132" y="122"/>
                    <a:pt x="154" y="136"/>
                  </a:cubicBezTo>
                  <a:cubicBezTo>
                    <a:pt x="156" y="122"/>
                    <a:pt x="167" y="115"/>
                    <a:pt x="181" y="118"/>
                  </a:cubicBezTo>
                  <a:cubicBezTo>
                    <a:pt x="187" y="109"/>
                    <a:pt x="192" y="106"/>
                    <a:pt x="206" y="109"/>
                  </a:cubicBezTo>
                  <a:cubicBezTo>
                    <a:pt x="211" y="112"/>
                    <a:pt x="208" y="123"/>
                    <a:pt x="217" y="123"/>
                  </a:cubicBezTo>
                  <a:cubicBezTo>
                    <a:pt x="220" y="113"/>
                    <a:pt x="218" y="106"/>
                    <a:pt x="217" y="96"/>
                  </a:cubicBezTo>
                  <a:cubicBezTo>
                    <a:pt x="218" y="95"/>
                    <a:pt x="219" y="94"/>
                    <a:pt x="223" y="94"/>
                  </a:cubicBezTo>
                  <a:cubicBezTo>
                    <a:pt x="230" y="99"/>
                    <a:pt x="227" y="113"/>
                    <a:pt x="235" y="115"/>
                  </a:cubicBezTo>
                  <a:close/>
                  <a:moveTo>
                    <a:pt x="249" y="119"/>
                  </a:moveTo>
                  <a:cubicBezTo>
                    <a:pt x="253" y="115"/>
                    <a:pt x="252" y="114"/>
                    <a:pt x="251" y="106"/>
                  </a:cubicBezTo>
                  <a:cubicBezTo>
                    <a:pt x="249" y="106"/>
                    <a:pt x="247" y="106"/>
                    <a:pt x="246" y="106"/>
                  </a:cubicBezTo>
                  <a:cubicBezTo>
                    <a:pt x="246" y="112"/>
                    <a:pt x="244" y="119"/>
                    <a:pt x="249" y="119"/>
                  </a:cubicBezTo>
                  <a:close/>
                  <a:moveTo>
                    <a:pt x="290" y="233"/>
                  </a:moveTo>
                  <a:cubicBezTo>
                    <a:pt x="297" y="251"/>
                    <a:pt x="272" y="261"/>
                    <a:pt x="263" y="261"/>
                  </a:cubicBezTo>
                  <a:cubicBezTo>
                    <a:pt x="235" y="262"/>
                    <a:pt x="235" y="227"/>
                    <a:pt x="219" y="217"/>
                  </a:cubicBezTo>
                  <a:cubicBezTo>
                    <a:pt x="206" y="218"/>
                    <a:pt x="190" y="215"/>
                    <a:pt x="185" y="225"/>
                  </a:cubicBezTo>
                  <a:cubicBezTo>
                    <a:pt x="187" y="239"/>
                    <a:pt x="203" y="232"/>
                    <a:pt x="206" y="243"/>
                  </a:cubicBezTo>
                  <a:cubicBezTo>
                    <a:pt x="211" y="266"/>
                    <a:pt x="157" y="273"/>
                    <a:pt x="131" y="267"/>
                  </a:cubicBezTo>
                  <a:cubicBezTo>
                    <a:pt x="113" y="262"/>
                    <a:pt x="104" y="241"/>
                    <a:pt x="98" y="224"/>
                  </a:cubicBezTo>
                  <a:cubicBezTo>
                    <a:pt x="85" y="224"/>
                    <a:pt x="75" y="213"/>
                    <a:pt x="62" y="218"/>
                  </a:cubicBezTo>
                  <a:cubicBezTo>
                    <a:pt x="60" y="232"/>
                    <a:pt x="73" y="233"/>
                    <a:pt x="74" y="247"/>
                  </a:cubicBezTo>
                  <a:cubicBezTo>
                    <a:pt x="77" y="282"/>
                    <a:pt x="35" y="266"/>
                    <a:pt x="10" y="256"/>
                  </a:cubicBezTo>
                  <a:cubicBezTo>
                    <a:pt x="24" y="218"/>
                    <a:pt x="2" y="167"/>
                    <a:pt x="20" y="137"/>
                  </a:cubicBezTo>
                  <a:cubicBezTo>
                    <a:pt x="32" y="118"/>
                    <a:pt x="64" y="108"/>
                    <a:pt x="97" y="113"/>
                  </a:cubicBezTo>
                  <a:cubicBezTo>
                    <a:pt x="107" y="114"/>
                    <a:pt x="136" y="127"/>
                    <a:pt x="145" y="110"/>
                  </a:cubicBezTo>
                  <a:cubicBezTo>
                    <a:pt x="145" y="98"/>
                    <a:pt x="139" y="90"/>
                    <a:pt x="134" y="82"/>
                  </a:cubicBezTo>
                  <a:cubicBezTo>
                    <a:pt x="137" y="63"/>
                    <a:pt x="131" y="50"/>
                    <a:pt x="135" y="36"/>
                  </a:cubicBezTo>
                  <a:cubicBezTo>
                    <a:pt x="143" y="0"/>
                    <a:pt x="173" y="3"/>
                    <a:pt x="207" y="8"/>
                  </a:cubicBezTo>
                  <a:cubicBezTo>
                    <a:pt x="213" y="6"/>
                    <a:pt x="211" y="14"/>
                    <a:pt x="211" y="18"/>
                  </a:cubicBezTo>
                  <a:cubicBezTo>
                    <a:pt x="216" y="18"/>
                    <a:pt x="228" y="22"/>
                    <a:pt x="234" y="27"/>
                  </a:cubicBezTo>
                  <a:cubicBezTo>
                    <a:pt x="224" y="61"/>
                    <a:pt x="251" y="79"/>
                    <a:pt x="269" y="96"/>
                  </a:cubicBezTo>
                  <a:cubicBezTo>
                    <a:pt x="282" y="123"/>
                    <a:pt x="285" y="167"/>
                    <a:pt x="263" y="184"/>
                  </a:cubicBezTo>
                  <a:cubicBezTo>
                    <a:pt x="262" y="204"/>
                    <a:pt x="268" y="218"/>
                    <a:pt x="275" y="229"/>
                  </a:cubicBezTo>
                  <a:cubicBezTo>
                    <a:pt x="282" y="229"/>
                    <a:pt x="289" y="228"/>
                    <a:pt x="290" y="233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0" name="Freeform 35">
              <a:extLst>
                <a:ext uri="{FF2B5EF4-FFF2-40B4-BE49-F238E27FC236}">
                  <a16:creationId xmlns:a16="http://schemas.microsoft.com/office/drawing/2014/main" id="{A66A0811-B010-B46B-D787-EBFBA71EA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098" y="5055235"/>
              <a:ext cx="357187" cy="352425"/>
            </a:xfrm>
            <a:custGeom>
              <a:avLst/>
              <a:gdLst>
                <a:gd name="T0" fmla="*/ 138 w 138"/>
                <a:gd name="T1" fmla="*/ 77 h 136"/>
                <a:gd name="T2" fmla="*/ 125 w 138"/>
                <a:gd name="T3" fmla="*/ 72 h 136"/>
                <a:gd name="T4" fmla="*/ 58 w 138"/>
                <a:gd name="T5" fmla="*/ 136 h 136"/>
                <a:gd name="T6" fmla="*/ 67 w 138"/>
                <a:gd name="T7" fmla="*/ 36 h 136"/>
                <a:gd name="T8" fmla="*/ 29 w 138"/>
                <a:gd name="T9" fmla="*/ 101 h 136"/>
                <a:gd name="T10" fmla="*/ 0 w 138"/>
                <a:gd name="T11" fmla="*/ 72 h 136"/>
                <a:gd name="T12" fmla="*/ 41 w 138"/>
                <a:gd name="T13" fmla="*/ 50 h 136"/>
                <a:gd name="T14" fmla="*/ 62 w 138"/>
                <a:gd name="T15" fmla="*/ 2 h 136"/>
                <a:gd name="T16" fmla="*/ 84 w 138"/>
                <a:gd name="T17" fmla="*/ 20 h 136"/>
                <a:gd name="T18" fmla="*/ 72 w 138"/>
                <a:gd name="T19" fmla="*/ 110 h 136"/>
                <a:gd name="T20" fmla="*/ 113 w 138"/>
                <a:gd name="T21" fmla="*/ 67 h 136"/>
                <a:gd name="T22" fmla="*/ 108 w 138"/>
                <a:gd name="T23" fmla="*/ 49 h 136"/>
                <a:gd name="T24" fmla="*/ 138 w 138"/>
                <a:gd name="T25" fmla="*/ 77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136">
                  <a:moveTo>
                    <a:pt x="138" y="77"/>
                  </a:moveTo>
                  <a:cubicBezTo>
                    <a:pt x="134" y="81"/>
                    <a:pt x="130" y="73"/>
                    <a:pt x="125" y="72"/>
                  </a:cubicBezTo>
                  <a:cubicBezTo>
                    <a:pt x="99" y="88"/>
                    <a:pt x="84" y="117"/>
                    <a:pt x="58" y="136"/>
                  </a:cubicBezTo>
                  <a:cubicBezTo>
                    <a:pt x="56" y="105"/>
                    <a:pt x="66" y="71"/>
                    <a:pt x="67" y="36"/>
                  </a:cubicBezTo>
                  <a:cubicBezTo>
                    <a:pt x="50" y="52"/>
                    <a:pt x="15" y="74"/>
                    <a:pt x="29" y="101"/>
                  </a:cubicBezTo>
                  <a:cubicBezTo>
                    <a:pt x="18" y="98"/>
                    <a:pt x="7" y="83"/>
                    <a:pt x="0" y="72"/>
                  </a:cubicBezTo>
                  <a:cubicBezTo>
                    <a:pt x="15" y="82"/>
                    <a:pt x="26" y="67"/>
                    <a:pt x="41" y="50"/>
                  </a:cubicBezTo>
                  <a:cubicBezTo>
                    <a:pt x="57" y="33"/>
                    <a:pt x="72" y="24"/>
                    <a:pt x="62" y="2"/>
                  </a:cubicBezTo>
                  <a:cubicBezTo>
                    <a:pt x="70" y="0"/>
                    <a:pt x="75" y="16"/>
                    <a:pt x="84" y="20"/>
                  </a:cubicBezTo>
                  <a:cubicBezTo>
                    <a:pt x="79" y="49"/>
                    <a:pt x="78" y="82"/>
                    <a:pt x="72" y="110"/>
                  </a:cubicBezTo>
                  <a:cubicBezTo>
                    <a:pt x="90" y="100"/>
                    <a:pt x="100" y="82"/>
                    <a:pt x="113" y="67"/>
                  </a:cubicBezTo>
                  <a:cubicBezTo>
                    <a:pt x="114" y="58"/>
                    <a:pt x="108" y="57"/>
                    <a:pt x="108" y="49"/>
                  </a:cubicBezTo>
                  <a:cubicBezTo>
                    <a:pt x="117" y="52"/>
                    <a:pt x="136" y="68"/>
                    <a:pt x="138" y="77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1" name="Freeform 36">
              <a:extLst>
                <a:ext uri="{FF2B5EF4-FFF2-40B4-BE49-F238E27FC236}">
                  <a16:creationId xmlns:a16="http://schemas.microsoft.com/office/drawing/2014/main" id="{73BCD84A-8793-9DEB-E7B5-D92B950D7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873" y="4920298"/>
              <a:ext cx="265112" cy="242888"/>
            </a:xfrm>
            <a:custGeom>
              <a:avLst/>
              <a:gdLst>
                <a:gd name="T0" fmla="*/ 74 w 102"/>
                <a:gd name="T1" fmla="*/ 0 h 94"/>
                <a:gd name="T2" fmla="*/ 102 w 102"/>
                <a:gd name="T3" fmla="*/ 37 h 94"/>
                <a:gd name="T4" fmla="*/ 87 w 102"/>
                <a:gd name="T5" fmla="*/ 29 h 94"/>
                <a:gd name="T6" fmla="*/ 25 w 102"/>
                <a:gd name="T7" fmla="*/ 80 h 94"/>
                <a:gd name="T8" fmla="*/ 28 w 102"/>
                <a:gd name="T9" fmla="*/ 94 h 94"/>
                <a:gd name="T10" fmla="*/ 0 w 102"/>
                <a:gd name="T11" fmla="*/ 58 h 94"/>
                <a:gd name="T12" fmla="*/ 15 w 102"/>
                <a:gd name="T13" fmla="*/ 64 h 94"/>
                <a:gd name="T14" fmla="*/ 77 w 102"/>
                <a:gd name="T15" fmla="*/ 15 h 94"/>
                <a:gd name="T16" fmla="*/ 74 w 102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94">
                  <a:moveTo>
                    <a:pt x="74" y="0"/>
                  </a:moveTo>
                  <a:cubicBezTo>
                    <a:pt x="85" y="2"/>
                    <a:pt x="99" y="25"/>
                    <a:pt x="102" y="37"/>
                  </a:cubicBezTo>
                  <a:cubicBezTo>
                    <a:pt x="94" y="35"/>
                    <a:pt x="94" y="29"/>
                    <a:pt x="87" y="29"/>
                  </a:cubicBezTo>
                  <a:cubicBezTo>
                    <a:pt x="66" y="44"/>
                    <a:pt x="44" y="61"/>
                    <a:pt x="25" y="80"/>
                  </a:cubicBezTo>
                  <a:cubicBezTo>
                    <a:pt x="25" y="86"/>
                    <a:pt x="32" y="88"/>
                    <a:pt x="28" y="94"/>
                  </a:cubicBezTo>
                  <a:cubicBezTo>
                    <a:pt x="16" y="85"/>
                    <a:pt x="9" y="72"/>
                    <a:pt x="0" y="58"/>
                  </a:cubicBezTo>
                  <a:cubicBezTo>
                    <a:pt x="6" y="53"/>
                    <a:pt x="9" y="64"/>
                    <a:pt x="15" y="64"/>
                  </a:cubicBezTo>
                  <a:cubicBezTo>
                    <a:pt x="36" y="49"/>
                    <a:pt x="59" y="34"/>
                    <a:pt x="77" y="15"/>
                  </a:cubicBezTo>
                  <a:cubicBezTo>
                    <a:pt x="79" y="7"/>
                    <a:pt x="74" y="6"/>
                    <a:pt x="74" y="0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2" name="Freeform 37">
              <a:extLst>
                <a:ext uri="{FF2B5EF4-FFF2-40B4-BE49-F238E27FC236}">
                  <a16:creationId xmlns:a16="http://schemas.microsoft.com/office/drawing/2014/main" id="{4C1F425D-B2DB-D9D4-4120-E430F9A74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710" y="4769485"/>
              <a:ext cx="320675" cy="184150"/>
            </a:xfrm>
            <a:custGeom>
              <a:avLst/>
              <a:gdLst>
                <a:gd name="T0" fmla="*/ 124 w 124"/>
                <a:gd name="T1" fmla="*/ 36 h 71"/>
                <a:gd name="T2" fmla="*/ 113 w 124"/>
                <a:gd name="T3" fmla="*/ 30 h 71"/>
                <a:gd name="T4" fmla="*/ 36 w 124"/>
                <a:gd name="T5" fmla="*/ 64 h 71"/>
                <a:gd name="T6" fmla="*/ 38 w 124"/>
                <a:gd name="T7" fmla="*/ 11 h 71"/>
                <a:gd name="T8" fmla="*/ 43 w 124"/>
                <a:gd name="T9" fmla="*/ 24 h 71"/>
                <a:gd name="T10" fmla="*/ 41 w 124"/>
                <a:gd name="T11" fmla="*/ 28 h 71"/>
                <a:gd name="T12" fmla="*/ 22 w 124"/>
                <a:gd name="T13" fmla="*/ 30 h 71"/>
                <a:gd name="T14" fmla="*/ 27 w 124"/>
                <a:gd name="T15" fmla="*/ 52 h 71"/>
                <a:gd name="T16" fmla="*/ 103 w 124"/>
                <a:gd name="T17" fmla="*/ 14 h 71"/>
                <a:gd name="T18" fmla="*/ 102 w 124"/>
                <a:gd name="T19" fmla="*/ 0 h 71"/>
                <a:gd name="T20" fmla="*/ 124 w 124"/>
                <a:gd name="T21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4" h="71">
                  <a:moveTo>
                    <a:pt x="124" y="36"/>
                  </a:moveTo>
                  <a:cubicBezTo>
                    <a:pt x="119" y="41"/>
                    <a:pt x="119" y="29"/>
                    <a:pt x="113" y="30"/>
                  </a:cubicBezTo>
                  <a:cubicBezTo>
                    <a:pt x="91" y="30"/>
                    <a:pt x="65" y="71"/>
                    <a:pt x="36" y="64"/>
                  </a:cubicBezTo>
                  <a:cubicBezTo>
                    <a:pt x="15" y="59"/>
                    <a:pt x="0" y="14"/>
                    <a:pt x="38" y="11"/>
                  </a:cubicBezTo>
                  <a:cubicBezTo>
                    <a:pt x="39" y="16"/>
                    <a:pt x="43" y="17"/>
                    <a:pt x="43" y="24"/>
                  </a:cubicBezTo>
                  <a:cubicBezTo>
                    <a:pt x="41" y="24"/>
                    <a:pt x="42" y="26"/>
                    <a:pt x="41" y="28"/>
                  </a:cubicBezTo>
                  <a:cubicBezTo>
                    <a:pt x="33" y="31"/>
                    <a:pt x="28" y="31"/>
                    <a:pt x="22" y="30"/>
                  </a:cubicBezTo>
                  <a:cubicBezTo>
                    <a:pt x="17" y="38"/>
                    <a:pt x="23" y="47"/>
                    <a:pt x="27" y="52"/>
                  </a:cubicBezTo>
                  <a:cubicBezTo>
                    <a:pt x="63" y="48"/>
                    <a:pt x="80" y="28"/>
                    <a:pt x="103" y="14"/>
                  </a:cubicBezTo>
                  <a:cubicBezTo>
                    <a:pt x="107" y="6"/>
                    <a:pt x="97" y="2"/>
                    <a:pt x="102" y="0"/>
                  </a:cubicBezTo>
                  <a:cubicBezTo>
                    <a:pt x="110" y="2"/>
                    <a:pt x="121" y="28"/>
                    <a:pt x="124" y="36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3" name="Freeform 38">
              <a:extLst>
                <a:ext uri="{FF2B5EF4-FFF2-40B4-BE49-F238E27FC236}">
                  <a16:creationId xmlns:a16="http://schemas.microsoft.com/office/drawing/2014/main" id="{C290AF30-39B5-8A06-559C-28C5571A92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560" y="4437698"/>
              <a:ext cx="307975" cy="287338"/>
            </a:xfrm>
            <a:custGeom>
              <a:avLst/>
              <a:gdLst>
                <a:gd name="T0" fmla="*/ 119 w 119"/>
                <a:gd name="T1" fmla="*/ 107 h 111"/>
                <a:gd name="T2" fmla="*/ 104 w 119"/>
                <a:gd name="T3" fmla="*/ 95 h 111"/>
                <a:gd name="T4" fmla="*/ 19 w 119"/>
                <a:gd name="T5" fmla="*/ 111 h 111"/>
                <a:gd name="T6" fmla="*/ 78 w 119"/>
                <a:gd name="T7" fmla="*/ 32 h 111"/>
                <a:gd name="T8" fmla="*/ 16 w 119"/>
                <a:gd name="T9" fmla="*/ 47 h 111"/>
                <a:gd name="T10" fmla="*/ 12 w 119"/>
                <a:gd name="T11" fmla="*/ 64 h 111"/>
                <a:gd name="T12" fmla="*/ 0 w 119"/>
                <a:gd name="T13" fmla="*/ 23 h 111"/>
                <a:gd name="T14" fmla="*/ 15 w 119"/>
                <a:gd name="T15" fmla="*/ 35 h 111"/>
                <a:gd name="T16" fmla="*/ 94 w 119"/>
                <a:gd name="T17" fmla="*/ 0 h 111"/>
                <a:gd name="T18" fmla="*/ 44 w 119"/>
                <a:gd name="T19" fmla="*/ 99 h 111"/>
                <a:gd name="T20" fmla="*/ 103 w 119"/>
                <a:gd name="T21" fmla="*/ 85 h 111"/>
                <a:gd name="T22" fmla="*/ 107 w 119"/>
                <a:gd name="T23" fmla="*/ 66 h 111"/>
                <a:gd name="T24" fmla="*/ 119 w 119"/>
                <a:gd name="T25" fmla="*/ 107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" h="111">
                  <a:moveTo>
                    <a:pt x="119" y="107"/>
                  </a:moveTo>
                  <a:cubicBezTo>
                    <a:pt x="108" y="109"/>
                    <a:pt x="111" y="96"/>
                    <a:pt x="104" y="95"/>
                  </a:cubicBezTo>
                  <a:cubicBezTo>
                    <a:pt x="77" y="96"/>
                    <a:pt x="45" y="110"/>
                    <a:pt x="19" y="111"/>
                  </a:cubicBezTo>
                  <a:cubicBezTo>
                    <a:pt x="33" y="80"/>
                    <a:pt x="61" y="61"/>
                    <a:pt x="78" y="32"/>
                  </a:cubicBezTo>
                  <a:cubicBezTo>
                    <a:pt x="61" y="33"/>
                    <a:pt x="34" y="39"/>
                    <a:pt x="16" y="47"/>
                  </a:cubicBezTo>
                  <a:cubicBezTo>
                    <a:pt x="14" y="51"/>
                    <a:pt x="16" y="61"/>
                    <a:pt x="12" y="64"/>
                  </a:cubicBezTo>
                  <a:cubicBezTo>
                    <a:pt x="4" y="56"/>
                    <a:pt x="5" y="37"/>
                    <a:pt x="0" y="23"/>
                  </a:cubicBezTo>
                  <a:cubicBezTo>
                    <a:pt x="11" y="21"/>
                    <a:pt x="8" y="34"/>
                    <a:pt x="15" y="35"/>
                  </a:cubicBezTo>
                  <a:cubicBezTo>
                    <a:pt x="45" y="29"/>
                    <a:pt x="88" y="33"/>
                    <a:pt x="94" y="0"/>
                  </a:cubicBezTo>
                  <a:cubicBezTo>
                    <a:pt x="118" y="42"/>
                    <a:pt x="56" y="68"/>
                    <a:pt x="44" y="99"/>
                  </a:cubicBezTo>
                  <a:cubicBezTo>
                    <a:pt x="65" y="95"/>
                    <a:pt x="85" y="91"/>
                    <a:pt x="103" y="85"/>
                  </a:cubicBezTo>
                  <a:cubicBezTo>
                    <a:pt x="105" y="80"/>
                    <a:pt x="103" y="71"/>
                    <a:pt x="107" y="66"/>
                  </a:cubicBezTo>
                  <a:cubicBezTo>
                    <a:pt x="115" y="75"/>
                    <a:pt x="114" y="95"/>
                    <a:pt x="119" y="107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4" name="Freeform 39">
              <a:extLst>
                <a:ext uri="{FF2B5EF4-FFF2-40B4-BE49-F238E27FC236}">
                  <a16:creationId xmlns:a16="http://schemas.microsoft.com/office/drawing/2014/main" id="{EC5ABF3C-40F8-0BEF-57C8-CD5583857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635" y="3866198"/>
              <a:ext cx="269875" cy="282575"/>
            </a:xfrm>
            <a:custGeom>
              <a:avLst/>
              <a:gdLst>
                <a:gd name="T0" fmla="*/ 100 w 104"/>
                <a:gd name="T1" fmla="*/ 0 h 109"/>
                <a:gd name="T2" fmla="*/ 100 w 104"/>
                <a:gd name="T3" fmla="*/ 30 h 109"/>
                <a:gd name="T4" fmla="*/ 29 w 104"/>
                <a:gd name="T5" fmla="*/ 83 h 109"/>
                <a:gd name="T6" fmla="*/ 96 w 104"/>
                <a:gd name="T7" fmla="*/ 68 h 109"/>
                <a:gd name="T8" fmla="*/ 99 w 104"/>
                <a:gd name="T9" fmla="*/ 109 h 109"/>
                <a:gd name="T10" fmla="*/ 87 w 104"/>
                <a:gd name="T11" fmla="*/ 92 h 109"/>
                <a:gd name="T12" fmla="*/ 1 w 104"/>
                <a:gd name="T13" fmla="*/ 91 h 109"/>
                <a:gd name="T14" fmla="*/ 78 w 104"/>
                <a:gd name="T15" fmla="*/ 26 h 109"/>
                <a:gd name="T16" fmla="*/ 13 w 104"/>
                <a:gd name="T17" fmla="*/ 28 h 109"/>
                <a:gd name="T18" fmla="*/ 7 w 104"/>
                <a:gd name="T19" fmla="*/ 43 h 109"/>
                <a:gd name="T20" fmla="*/ 5 w 104"/>
                <a:gd name="T21" fmla="*/ 1 h 109"/>
                <a:gd name="T22" fmla="*/ 12 w 104"/>
                <a:gd name="T23" fmla="*/ 15 h 109"/>
                <a:gd name="T24" fmla="*/ 88 w 104"/>
                <a:gd name="T25" fmla="*/ 15 h 109"/>
                <a:gd name="T26" fmla="*/ 95 w 104"/>
                <a:gd name="T27" fmla="*/ 0 h 109"/>
                <a:gd name="T28" fmla="*/ 100 w 104"/>
                <a:gd name="T2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9">
                  <a:moveTo>
                    <a:pt x="100" y="0"/>
                  </a:moveTo>
                  <a:cubicBezTo>
                    <a:pt x="100" y="10"/>
                    <a:pt x="100" y="20"/>
                    <a:pt x="100" y="30"/>
                  </a:cubicBezTo>
                  <a:cubicBezTo>
                    <a:pt x="76" y="47"/>
                    <a:pt x="52" y="66"/>
                    <a:pt x="29" y="83"/>
                  </a:cubicBezTo>
                  <a:cubicBezTo>
                    <a:pt x="52" y="86"/>
                    <a:pt x="95" y="93"/>
                    <a:pt x="96" y="68"/>
                  </a:cubicBezTo>
                  <a:cubicBezTo>
                    <a:pt x="104" y="73"/>
                    <a:pt x="100" y="100"/>
                    <a:pt x="99" y="109"/>
                  </a:cubicBezTo>
                  <a:cubicBezTo>
                    <a:pt x="91" y="107"/>
                    <a:pt x="94" y="93"/>
                    <a:pt x="87" y="92"/>
                  </a:cubicBezTo>
                  <a:cubicBezTo>
                    <a:pt x="58" y="91"/>
                    <a:pt x="27" y="95"/>
                    <a:pt x="1" y="91"/>
                  </a:cubicBezTo>
                  <a:cubicBezTo>
                    <a:pt x="22" y="63"/>
                    <a:pt x="55" y="50"/>
                    <a:pt x="78" y="26"/>
                  </a:cubicBezTo>
                  <a:cubicBezTo>
                    <a:pt x="62" y="28"/>
                    <a:pt x="29" y="24"/>
                    <a:pt x="13" y="28"/>
                  </a:cubicBezTo>
                  <a:cubicBezTo>
                    <a:pt x="10" y="30"/>
                    <a:pt x="11" y="39"/>
                    <a:pt x="7" y="43"/>
                  </a:cubicBezTo>
                  <a:cubicBezTo>
                    <a:pt x="0" y="36"/>
                    <a:pt x="3" y="10"/>
                    <a:pt x="5" y="1"/>
                  </a:cubicBezTo>
                  <a:cubicBezTo>
                    <a:pt x="12" y="1"/>
                    <a:pt x="8" y="12"/>
                    <a:pt x="12" y="15"/>
                  </a:cubicBezTo>
                  <a:cubicBezTo>
                    <a:pt x="35" y="19"/>
                    <a:pt x="66" y="21"/>
                    <a:pt x="88" y="15"/>
                  </a:cubicBezTo>
                  <a:cubicBezTo>
                    <a:pt x="91" y="11"/>
                    <a:pt x="95" y="7"/>
                    <a:pt x="95" y="0"/>
                  </a:cubicBezTo>
                  <a:cubicBezTo>
                    <a:pt x="96" y="0"/>
                    <a:pt x="99" y="0"/>
                    <a:pt x="100" y="0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5" name="Freeform 40">
              <a:extLst>
                <a:ext uri="{FF2B5EF4-FFF2-40B4-BE49-F238E27FC236}">
                  <a16:creationId xmlns:a16="http://schemas.microsoft.com/office/drawing/2014/main" id="{71683E3E-7FC7-D87B-D9C4-F28D7FD332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78635" y="4175760"/>
              <a:ext cx="269875" cy="271463"/>
            </a:xfrm>
            <a:custGeom>
              <a:avLst/>
              <a:gdLst>
                <a:gd name="T0" fmla="*/ 46 w 104"/>
                <a:gd name="T1" fmla="*/ 58 h 105"/>
                <a:gd name="T2" fmla="*/ 79 w 104"/>
                <a:gd name="T3" fmla="*/ 40 h 105"/>
                <a:gd name="T4" fmla="*/ 43 w 104"/>
                <a:gd name="T5" fmla="*/ 33 h 105"/>
                <a:gd name="T6" fmla="*/ 46 w 104"/>
                <a:gd name="T7" fmla="*/ 58 h 105"/>
                <a:gd name="T8" fmla="*/ 104 w 104"/>
                <a:gd name="T9" fmla="*/ 41 h 105"/>
                <a:gd name="T10" fmla="*/ 62 w 104"/>
                <a:gd name="T11" fmla="*/ 67 h 105"/>
                <a:gd name="T12" fmla="*/ 19 w 104"/>
                <a:gd name="T13" fmla="*/ 89 h 105"/>
                <a:gd name="T14" fmla="*/ 11 w 104"/>
                <a:gd name="T15" fmla="*/ 105 h 105"/>
                <a:gd name="T16" fmla="*/ 8 w 104"/>
                <a:gd name="T17" fmla="*/ 62 h 105"/>
                <a:gd name="T18" fmla="*/ 16 w 104"/>
                <a:gd name="T19" fmla="*/ 74 h 105"/>
                <a:gd name="T20" fmla="*/ 40 w 104"/>
                <a:gd name="T21" fmla="*/ 63 h 105"/>
                <a:gd name="T22" fmla="*/ 38 w 104"/>
                <a:gd name="T23" fmla="*/ 31 h 105"/>
                <a:gd name="T24" fmla="*/ 13 w 104"/>
                <a:gd name="T25" fmla="*/ 24 h 105"/>
                <a:gd name="T26" fmla="*/ 8 w 104"/>
                <a:gd name="T27" fmla="*/ 38 h 105"/>
                <a:gd name="T28" fmla="*/ 1 w 104"/>
                <a:gd name="T29" fmla="*/ 1 h 105"/>
                <a:gd name="T30" fmla="*/ 12 w 104"/>
                <a:gd name="T31" fmla="*/ 14 h 105"/>
                <a:gd name="T32" fmla="*/ 104 w 104"/>
                <a:gd name="T3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4" h="105">
                  <a:moveTo>
                    <a:pt x="46" y="58"/>
                  </a:moveTo>
                  <a:cubicBezTo>
                    <a:pt x="60" y="54"/>
                    <a:pt x="69" y="48"/>
                    <a:pt x="79" y="40"/>
                  </a:cubicBezTo>
                  <a:cubicBezTo>
                    <a:pt x="67" y="39"/>
                    <a:pt x="55" y="29"/>
                    <a:pt x="43" y="33"/>
                  </a:cubicBezTo>
                  <a:cubicBezTo>
                    <a:pt x="46" y="39"/>
                    <a:pt x="45" y="50"/>
                    <a:pt x="46" y="58"/>
                  </a:cubicBezTo>
                  <a:close/>
                  <a:moveTo>
                    <a:pt x="104" y="41"/>
                  </a:moveTo>
                  <a:cubicBezTo>
                    <a:pt x="95" y="55"/>
                    <a:pt x="77" y="59"/>
                    <a:pt x="62" y="67"/>
                  </a:cubicBezTo>
                  <a:cubicBezTo>
                    <a:pt x="47" y="74"/>
                    <a:pt x="34" y="83"/>
                    <a:pt x="19" y="89"/>
                  </a:cubicBezTo>
                  <a:cubicBezTo>
                    <a:pt x="17" y="96"/>
                    <a:pt x="17" y="105"/>
                    <a:pt x="11" y="105"/>
                  </a:cubicBezTo>
                  <a:cubicBezTo>
                    <a:pt x="12" y="89"/>
                    <a:pt x="5" y="73"/>
                    <a:pt x="8" y="62"/>
                  </a:cubicBezTo>
                  <a:cubicBezTo>
                    <a:pt x="14" y="62"/>
                    <a:pt x="12" y="71"/>
                    <a:pt x="16" y="74"/>
                  </a:cubicBezTo>
                  <a:cubicBezTo>
                    <a:pt x="25" y="72"/>
                    <a:pt x="32" y="67"/>
                    <a:pt x="40" y="63"/>
                  </a:cubicBezTo>
                  <a:cubicBezTo>
                    <a:pt x="41" y="50"/>
                    <a:pt x="38" y="43"/>
                    <a:pt x="38" y="31"/>
                  </a:cubicBezTo>
                  <a:cubicBezTo>
                    <a:pt x="32" y="22"/>
                    <a:pt x="25" y="25"/>
                    <a:pt x="13" y="24"/>
                  </a:cubicBezTo>
                  <a:cubicBezTo>
                    <a:pt x="7" y="24"/>
                    <a:pt x="13" y="36"/>
                    <a:pt x="8" y="38"/>
                  </a:cubicBezTo>
                  <a:cubicBezTo>
                    <a:pt x="0" y="33"/>
                    <a:pt x="3" y="14"/>
                    <a:pt x="1" y="1"/>
                  </a:cubicBezTo>
                  <a:cubicBezTo>
                    <a:pt x="10" y="0"/>
                    <a:pt x="8" y="10"/>
                    <a:pt x="12" y="14"/>
                  </a:cubicBezTo>
                  <a:cubicBezTo>
                    <a:pt x="41" y="24"/>
                    <a:pt x="76" y="29"/>
                    <a:pt x="104" y="41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4653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作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756B568E-F058-71D4-CD3A-B44A24038B7A}"/>
              </a:ext>
            </a:extLst>
          </p:cNvPr>
          <p:cNvSpPr/>
          <p:nvPr userDrawn="1"/>
        </p:nvSpPr>
        <p:spPr>
          <a:xfrm>
            <a:off x="-1" y="479320"/>
            <a:ext cx="12192001" cy="617959"/>
          </a:xfrm>
          <a:prstGeom prst="rect">
            <a:avLst/>
          </a:prstGeom>
          <a:ln>
            <a:noFill/>
          </a:ln>
          <a:effectLst>
            <a:outerShdw blurRad="127000" dist="63500" dir="5400000" algn="t" rotWithShape="0">
              <a:schemeClr val="accent1">
                <a:lumMod val="75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76B31C-484D-1243-346E-0D8FEF10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36020" y="6538913"/>
            <a:ext cx="601472" cy="319088"/>
          </a:xfrm>
        </p:spPr>
        <p:txBody>
          <a:bodyPr/>
          <a:lstStyle>
            <a:lvl1pPr>
              <a:defRPr lang="en-US" altLang="zh-CN" sz="1600" kern="1200" dirty="0" smtClean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05389D-C31E-4256-1684-8F4385C7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2112" y="6538913"/>
            <a:ext cx="673608" cy="319088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C87181AA-4DAD-42D9-B724-3F8AD1554AD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4" name="内容占位符 13">
            <a:extLst>
              <a:ext uri="{FF2B5EF4-FFF2-40B4-BE49-F238E27FC236}">
                <a16:creationId xmlns:a16="http://schemas.microsoft.com/office/drawing/2014/main" id="{F3CCA5ED-9F0D-EC59-7F20-BFD49ABF22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0400" y="479429"/>
            <a:ext cx="5636491" cy="6179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7" name="图片占位符 26">
            <a:extLst>
              <a:ext uri="{FF2B5EF4-FFF2-40B4-BE49-F238E27FC236}">
                <a16:creationId xmlns:a16="http://schemas.microsoft.com/office/drawing/2014/main" id="{8FD7E3B7-7BB7-D344-4F00-ADB62D6F025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89000" y="1445340"/>
            <a:ext cx="1976438" cy="280219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8" name="图片占位符 26">
            <a:extLst>
              <a:ext uri="{FF2B5EF4-FFF2-40B4-BE49-F238E27FC236}">
                <a16:creationId xmlns:a16="http://schemas.microsoft.com/office/drawing/2014/main" id="{1DCF86A5-1ED2-5014-98FE-361D1E6ACB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85896" y="1445340"/>
            <a:ext cx="1976438" cy="280219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9" name="图片占位符 26">
            <a:extLst>
              <a:ext uri="{FF2B5EF4-FFF2-40B4-BE49-F238E27FC236}">
                <a16:creationId xmlns:a16="http://schemas.microsoft.com/office/drawing/2014/main" id="{D15876A5-3464-05A3-B43B-A2EF87756CB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469073" y="1445340"/>
            <a:ext cx="1976438" cy="280219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0" name="图片占位符 26">
            <a:extLst>
              <a:ext uri="{FF2B5EF4-FFF2-40B4-BE49-F238E27FC236}">
                <a16:creationId xmlns:a16="http://schemas.microsoft.com/office/drawing/2014/main" id="{69418BB5-C778-1448-A231-F840C7CB51D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52250" y="1445340"/>
            <a:ext cx="1976438" cy="2802194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34" name="文本占位符 33">
            <a:extLst>
              <a:ext uri="{FF2B5EF4-FFF2-40B4-BE49-F238E27FC236}">
                <a16:creationId xmlns:a16="http://schemas.microsoft.com/office/drawing/2014/main" id="{96D319DF-B20D-9B81-D3B9-BD85F8CD68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2431" y="4400443"/>
            <a:ext cx="2509474" cy="4111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5" name="文本占位符 33">
            <a:extLst>
              <a:ext uri="{FF2B5EF4-FFF2-40B4-BE49-F238E27FC236}">
                <a16:creationId xmlns:a16="http://schemas.microsoft.com/office/drawing/2014/main" id="{CD18A804-D556-9CFC-038B-4A0D40D7B67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19378" y="4403036"/>
            <a:ext cx="2509474" cy="4111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6" name="文本占位符 33">
            <a:extLst>
              <a:ext uri="{FF2B5EF4-FFF2-40B4-BE49-F238E27FC236}">
                <a16:creationId xmlns:a16="http://schemas.microsoft.com/office/drawing/2014/main" id="{D260FB86-5C0A-BC2F-A7D6-07C448DEB33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02555" y="4400443"/>
            <a:ext cx="2509474" cy="4111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7" name="文本占位符 33">
            <a:extLst>
              <a:ext uri="{FF2B5EF4-FFF2-40B4-BE49-F238E27FC236}">
                <a16:creationId xmlns:a16="http://schemas.microsoft.com/office/drawing/2014/main" id="{E5AB310B-E231-E1E3-D485-EBAD57B0FB4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985732" y="4400442"/>
            <a:ext cx="2509474" cy="4111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9" name="文本占位符 38">
            <a:extLst>
              <a:ext uri="{FF2B5EF4-FFF2-40B4-BE49-F238E27FC236}">
                <a16:creationId xmlns:a16="http://schemas.microsoft.com/office/drawing/2014/main" id="{9BF5DEBD-7219-600D-5B71-A99A44A0A1A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58924" y="5077379"/>
            <a:ext cx="2636488" cy="109727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zh-CN" alt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0" name="文本占位符 38">
            <a:extLst>
              <a:ext uri="{FF2B5EF4-FFF2-40B4-BE49-F238E27FC236}">
                <a16:creationId xmlns:a16="http://schemas.microsoft.com/office/drawing/2014/main" id="{AC2C1782-3754-6EED-24B4-8D0ADC73396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355871" y="5077379"/>
            <a:ext cx="2636488" cy="109727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zh-CN" alt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1" name="文本占位符 38">
            <a:extLst>
              <a:ext uri="{FF2B5EF4-FFF2-40B4-BE49-F238E27FC236}">
                <a16:creationId xmlns:a16="http://schemas.microsoft.com/office/drawing/2014/main" id="{665B8AF1-9A14-357C-8780-F1099E50F5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39048" y="5077379"/>
            <a:ext cx="2636488" cy="109727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zh-CN" alt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2" name="文本占位符 38">
            <a:extLst>
              <a:ext uri="{FF2B5EF4-FFF2-40B4-BE49-F238E27FC236}">
                <a16:creationId xmlns:a16="http://schemas.microsoft.com/office/drawing/2014/main" id="{5AA3C19B-85B9-05D6-F0D5-25CDACEA449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922225" y="5077379"/>
            <a:ext cx="2636488" cy="109727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zh-CN" alt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6D0A4C6-2BFA-C3B1-4DE9-061C74E9C07A}"/>
              </a:ext>
            </a:extLst>
          </p:cNvPr>
          <p:cNvGrpSpPr/>
          <p:nvPr userDrawn="1"/>
        </p:nvGrpSpPr>
        <p:grpSpPr>
          <a:xfrm>
            <a:off x="11311890" y="548640"/>
            <a:ext cx="369570" cy="469720"/>
            <a:chOff x="1508760" y="1972310"/>
            <a:chExt cx="3309937" cy="4206875"/>
          </a:xfrm>
          <a:solidFill>
            <a:schemeClr val="bg1"/>
          </a:solidFill>
        </p:grpSpPr>
        <p:sp>
          <p:nvSpPr>
            <p:cNvPr id="5" name="Freeform 16">
              <a:extLst>
                <a:ext uri="{FF2B5EF4-FFF2-40B4-BE49-F238E27FC236}">
                  <a16:creationId xmlns:a16="http://schemas.microsoft.com/office/drawing/2014/main" id="{928D17DD-379E-E391-1048-1D48DBEC5D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08760" y="1972310"/>
              <a:ext cx="3309937" cy="4206875"/>
            </a:xfrm>
            <a:custGeom>
              <a:avLst/>
              <a:gdLst>
                <a:gd name="T0" fmla="*/ 1226 w 1275"/>
                <a:gd name="T1" fmla="*/ 588 h 1621"/>
                <a:gd name="T2" fmla="*/ 1228 w 1275"/>
                <a:gd name="T3" fmla="*/ 60 h 1621"/>
                <a:gd name="T4" fmla="*/ 935 w 1275"/>
                <a:gd name="T5" fmla="*/ 117 h 1621"/>
                <a:gd name="T6" fmla="*/ 644 w 1275"/>
                <a:gd name="T7" fmla="*/ 51 h 1621"/>
                <a:gd name="T8" fmla="*/ 88 w 1275"/>
                <a:gd name="T9" fmla="*/ 72 h 1621"/>
                <a:gd name="T10" fmla="*/ 59 w 1275"/>
                <a:gd name="T11" fmla="*/ 63 h 1621"/>
                <a:gd name="T12" fmla="*/ 61 w 1275"/>
                <a:gd name="T13" fmla="*/ 589 h 1621"/>
                <a:gd name="T14" fmla="*/ 96 w 1275"/>
                <a:gd name="T15" fmla="*/ 1079 h 1621"/>
                <a:gd name="T16" fmla="*/ 308 w 1275"/>
                <a:gd name="T17" fmla="*/ 1392 h 1621"/>
                <a:gd name="T18" fmla="*/ 646 w 1275"/>
                <a:gd name="T19" fmla="*/ 1572 h 1621"/>
                <a:gd name="T20" fmla="*/ 980 w 1275"/>
                <a:gd name="T21" fmla="*/ 1392 h 1621"/>
                <a:gd name="T22" fmla="*/ 1190 w 1275"/>
                <a:gd name="T23" fmla="*/ 1079 h 1621"/>
                <a:gd name="T24" fmla="*/ 1226 w 1275"/>
                <a:gd name="T25" fmla="*/ 588 h 1621"/>
                <a:gd name="T26" fmla="*/ 1267 w 1275"/>
                <a:gd name="T27" fmla="*/ 3 h 1621"/>
                <a:gd name="T28" fmla="*/ 1265 w 1275"/>
                <a:gd name="T29" fmla="*/ 566 h 1621"/>
                <a:gd name="T30" fmla="*/ 1228 w 1275"/>
                <a:gd name="T31" fmla="*/ 1092 h 1621"/>
                <a:gd name="T32" fmla="*/ 996 w 1275"/>
                <a:gd name="T33" fmla="*/ 1418 h 1621"/>
                <a:gd name="T34" fmla="*/ 643 w 1275"/>
                <a:gd name="T35" fmla="*/ 1621 h 1621"/>
                <a:gd name="T36" fmla="*/ 336 w 1275"/>
                <a:gd name="T37" fmla="*/ 1452 h 1621"/>
                <a:gd name="T38" fmla="*/ 107 w 1275"/>
                <a:gd name="T39" fmla="*/ 1203 h 1621"/>
                <a:gd name="T40" fmla="*/ 41 w 1275"/>
                <a:gd name="T41" fmla="*/ 1028 h 1621"/>
                <a:gd name="T42" fmla="*/ 17 w 1275"/>
                <a:gd name="T43" fmla="*/ 318 h 1621"/>
                <a:gd name="T44" fmla="*/ 17 w 1275"/>
                <a:gd name="T45" fmla="*/ 0 h 1621"/>
                <a:gd name="T46" fmla="*/ 331 w 1275"/>
                <a:gd name="T47" fmla="*/ 82 h 1621"/>
                <a:gd name="T48" fmla="*/ 644 w 1275"/>
                <a:gd name="T49" fmla="*/ 7 h 1621"/>
                <a:gd name="T50" fmla="*/ 962 w 1275"/>
                <a:gd name="T51" fmla="*/ 82 h 1621"/>
                <a:gd name="T52" fmla="*/ 1238 w 1275"/>
                <a:gd name="T53" fmla="*/ 17 h 1621"/>
                <a:gd name="T54" fmla="*/ 1267 w 1275"/>
                <a:gd name="T55" fmla="*/ 3 h 1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5" h="1621">
                  <a:moveTo>
                    <a:pt x="1226" y="588"/>
                  </a:moveTo>
                  <a:cubicBezTo>
                    <a:pt x="1226" y="410"/>
                    <a:pt x="1227" y="232"/>
                    <a:pt x="1228" y="60"/>
                  </a:cubicBezTo>
                  <a:cubicBezTo>
                    <a:pt x="1146" y="96"/>
                    <a:pt x="1049" y="120"/>
                    <a:pt x="935" y="117"/>
                  </a:cubicBezTo>
                  <a:cubicBezTo>
                    <a:pt x="827" y="116"/>
                    <a:pt x="720" y="94"/>
                    <a:pt x="644" y="51"/>
                  </a:cubicBezTo>
                  <a:cubicBezTo>
                    <a:pt x="511" y="134"/>
                    <a:pt x="242" y="136"/>
                    <a:pt x="88" y="72"/>
                  </a:cubicBezTo>
                  <a:cubicBezTo>
                    <a:pt x="79" y="68"/>
                    <a:pt x="68" y="60"/>
                    <a:pt x="59" y="63"/>
                  </a:cubicBezTo>
                  <a:cubicBezTo>
                    <a:pt x="57" y="236"/>
                    <a:pt x="61" y="413"/>
                    <a:pt x="61" y="589"/>
                  </a:cubicBezTo>
                  <a:cubicBezTo>
                    <a:pt x="61" y="769"/>
                    <a:pt x="50" y="941"/>
                    <a:pt x="96" y="1079"/>
                  </a:cubicBezTo>
                  <a:cubicBezTo>
                    <a:pt x="140" y="1211"/>
                    <a:pt x="213" y="1316"/>
                    <a:pt x="308" y="1392"/>
                  </a:cubicBezTo>
                  <a:cubicBezTo>
                    <a:pt x="404" y="1466"/>
                    <a:pt x="529" y="1507"/>
                    <a:pt x="646" y="1572"/>
                  </a:cubicBezTo>
                  <a:cubicBezTo>
                    <a:pt x="760" y="1505"/>
                    <a:pt x="885" y="1467"/>
                    <a:pt x="980" y="1392"/>
                  </a:cubicBezTo>
                  <a:cubicBezTo>
                    <a:pt x="1074" y="1314"/>
                    <a:pt x="1148" y="1212"/>
                    <a:pt x="1190" y="1079"/>
                  </a:cubicBezTo>
                  <a:cubicBezTo>
                    <a:pt x="1233" y="940"/>
                    <a:pt x="1226" y="768"/>
                    <a:pt x="1226" y="588"/>
                  </a:cubicBezTo>
                  <a:close/>
                  <a:moveTo>
                    <a:pt x="1267" y="3"/>
                  </a:moveTo>
                  <a:cubicBezTo>
                    <a:pt x="1275" y="189"/>
                    <a:pt x="1259" y="379"/>
                    <a:pt x="1265" y="566"/>
                  </a:cubicBezTo>
                  <a:cubicBezTo>
                    <a:pt x="1270" y="752"/>
                    <a:pt x="1275" y="946"/>
                    <a:pt x="1228" y="1092"/>
                  </a:cubicBezTo>
                  <a:cubicBezTo>
                    <a:pt x="1183" y="1231"/>
                    <a:pt x="1098" y="1340"/>
                    <a:pt x="996" y="1418"/>
                  </a:cubicBezTo>
                  <a:cubicBezTo>
                    <a:pt x="891" y="1499"/>
                    <a:pt x="760" y="1545"/>
                    <a:pt x="643" y="1621"/>
                  </a:cubicBezTo>
                  <a:cubicBezTo>
                    <a:pt x="543" y="1551"/>
                    <a:pt x="430" y="1514"/>
                    <a:pt x="336" y="1452"/>
                  </a:cubicBezTo>
                  <a:cubicBezTo>
                    <a:pt x="242" y="1390"/>
                    <a:pt x="165" y="1307"/>
                    <a:pt x="107" y="1203"/>
                  </a:cubicBezTo>
                  <a:cubicBezTo>
                    <a:pt x="78" y="1150"/>
                    <a:pt x="54" y="1092"/>
                    <a:pt x="41" y="1028"/>
                  </a:cubicBezTo>
                  <a:cubicBezTo>
                    <a:pt x="0" y="825"/>
                    <a:pt x="33" y="554"/>
                    <a:pt x="17" y="318"/>
                  </a:cubicBezTo>
                  <a:cubicBezTo>
                    <a:pt x="17" y="212"/>
                    <a:pt x="17" y="106"/>
                    <a:pt x="17" y="0"/>
                  </a:cubicBezTo>
                  <a:cubicBezTo>
                    <a:pt x="98" y="48"/>
                    <a:pt x="205" y="82"/>
                    <a:pt x="331" y="82"/>
                  </a:cubicBezTo>
                  <a:cubicBezTo>
                    <a:pt x="452" y="82"/>
                    <a:pt x="563" y="60"/>
                    <a:pt x="644" y="7"/>
                  </a:cubicBezTo>
                  <a:cubicBezTo>
                    <a:pt x="720" y="60"/>
                    <a:pt x="837" y="82"/>
                    <a:pt x="962" y="82"/>
                  </a:cubicBezTo>
                  <a:cubicBezTo>
                    <a:pt x="1067" y="82"/>
                    <a:pt x="1166" y="55"/>
                    <a:pt x="1238" y="17"/>
                  </a:cubicBezTo>
                  <a:cubicBezTo>
                    <a:pt x="1250" y="11"/>
                    <a:pt x="1260" y="2"/>
                    <a:pt x="1267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" name="Freeform 17">
              <a:extLst>
                <a:ext uri="{FF2B5EF4-FFF2-40B4-BE49-F238E27FC236}">
                  <a16:creationId xmlns:a16="http://schemas.microsoft.com/office/drawing/2014/main" id="{D8F465BB-51DD-8DFF-23A4-08AC88EAD4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7523" y="3866198"/>
              <a:ext cx="269875" cy="249238"/>
            </a:xfrm>
            <a:custGeom>
              <a:avLst/>
              <a:gdLst>
                <a:gd name="T0" fmla="*/ 98 w 104"/>
                <a:gd name="T1" fmla="*/ 26 h 96"/>
                <a:gd name="T2" fmla="*/ 98 w 104"/>
                <a:gd name="T3" fmla="*/ 73 h 96"/>
                <a:gd name="T4" fmla="*/ 93 w 104"/>
                <a:gd name="T5" fmla="*/ 58 h 96"/>
                <a:gd name="T6" fmla="*/ 15 w 104"/>
                <a:gd name="T7" fmla="*/ 82 h 96"/>
                <a:gd name="T8" fmla="*/ 6 w 104"/>
                <a:gd name="T9" fmla="*/ 96 h 96"/>
                <a:gd name="T10" fmla="*/ 5 w 104"/>
                <a:gd name="T11" fmla="*/ 53 h 96"/>
                <a:gd name="T12" fmla="*/ 10 w 104"/>
                <a:gd name="T13" fmla="*/ 66 h 96"/>
                <a:gd name="T14" fmla="*/ 51 w 104"/>
                <a:gd name="T15" fmla="*/ 47 h 96"/>
                <a:gd name="T16" fmla="*/ 15 w 104"/>
                <a:gd name="T17" fmla="*/ 22 h 96"/>
                <a:gd name="T18" fmla="*/ 6 w 104"/>
                <a:gd name="T19" fmla="*/ 35 h 96"/>
                <a:gd name="T20" fmla="*/ 5 w 104"/>
                <a:gd name="T21" fmla="*/ 0 h 96"/>
                <a:gd name="T22" fmla="*/ 10 w 104"/>
                <a:gd name="T23" fmla="*/ 0 h 96"/>
                <a:gd name="T24" fmla="*/ 92 w 104"/>
                <a:gd name="T25" fmla="*/ 40 h 96"/>
                <a:gd name="T26" fmla="*/ 98 w 104"/>
                <a:gd name="T27" fmla="*/ 2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96">
                  <a:moveTo>
                    <a:pt x="98" y="26"/>
                  </a:moveTo>
                  <a:cubicBezTo>
                    <a:pt x="104" y="35"/>
                    <a:pt x="99" y="57"/>
                    <a:pt x="98" y="73"/>
                  </a:cubicBezTo>
                  <a:cubicBezTo>
                    <a:pt x="92" y="73"/>
                    <a:pt x="97" y="62"/>
                    <a:pt x="93" y="58"/>
                  </a:cubicBezTo>
                  <a:cubicBezTo>
                    <a:pt x="56" y="49"/>
                    <a:pt x="38" y="72"/>
                    <a:pt x="15" y="82"/>
                  </a:cubicBezTo>
                  <a:cubicBezTo>
                    <a:pt x="11" y="84"/>
                    <a:pt x="10" y="92"/>
                    <a:pt x="6" y="96"/>
                  </a:cubicBezTo>
                  <a:cubicBezTo>
                    <a:pt x="0" y="90"/>
                    <a:pt x="2" y="63"/>
                    <a:pt x="5" y="53"/>
                  </a:cubicBezTo>
                  <a:cubicBezTo>
                    <a:pt x="10" y="53"/>
                    <a:pt x="9" y="62"/>
                    <a:pt x="10" y="66"/>
                  </a:cubicBezTo>
                  <a:cubicBezTo>
                    <a:pt x="26" y="62"/>
                    <a:pt x="35" y="50"/>
                    <a:pt x="51" y="47"/>
                  </a:cubicBezTo>
                  <a:cubicBezTo>
                    <a:pt x="42" y="36"/>
                    <a:pt x="28" y="29"/>
                    <a:pt x="15" y="22"/>
                  </a:cubicBezTo>
                  <a:cubicBezTo>
                    <a:pt x="6" y="20"/>
                    <a:pt x="13" y="35"/>
                    <a:pt x="6" y="35"/>
                  </a:cubicBezTo>
                  <a:cubicBezTo>
                    <a:pt x="0" y="30"/>
                    <a:pt x="7" y="11"/>
                    <a:pt x="5" y="0"/>
                  </a:cubicBezTo>
                  <a:cubicBezTo>
                    <a:pt x="6" y="0"/>
                    <a:pt x="9" y="0"/>
                    <a:pt x="10" y="0"/>
                  </a:cubicBezTo>
                  <a:cubicBezTo>
                    <a:pt x="24" y="25"/>
                    <a:pt x="53" y="47"/>
                    <a:pt x="92" y="40"/>
                  </a:cubicBezTo>
                  <a:cubicBezTo>
                    <a:pt x="97" y="39"/>
                    <a:pt x="93" y="28"/>
                    <a:pt x="98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6EA7030D-73BC-CDD5-1C8A-DA05725551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348" y="4140835"/>
              <a:ext cx="265112" cy="244475"/>
            </a:xfrm>
            <a:custGeom>
              <a:avLst/>
              <a:gdLst>
                <a:gd name="T0" fmla="*/ 98 w 102"/>
                <a:gd name="T1" fmla="*/ 27 h 94"/>
                <a:gd name="T2" fmla="*/ 98 w 102"/>
                <a:gd name="T3" fmla="*/ 72 h 94"/>
                <a:gd name="T4" fmla="*/ 93 w 102"/>
                <a:gd name="T5" fmla="*/ 58 h 94"/>
                <a:gd name="T6" fmla="*/ 10 w 102"/>
                <a:gd name="T7" fmla="*/ 53 h 94"/>
                <a:gd name="T8" fmla="*/ 28 w 102"/>
                <a:gd name="T9" fmla="*/ 89 h 94"/>
                <a:gd name="T10" fmla="*/ 0 w 102"/>
                <a:gd name="T11" fmla="*/ 89 h 94"/>
                <a:gd name="T12" fmla="*/ 3 w 102"/>
                <a:gd name="T13" fmla="*/ 3 h 94"/>
                <a:gd name="T14" fmla="*/ 30 w 102"/>
                <a:gd name="T15" fmla="*/ 5 h 94"/>
                <a:gd name="T16" fmla="*/ 10 w 102"/>
                <a:gd name="T17" fmla="*/ 37 h 94"/>
                <a:gd name="T18" fmla="*/ 89 w 102"/>
                <a:gd name="T19" fmla="*/ 40 h 94"/>
                <a:gd name="T20" fmla="*/ 98 w 102"/>
                <a:gd name="T21" fmla="*/ 2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94">
                  <a:moveTo>
                    <a:pt x="98" y="27"/>
                  </a:moveTo>
                  <a:cubicBezTo>
                    <a:pt x="102" y="33"/>
                    <a:pt x="99" y="61"/>
                    <a:pt x="98" y="72"/>
                  </a:cubicBezTo>
                  <a:cubicBezTo>
                    <a:pt x="91" y="72"/>
                    <a:pt x="93" y="65"/>
                    <a:pt x="93" y="58"/>
                  </a:cubicBezTo>
                  <a:cubicBezTo>
                    <a:pt x="67" y="53"/>
                    <a:pt x="35" y="57"/>
                    <a:pt x="10" y="53"/>
                  </a:cubicBezTo>
                  <a:cubicBezTo>
                    <a:pt x="0" y="73"/>
                    <a:pt x="21" y="78"/>
                    <a:pt x="28" y="89"/>
                  </a:cubicBezTo>
                  <a:cubicBezTo>
                    <a:pt x="21" y="94"/>
                    <a:pt x="10" y="89"/>
                    <a:pt x="0" y="89"/>
                  </a:cubicBezTo>
                  <a:cubicBezTo>
                    <a:pt x="2" y="61"/>
                    <a:pt x="2" y="32"/>
                    <a:pt x="3" y="3"/>
                  </a:cubicBezTo>
                  <a:cubicBezTo>
                    <a:pt x="12" y="4"/>
                    <a:pt x="24" y="0"/>
                    <a:pt x="30" y="5"/>
                  </a:cubicBezTo>
                  <a:cubicBezTo>
                    <a:pt x="23" y="15"/>
                    <a:pt x="3" y="14"/>
                    <a:pt x="10" y="37"/>
                  </a:cubicBezTo>
                  <a:cubicBezTo>
                    <a:pt x="35" y="40"/>
                    <a:pt x="57" y="40"/>
                    <a:pt x="89" y="40"/>
                  </a:cubicBezTo>
                  <a:cubicBezTo>
                    <a:pt x="95" y="39"/>
                    <a:pt x="91" y="28"/>
                    <a:pt x="98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8" name="Freeform 19">
              <a:extLst>
                <a:ext uri="{FF2B5EF4-FFF2-40B4-BE49-F238E27FC236}">
                  <a16:creationId xmlns:a16="http://schemas.microsoft.com/office/drawing/2014/main" id="{752B80B8-88A0-B391-8668-0B523AF6A7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2223" y="2431098"/>
              <a:ext cx="765175" cy="695325"/>
            </a:xfrm>
            <a:custGeom>
              <a:avLst/>
              <a:gdLst>
                <a:gd name="T0" fmla="*/ 47 w 295"/>
                <a:gd name="T1" fmla="*/ 102 h 268"/>
                <a:gd name="T2" fmla="*/ 56 w 295"/>
                <a:gd name="T3" fmla="*/ 77 h 268"/>
                <a:gd name="T4" fmla="*/ 56 w 295"/>
                <a:gd name="T5" fmla="*/ 77 h 268"/>
                <a:gd name="T6" fmla="*/ 92 w 295"/>
                <a:gd name="T7" fmla="*/ 116 h 268"/>
                <a:gd name="T8" fmla="*/ 107 w 295"/>
                <a:gd name="T9" fmla="*/ 124 h 268"/>
                <a:gd name="T10" fmla="*/ 83 w 295"/>
                <a:gd name="T11" fmla="*/ 69 h 268"/>
                <a:gd name="T12" fmla="*/ 119 w 295"/>
                <a:gd name="T13" fmla="*/ 55 h 268"/>
                <a:gd name="T14" fmla="*/ 119 w 295"/>
                <a:gd name="T15" fmla="*/ 55 h 268"/>
                <a:gd name="T16" fmla="*/ 114 w 295"/>
                <a:gd name="T17" fmla="*/ 16 h 268"/>
                <a:gd name="T18" fmla="*/ 143 w 295"/>
                <a:gd name="T19" fmla="*/ 133 h 268"/>
                <a:gd name="T20" fmla="*/ 130 w 295"/>
                <a:gd name="T21" fmla="*/ 84 h 268"/>
                <a:gd name="T22" fmla="*/ 107 w 295"/>
                <a:gd name="T23" fmla="*/ 88 h 268"/>
                <a:gd name="T24" fmla="*/ 60 w 295"/>
                <a:gd name="T25" fmla="*/ 111 h 268"/>
                <a:gd name="T26" fmla="*/ 77 w 295"/>
                <a:gd name="T27" fmla="*/ 97 h 268"/>
                <a:gd name="T28" fmla="*/ 88 w 295"/>
                <a:gd name="T29" fmla="*/ 106 h 268"/>
                <a:gd name="T30" fmla="*/ 143 w 295"/>
                <a:gd name="T31" fmla="*/ 133 h 268"/>
                <a:gd name="T32" fmla="*/ 146 w 295"/>
                <a:gd name="T33" fmla="*/ 25 h 268"/>
                <a:gd name="T34" fmla="*/ 147 w 295"/>
                <a:gd name="T35" fmla="*/ 34 h 268"/>
                <a:gd name="T36" fmla="*/ 151 w 295"/>
                <a:gd name="T37" fmla="*/ 183 h 268"/>
                <a:gd name="T38" fmla="*/ 109 w 295"/>
                <a:gd name="T39" fmla="*/ 147 h 268"/>
                <a:gd name="T40" fmla="*/ 97 w 295"/>
                <a:gd name="T41" fmla="*/ 133 h 268"/>
                <a:gd name="T42" fmla="*/ 97 w 295"/>
                <a:gd name="T43" fmla="*/ 158 h 268"/>
                <a:gd name="T44" fmla="*/ 148 w 295"/>
                <a:gd name="T45" fmla="*/ 201 h 268"/>
                <a:gd name="T46" fmla="*/ 134 w 295"/>
                <a:gd name="T47" fmla="*/ 214 h 268"/>
                <a:gd name="T48" fmla="*/ 109 w 295"/>
                <a:gd name="T49" fmla="*/ 240 h 268"/>
                <a:gd name="T50" fmla="*/ 140 w 295"/>
                <a:gd name="T51" fmla="*/ 224 h 268"/>
                <a:gd name="T52" fmla="*/ 158 w 295"/>
                <a:gd name="T53" fmla="*/ 215 h 268"/>
                <a:gd name="T54" fmla="*/ 146 w 295"/>
                <a:gd name="T55" fmla="*/ 153 h 268"/>
                <a:gd name="T56" fmla="*/ 159 w 295"/>
                <a:gd name="T57" fmla="*/ 159 h 268"/>
                <a:gd name="T58" fmla="*/ 164 w 295"/>
                <a:gd name="T59" fmla="*/ 136 h 268"/>
                <a:gd name="T60" fmla="*/ 200 w 295"/>
                <a:gd name="T61" fmla="*/ 129 h 268"/>
                <a:gd name="T62" fmla="*/ 193 w 295"/>
                <a:gd name="T63" fmla="*/ 120 h 268"/>
                <a:gd name="T64" fmla="*/ 200 w 295"/>
                <a:gd name="T65" fmla="*/ 129 h 268"/>
                <a:gd name="T66" fmla="*/ 242 w 295"/>
                <a:gd name="T67" fmla="*/ 133 h 268"/>
                <a:gd name="T68" fmla="*/ 263 w 295"/>
                <a:gd name="T69" fmla="*/ 206 h 268"/>
                <a:gd name="T70" fmla="*/ 244 w 295"/>
                <a:gd name="T71" fmla="*/ 168 h 268"/>
                <a:gd name="T72" fmla="*/ 241 w 295"/>
                <a:gd name="T73" fmla="*/ 177 h 268"/>
                <a:gd name="T74" fmla="*/ 270 w 295"/>
                <a:gd name="T75" fmla="*/ 155 h 268"/>
                <a:gd name="T76" fmla="*/ 255 w 295"/>
                <a:gd name="T77" fmla="*/ 155 h 268"/>
                <a:gd name="T78" fmla="*/ 270 w 295"/>
                <a:gd name="T79" fmla="*/ 183 h 268"/>
                <a:gd name="T80" fmla="*/ 270 w 295"/>
                <a:gd name="T81" fmla="*/ 183 h 268"/>
                <a:gd name="T82" fmla="*/ 283 w 295"/>
                <a:gd name="T83" fmla="*/ 252 h 268"/>
                <a:gd name="T84" fmla="*/ 231 w 295"/>
                <a:gd name="T85" fmla="*/ 217 h 268"/>
                <a:gd name="T86" fmla="*/ 160 w 295"/>
                <a:gd name="T87" fmla="*/ 264 h 268"/>
                <a:gd name="T88" fmla="*/ 107 w 295"/>
                <a:gd name="T89" fmla="*/ 224 h 268"/>
                <a:gd name="T90" fmla="*/ 30 w 295"/>
                <a:gd name="T91" fmla="*/ 258 h 268"/>
                <a:gd name="T92" fmla="*/ 19 w 295"/>
                <a:gd name="T93" fmla="*/ 224 h 268"/>
                <a:gd name="T94" fmla="*/ 64 w 295"/>
                <a:gd name="T95" fmla="*/ 48 h 268"/>
                <a:gd name="T96" fmla="*/ 85 w 295"/>
                <a:gd name="T97" fmla="*/ 5 h 268"/>
                <a:gd name="T98" fmla="*/ 160 w 295"/>
                <a:gd name="T99" fmla="*/ 76 h 268"/>
                <a:gd name="T100" fmla="*/ 208 w 295"/>
                <a:gd name="T101" fmla="*/ 107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95" h="268">
                  <a:moveTo>
                    <a:pt x="42" y="115"/>
                  </a:moveTo>
                  <a:cubicBezTo>
                    <a:pt x="49" y="117"/>
                    <a:pt x="50" y="105"/>
                    <a:pt x="47" y="102"/>
                  </a:cubicBezTo>
                  <a:cubicBezTo>
                    <a:pt x="44" y="106"/>
                    <a:pt x="41" y="109"/>
                    <a:pt x="42" y="115"/>
                  </a:cubicBezTo>
                  <a:close/>
                  <a:moveTo>
                    <a:pt x="56" y="77"/>
                  </a:moveTo>
                  <a:cubicBezTo>
                    <a:pt x="63" y="76"/>
                    <a:pt x="68" y="73"/>
                    <a:pt x="68" y="64"/>
                  </a:cubicBezTo>
                  <a:cubicBezTo>
                    <a:pt x="61" y="60"/>
                    <a:pt x="55" y="68"/>
                    <a:pt x="56" y="77"/>
                  </a:cubicBezTo>
                  <a:close/>
                  <a:moveTo>
                    <a:pt x="107" y="124"/>
                  </a:moveTo>
                  <a:cubicBezTo>
                    <a:pt x="107" y="116"/>
                    <a:pt x="98" y="112"/>
                    <a:pt x="92" y="116"/>
                  </a:cubicBezTo>
                  <a:cubicBezTo>
                    <a:pt x="91" y="122"/>
                    <a:pt x="97" y="124"/>
                    <a:pt x="97" y="129"/>
                  </a:cubicBezTo>
                  <a:cubicBezTo>
                    <a:pt x="102" y="129"/>
                    <a:pt x="103" y="125"/>
                    <a:pt x="107" y="124"/>
                  </a:cubicBezTo>
                  <a:close/>
                  <a:moveTo>
                    <a:pt x="105" y="69"/>
                  </a:moveTo>
                  <a:cubicBezTo>
                    <a:pt x="107" y="59"/>
                    <a:pt x="83" y="59"/>
                    <a:pt x="83" y="69"/>
                  </a:cubicBezTo>
                  <a:cubicBezTo>
                    <a:pt x="90" y="72"/>
                    <a:pt x="97" y="67"/>
                    <a:pt x="105" y="69"/>
                  </a:cubicBezTo>
                  <a:close/>
                  <a:moveTo>
                    <a:pt x="119" y="55"/>
                  </a:moveTo>
                  <a:cubicBezTo>
                    <a:pt x="116" y="38"/>
                    <a:pt x="103" y="31"/>
                    <a:pt x="90" y="25"/>
                  </a:cubicBezTo>
                  <a:cubicBezTo>
                    <a:pt x="96" y="39"/>
                    <a:pt x="108" y="48"/>
                    <a:pt x="119" y="55"/>
                  </a:cubicBezTo>
                  <a:close/>
                  <a:moveTo>
                    <a:pt x="123" y="38"/>
                  </a:moveTo>
                  <a:cubicBezTo>
                    <a:pt x="118" y="33"/>
                    <a:pt x="120" y="20"/>
                    <a:pt x="114" y="16"/>
                  </a:cubicBezTo>
                  <a:cubicBezTo>
                    <a:pt x="109" y="25"/>
                    <a:pt x="115" y="36"/>
                    <a:pt x="123" y="38"/>
                  </a:cubicBezTo>
                  <a:close/>
                  <a:moveTo>
                    <a:pt x="143" y="133"/>
                  </a:moveTo>
                  <a:cubicBezTo>
                    <a:pt x="157" y="112"/>
                    <a:pt x="114" y="109"/>
                    <a:pt x="105" y="93"/>
                  </a:cubicBezTo>
                  <a:cubicBezTo>
                    <a:pt x="120" y="96"/>
                    <a:pt x="116" y="74"/>
                    <a:pt x="130" y="84"/>
                  </a:cubicBezTo>
                  <a:cubicBezTo>
                    <a:pt x="129" y="78"/>
                    <a:pt x="125" y="74"/>
                    <a:pt x="121" y="72"/>
                  </a:cubicBezTo>
                  <a:cubicBezTo>
                    <a:pt x="116" y="78"/>
                    <a:pt x="115" y="86"/>
                    <a:pt x="107" y="88"/>
                  </a:cubicBezTo>
                  <a:cubicBezTo>
                    <a:pt x="92" y="79"/>
                    <a:pt x="65" y="77"/>
                    <a:pt x="55" y="91"/>
                  </a:cubicBezTo>
                  <a:cubicBezTo>
                    <a:pt x="56" y="98"/>
                    <a:pt x="53" y="111"/>
                    <a:pt x="60" y="111"/>
                  </a:cubicBezTo>
                  <a:cubicBezTo>
                    <a:pt x="66" y="106"/>
                    <a:pt x="64" y="93"/>
                    <a:pt x="72" y="91"/>
                  </a:cubicBezTo>
                  <a:cubicBezTo>
                    <a:pt x="75" y="92"/>
                    <a:pt x="77" y="95"/>
                    <a:pt x="77" y="97"/>
                  </a:cubicBezTo>
                  <a:cubicBezTo>
                    <a:pt x="74" y="103"/>
                    <a:pt x="75" y="112"/>
                    <a:pt x="77" y="120"/>
                  </a:cubicBezTo>
                  <a:cubicBezTo>
                    <a:pt x="86" y="120"/>
                    <a:pt x="82" y="109"/>
                    <a:pt x="88" y="106"/>
                  </a:cubicBezTo>
                  <a:cubicBezTo>
                    <a:pt x="107" y="98"/>
                    <a:pt x="108" y="120"/>
                    <a:pt x="125" y="112"/>
                  </a:cubicBezTo>
                  <a:cubicBezTo>
                    <a:pt x="132" y="119"/>
                    <a:pt x="137" y="126"/>
                    <a:pt x="143" y="133"/>
                  </a:cubicBezTo>
                  <a:close/>
                  <a:moveTo>
                    <a:pt x="147" y="34"/>
                  </a:moveTo>
                  <a:cubicBezTo>
                    <a:pt x="148" y="30"/>
                    <a:pt x="147" y="28"/>
                    <a:pt x="146" y="25"/>
                  </a:cubicBezTo>
                  <a:cubicBezTo>
                    <a:pt x="143" y="25"/>
                    <a:pt x="142" y="25"/>
                    <a:pt x="140" y="25"/>
                  </a:cubicBezTo>
                  <a:cubicBezTo>
                    <a:pt x="141" y="29"/>
                    <a:pt x="142" y="34"/>
                    <a:pt x="147" y="34"/>
                  </a:cubicBezTo>
                  <a:close/>
                  <a:moveTo>
                    <a:pt x="148" y="201"/>
                  </a:moveTo>
                  <a:cubicBezTo>
                    <a:pt x="152" y="195"/>
                    <a:pt x="151" y="191"/>
                    <a:pt x="151" y="183"/>
                  </a:cubicBezTo>
                  <a:cubicBezTo>
                    <a:pt x="132" y="176"/>
                    <a:pt x="103" y="179"/>
                    <a:pt x="102" y="154"/>
                  </a:cubicBezTo>
                  <a:cubicBezTo>
                    <a:pt x="101" y="149"/>
                    <a:pt x="110" y="154"/>
                    <a:pt x="109" y="147"/>
                  </a:cubicBezTo>
                  <a:cubicBezTo>
                    <a:pt x="104" y="143"/>
                    <a:pt x="99" y="154"/>
                    <a:pt x="93" y="149"/>
                  </a:cubicBezTo>
                  <a:cubicBezTo>
                    <a:pt x="93" y="143"/>
                    <a:pt x="102" y="138"/>
                    <a:pt x="97" y="133"/>
                  </a:cubicBezTo>
                  <a:cubicBezTo>
                    <a:pt x="96" y="139"/>
                    <a:pt x="85" y="135"/>
                    <a:pt x="77" y="136"/>
                  </a:cubicBezTo>
                  <a:cubicBezTo>
                    <a:pt x="77" y="150"/>
                    <a:pt x="82" y="159"/>
                    <a:pt x="97" y="158"/>
                  </a:cubicBezTo>
                  <a:cubicBezTo>
                    <a:pt x="101" y="167"/>
                    <a:pt x="105" y="176"/>
                    <a:pt x="114" y="181"/>
                  </a:cubicBezTo>
                  <a:cubicBezTo>
                    <a:pt x="129" y="177"/>
                    <a:pt x="136" y="196"/>
                    <a:pt x="148" y="201"/>
                  </a:cubicBezTo>
                  <a:close/>
                  <a:moveTo>
                    <a:pt x="158" y="215"/>
                  </a:moveTo>
                  <a:cubicBezTo>
                    <a:pt x="148" y="221"/>
                    <a:pt x="143" y="207"/>
                    <a:pt x="134" y="214"/>
                  </a:cubicBezTo>
                  <a:cubicBezTo>
                    <a:pt x="129" y="211"/>
                    <a:pt x="136" y="198"/>
                    <a:pt x="127" y="198"/>
                  </a:cubicBezTo>
                  <a:cubicBezTo>
                    <a:pt x="130" y="219"/>
                    <a:pt x="121" y="231"/>
                    <a:pt x="109" y="240"/>
                  </a:cubicBezTo>
                  <a:cubicBezTo>
                    <a:pt x="119" y="244"/>
                    <a:pt x="125" y="244"/>
                    <a:pt x="135" y="240"/>
                  </a:cubicBezTo>
                  <a:cubicBezTo>
                    <a:pt x="138" y="236"/>
                    <a:pt x="135" y="225"/>
                    <a:pt x="140" y="224"/>
                  </a:cubicBezTo>
                  <a:cubicBezTo>
                    <a:pt x="151" y="224"/>
                    <a:pt x="140" y="245"/>
                    <a:pt x="151" y="244"/>
                  </a:cubicBezTo>
                  <a:cubicBezTo>
                    <a:pt x="149" y="227"/>
                    <a:pt x="149" y="224"/>
                    <a:pt x="158" y="215"/>
                  </a:cubicBezTo>
                  <a:close/>
                  <a:moveTo>
                    <a:pt x="159" y="159"/>
                  </a:moveTo>
                  <a:cubicBezTo>
                    <a:pt x="162" y="150"/>
                    <a:pt x="151" y="148"/>
                    <a:pt x="146" y="153"/>
                  </a:cubicBezTo>
                  <a:cubicBezTo>
                    <a:pt x="146" y="154"/>
                    <a:pt x="146" y="155"/>
                    <a:pt x="146" y="158"/>
                  </a:cubicBezTo>
                  <a:cubicBezTo>
                    <a:pt x="149" y="159"/>
                    <a:pt x="153" y="160"/>
                    <a:pt x="159" y="159"/>
                  </a:cubicBezTo>
                  <a:close/>
                  <a:moveTo>
                    <a:pt x="167" y="147"/>
                  </a:moveTo>
                  <a:cubicBezTo>
                    <a:pt x="170" y="145"/>
                    <a:pt x="170" y="136"/>
                    <a:pt x="164" y="136"/>
                  </a:cubicBezTo>
                  <a:cubicBezTo>
                    <a:pt x="163" y="138"/>
                    <a:pt x="159" y="149"/>
                    <a:pt x="167" y="147"/>
                  </a:cubicBezTo>
                  <a:close/>
                  <a:moveTo>
                    <a:pt x="200" y="129"/>
                  </a:moveTo>
                  <a:cubicBezTo>
                    <a:pt x="200" y="126"/>
                    <a:pt x="200" y="124"/>
                    <a:pt x="200" y="120"/>
                  </a:cubicBezTo>
                  <a:cubicBezTo>
                    <a:pt x="197" y="120"/>
                    <a:pt x="196" y="120"/>
                    <a:pt x="193" y="120"/>
                  </a:cubicBezTo>
                  <a:cubicBezTo>
                    <a:pt x="191" y="125"/>
                    <a:pt x="190" y="125"/>
                    <a:pt x="192" y="131"/>
                  </a:cubicBezTo>
                  <a:cubicBezTo>
                    <a:pt x="196" y="131"/>
                    <a:pt x="196" y="129"/>
                    <a:pt x="200" y="129"/>
                  </a:cubicBezTo>
                  <a:close/>
                  <a:moveTo>
                    <a:pt x="214" y="122"/>
                  </a:moveTo>
                  <a:cubicBezTo>
                    <a:pt x="217" y="134"/>
                    <a:pt x="233" y="140"/>
                    <a:pt x="242" y="133"/>
                  </a:cubicBezTo>
                  <a:cubicBezTo>
                    <a:pt x="237" y="120"/>
                    <a:pt x="228" y="122"/>
                    <a:pt x="214" y="122"/>
                  </a:cubicBezTo>
                  <a:close/>
                  <a:moveTo>
                    <a:pt x="263" y="206"/>
                  </a:moveTo>
                  <a:cubicBezTo>
                    <a:pt x="268" y="215"/>
                    <a:pt x="253" y="222"/>
                    <a:pt x="259" y="231"/>
                  </a:cubicBezTo>
                  <a:cubicBezTo>
                    <a:pt x="295" y="210"/>
                    <a:pt x="242" y="195"/>
                    <a:pt x="244" y="168"/>
                  </a:cubicBezTo>
                  <a:cubicBezTo>
                    <a:pt x="235" y="177"/>
                    <a:pt x="228" y="160"/>
                    <a:pt x="220" y="171"/>
                  </a:cubicBezTo>
                  <a:cubicBezTo>
                    <a:pt x="226" y="176"/>
                    <a:pt x="230" y="181"/>
                    <a:pt x="241" y="177"/>
                  </a:cubicBezTo>
                  <a:cubicBezTo>
                    <a:pt x="244" y="191"/>
                    <a:pt x="250" y="203"/>
                    <a:pt x="263" y="206"/>
                  </a:cubicBezTo>
                  <a:close/>
                  <a:moveTo>
                    <a:pt x="270" y="155"/>
                  </a:moveTo>
                  <a:cubicBezTo>
                    <a:pt x="270" y="147"/>
                    <a:pt x="262" y="145"/>
                    <a:pt x="256" y="141"/>
                  </a:cubicBezTo>
                  <a:cubicBezTo>
                    <a:pt x="257" y="148"/>
                    <a:pt x="256" y="152"/>
                    <a:pt x="255" y="155"/>
                  </a:cubicBezTo>
                  <a:cubicBezTo>
                    <a:pt x="259" y="155"/>
                    <a:pt x="264" y="155"/>
                    <a:pt x="270" y="155"/>
                  </a:cubicBezTo>
                  <a:close/>
                  <a:moveTo>
                    <a:pt x="270" y="183"/>
                  </a:moveTo>
                  <a:cubicBezTo>
                    <a:pt x="273" y="177"/>
                    <a:pt x="272" y="169"/>
                    <a:pt x="264" y="168"/>
                  </a:cubicBezTo>
                  <a:cubicBezTo>
                    <a:pt x="266" y="174"/>
                    <a:pt x="263" y="184"/>
                    <a:pt x="270" y="183"/>
                  </a:cubicBezTo>
                  <a:close/>
                  <a:moveTo>
                    <a:pt x="273" y="136"/>
                  </a:moveTo>
                  <a:cubicBezTo>
                    <a:pt x="291" y="164"/>
                    <a:pt x="274" y="217"/>
                    <a:pt x="283" y="252"/>
                  </a:cubicBezTo>
                  <a:cubicBezTo>
                    <a:pt x="269" y="260"/>
                    <a:pt x="246" y="268"/>
                    <a:pt x="225" y="264"/>
                  </a:cubicBezTo>
                  <a:cubicBezTo>
                    <a:pt x="211" y="248"/>
                    <a:pt x="228" y="230"/>
                    <a:pt x="231" y="217"/>
                  </a:cubicBezTo>
                  <a:cubicBezTo>
                    <a:pt x="221" y="207"/>
                    <a:pt x="207" y="222"/>
                    <a:pt x="193" y="222"/>
                  </a:cubicBezTo>
                  <a:cubicBezTo>
                    <a:pt x="190" y="244"/>
                    <a:pt x="176" y="254"/>
                    <a:pt x="160" y="264"/>
                  </a:cubicBezTo>
                  <a:cubicBezTo>
                    <a:pt x="138" y="265"/>
                    <a:pt x="88" y="268"/>
                    <a:pt x="88" y="244"/>
                  </a:cubicBezTo>
                  <a:cubicBezTo>
                    <a:pt x="88" y="230"/>
                    <a:pt x="102" y="236"/>
                    <a:pt x="107" y="224"/>
                  </a:cubicBezTo>
                  <a:cubicBezTo>
                    <a:pt x="101" y="212"/>
                    <a:pt x="83" y="211"/>
                    <a:pt x="76" y="214"/>
                  </a:cubicBezTo>
                  <a:cubicBezTo>
                    <a:pt x="55" y="220"/>
                    <a:pt x="60" y="260"/>
                    <a:pt x="30" y="258"/>
                  </a:cubicBezTo>
                  <a:cubicBezTo>
                    <a:pt x="19" y="258"/>
                    <a:pt x="0" y="249"/>
                    <a:pt x="1" y="230"/>
                  </a:cubicBezTo>
                  <a:cubicBezTo>
                    <a:pt x="5" y="225"/>
                    <a:pt x="14" y="227"/>
                    <a:pt x="19" y="224"/>
                  </a:cubicBezTo>
                  <a:cubicBezTo>
                    <a:pt x="35" y="207"/>
                    <a:pt x="35" y="169"/>
                    <a:pt x="15" y="158"/>
                  </a:cubicBezTo>
                  <a:cubicBezTo>
                    <a:pt x="5" y="95"/>
                    <a:pt x="44" y="81"/>
                    <a:pt x="64" y="48"/>
                  </a:cubicBezTo>
                  <a:cubicBezTo>
                    <a:pt x="65" y="39"/>
                    <a:pt x="60" y="35"/>
                    <a:pt x="60" y="25"/>
                  </a:cubicBezTo>
                  <a:cubicBezTo>
                    <a:pt x="66" y="16"/>
                    <a:pt x="85" y="16"/>
                    <a:pt x="85" y="5"/>
                  </a:cubicBezTo>
                  <a:cubicBezTo>
                    <a:pt x="101" y="3"/>
                    <a:pt x="115" y="3"/>
                    <a:pt x="131" y="0"/>
                  </a:cubicBezTo>
                  <a:cubicBezTo>
                    <a:pt x="152" y="11"/>
                    <a:pt x="165" y="47"/>
                    <a:pt x="160" y="76"/>
                  </a:cubicBezTo>
                  <a:cubicBezTo>
                    <a:pt x="159" y="88"/>
                    <a:pt x="147" y="96"/>
                    <a:pt x="148" y="110"/>
                  </a:cubicBezTo>
                  <a:cubicBezTo>
                    <a:pt x="168" y="125"/>
                    <a:pt x="190" y="109"/>
                    <a:pt x="208" y="107"/>
                  </a:cubicBezTo>
                  <a:cubicBezTo>
                    <a:pt x="231" y="106"/>
                    <a:pt x="261" y="117"/>
                    <a:pt x="273" y="1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9" name="Freeform 20">
              <a:extLst>
                <a:ext uri="{FF2B5EF4-FFF2-40B4-BE49-F238E27FC236}">
                  <a16:creationId xmlns:a16="http://schemas.microsoft.com/office/drawing/2014/main" id="{8EC21938-F3CE-2F3C-0738-7895828EC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6248" y="4424998"/>
              <a:ext cx="282575" cy="149225"/>
            </a:xfrm>
            <a:custGeom>
              <a:avLst/>
              <a:gdLst>
                <a:gd name="T0" fmla="*/ 104 w 109"/>
                <a:gd name="T1" fmla="*/ 12 h 58"/>
                <a:gd name="T2" fmla="*/ 98 w 109"/>
                <a:gd name="T3" fmla="*/ 57 h 58"/>
                <a:gd name="T4" fmla="*/ 95 w 109"/>
                <a:gd name="T5" fmla="*/ 43 h 58"/>
                <a:gd name="T6" fmla="*/ 17 w 109"/>
                <a:gd name="T7" fmla="*/ 31 h 58"/>
                <a:gd name="T8" fmla="*/ 9 w 109"/>
                <a:gd name="T9" fmla="*/ 44 h 58"/>
                <a:gd name="T10" fmla="*/ 10 w 109"/>
                <a:gd name="T11" fmla="*/ 0 h 58"/>
                <a:gd name="T12" fmla="*/ 15 w 109"/>
                <a:gd name="T13" fmla="*/ 0 h 58"/>
                <a:gd name="T14" fmla="*/ 17 w 109"/>
                <a:gd name="T15" fmla="*/ 14 h 58"/>
                <a:gd name="T16" fmla="*/ 92 w 109"/>
                <a:gd name="T17" fmla="*/ 26 h 58"/>
                <a:gd name="T18" fmla="*/ 104 w 109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58">
                  <a:moveTo>
                    <a:pt x="104" y="12"/>
                  </a:moveTo>
                  <a:cubicBezTo>
                    <a:pt x="109" y="20"/>
                    <a:pt x="103" y="48"/>
                    <a:pt x="98" y="57"/>
                  </a:cubicBezTo>
                  <a:cubicBezTo>
                    <a:pt x="92" y="58"/>
                    <a:pt x="100" y="45"/>
                    <a:pt x="95" y="43"/>
                  </a:cubicBezTo>
                  <a:cubicBezTo>
                    <a:pt x="70" y="38"/>
                    <a:pt x="44" y="34"/>
                    <a:pt x="17" y="31"/>
                  </a:cubicBezTo>
                  <a:cubicBezTo>
                    <a:pt x="11" y="33"/>
                    <a:pt x="12" y="42"/>
                    <a:pt x="9" y="44"/>
                  </a:cubicBezTo>
                  <a:cubicBezTo>
                    <a:pt x="0" y="34"/>
                    <a:pt x="11" y="14"/>
                    <a:pt x="10" y="0"/>
                  </a:cubicBezTo>
                  <a:cubicBezTo>
                    <a:pt x="12" y="0"/>
                    <a:pt x="14" y="0"/>
                    <a:pt x="15" y="0"/>
                  </a:cubicBezTo>
                  <a:cubicBezTo>
                    <a:pt x="16" y="5"/>
                    <a:pt x="15" y="11"/>
                    <a:pt x="17" y="14"/>
                  </a:cubicBezTo>
                  <a:cubicBezTo>
                    <a:pt x="39" y="20"/>
                    <a:pt x="69" y="20"/>
                    <a:pt x="92" y="26"/>
                  </a:cubicBezTo>
                  <a:cubicBezTo>
                    <a:pt x="100" y="26"/>
                    <a:pt x="99" y="16"/>
                    <a:pt x="10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1" name="Freeform 21">
              <a:extLst>
                <a:ext uri="{FF2B5EF4-FFF2-40B4-BE49-F238E27FC236}">
                  <a16:creationId xmlns:a16="http://schemas.microsoft.com/office/drawing/2014/main" id="{89764988-2416-DA01-CC59-2F306EC72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985" y="4577398"/>
              <a:ext cx="312737" cy="236538"/>
            </a:xfrm>
            <a:custGeom>
              <a:avLst/>
              <a:gdLst>
                <a:gd name="T0" fmla="*/ 71 w 120"/>
                <a:gd name="T1" fmla="*/ 80 h 91"/>
                <a:gd name="T2" fmla="*/ 109 w 120"/>
                <a:gd name="T3" fmla="*/ 48 h 91"/>
                <a:gd name="T4" fmla="*/ 98 w 120"/>
                <a:gd name="T5" fmla="*/ 33 h 91"/>
                <a:gd name="T6" fmla="*/ 52 w 120"/>
                <a:gd name="T7" fmla="*/ 70 h 91"/>
                <a:gd name="T8" fmla="*/ 26 w 120"/>
                <a:gd name="T9" fmla="*/ 15 h 91"/>
                <a:gd name="T10" fmla="*/ 24 w 120"/>
                <a:gd name="T11" fmla="*/ 5 h 91"/>
                <a:gd name="T12" fmla="*/ 55 w 120"/>
                <a:gd name="T13" fmla="*/ 14 h 91"/>
                <a:gd name="T14" fmla="*/ 31 w 120"/>
                <a:gd name="T15" fmla="*/ 23 h 91"/>
                <a:gd name="T16" fmla="*/ 38 w 120"/>
                <a:gd name="T17" fmla="*/ 57 h 91"/>
                <a:gd name="T18" fmla="*/ 102 w 120"/>
                <a:gd name="T19" fmla="*/ 21 h 91"/>
                <a:gd name="T20" fmla="*/ 102 w 120"/>
                <a:gd name="T21" fmla="*/ 80 h 91"/>
                <a:gd name="T22" fmla="*/ 103 w 120"/>
                <a:gd name="T23" fmla="*/ 91 h 91"/>
                <a:gd name="T24" fmla="*/ 71 w 120"/>
                <a:gd name="T25" fmla="*/ 8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1">
                  <a:moveTo>
                    <a:pt x="71" y="80"/>
                  </a:moveTo>
                  <a:cubicBezTo>
                    <a:pt x="88" y="71"/>
                    <a:pt x="113" y="76"/>
                    <a:pt x="109" y="48"/>
                  </a:cubicBezTo>
                  <a:cubicBezTo>
                    <a:pt x="108" y="43"/>
                    <a:pt x="104" y="36"/>
                    <a:pt x="98" y="33"/>
                  </a:cubicBezTo>
                  <a:cubicBezTo>
                    <a:pt x="72" y="26"/>
                    <a:pt x="77" y="60"/>
                    <a:pt x="52" y="70"/>
                  </a:cubicBezTo>
                  <a:cubicBezTo>
                    <a:pt x="19" y="83"/>
                    <a:pt x="0" y="37"/>
                    <a:pt x="26" y="15"/>
                  </a:cubicBezTo>
                  <a:cubicBezTo>
                    <a:pt x="26" y="12"/>
                    <a:pt x="22" y="10"/>
                    <a:pt x="24" y="5"/>
                  </a:cubicBezTo>
                  <a:cubicBezTo>
                    <a:pt x="33" y="8"/>
                    <a:pt x="52" y="10"/>
                    <a:pt x="55" y="14"/>
                  </a:cubicBezTo>
                  <a:cubicBezTo>
                    <a:pt x="51" y="24"/>
                    <a:pt x="40" y="18"/>
                    <a:pt x="31" y="23"/>
                  </a:cubicBezTo>
                  <a:cubicBezTo>
                    <a:pt x="19" y="31"/>
                    <a:pt x="14" y="59"/>
                    <a:pt x="38" y="57"/>
                  </a:cubicBezTo>
                  <a:cubicBezTo>
                    <a:pt x="58" y="56"/>
                    <a:pt x="69" y="0"/>
                    <a:pt x="102" y="21"/>
                  </a:cubicBezTo>
                  <a:cubicBezTo>
                    <a:pt x="117" y="29"/>
                    <a:pt x="120" y="65"/>
                    <a:pt x="102" y="80"/>
                  </a:cubicBezTo>
                  <a:cubicBezTo>
                    <a:pt x="98" y="84"/>
                    <a:pt x="109" y="85"/>
                    <a:pt x="103" y="91"/>
                  </a:cubicBezTo>
                  <a:cubicBezTo>
                    <a:pt x="92" y="88"/>
                    <a:pt x="76" y="89"/>
                    <a:pt x="71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2" name="Freeform 22">
              <a:extLst>
                <a:ext uri="{FF2B5EF4-FFF2-40B4-BE49-F238E27FC236}">
                  <a16:creationId xmlns:a16="http://schemas.microsoft.com/office/drawing/2014/main" id="{B3A4290C-98C9-66A8-B4F9-01E946F10B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0198" y="4723448"/>
              <a:ext cx="334962" cy="347663"/>
            </a:xfrm>
            <a:custGeom>
              <a:avLst/>
              <a:gdLst>
                <a:gd name="T0" fmla="*/ 56 w 129"/>
                <a:gd name="T1" fmla="*/ 85 h 134"/>
                <a:gd name="T2" fmla="*/ 32 w 129"/>
                <a:gd name="T3" fmla="*/ 44 h 134"/>
                <a:gd name="T4" fmla="*/ 19 w 129"/>
                <a:gd name="T5" fmla="*/ 66 h 134"/>
                <a:gd name="T6" fmla="*/ 56 w 129"/>
                <a:gd name="T7" fmla="*/ 85 h 134"/>
                <a:gd name="T8" fmla="*/ 128 w 129"/>
                <a:gd name="T9" fmla="*/ 48 h 134"/>
                <a:gd name="T10" fmla="*/ 115 w 129"/>
                <a:gd name="T11" fmla="*/ 75 h 134"/>
                <a:gd name="T12" fmla="*/ 61 w 129"/>
                <a:gd name="T13" fmla="*/ 85 h 134"/>
                <a:gd name="T14" fmla="*/ 90 w 129"/>
                <a:gd name="T15" fmla="*/ 105 h 134"/>
                <a:gd name="T16" fmla="*/ 102 w 129"/>
                <a:gd name="T17" fmla="*/ 96 h 134"/>
                <a:gd name="T18" fmla="*/ 83 w 129"/>
                <a:gd name="T19" fmla="*/ 134 h 134"/>
                <a:gd name="T20" fmla="*/ 83 w 129"/>
                <a:gd name="T21" fmla="*/ 121 h 134"/>
                <a:gd name="T22" fmla="*/ 16 w 129"/>
                <a:gd name="T23" fmla="*/ 82 h 134"/>
                <a:gd name="T24" fmla="*/ 0 w 129"/>
                <a:gd name="T25" fmla="*/ 89 h 134"/>
                <a:gd name="T26" fmla="*/ 70 w 129"/>
                <a:gd name="T27" fmla="*/ 46 h 134"/>
                <a:gd name="T28" fmla="*/ 68 w 129"/>
                <a:gd name="T29" fmla="*/ 63 h 134"/>
                <a:gd name="T30" fmla="*/ 128 w 129"/>
                <a:gd name="T31" fmla="*/ 48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9" h="134">
                  <a:moveTo>
                    <a:pt x="56" y="85"/>
                  </a:moveTo>
                  <a:cubicBezTo>
                    <a:pt x="67" y="67"/>
                    <a:pt x="59" y="39"/>
                    <a:pt x="32" y="44"/>
                  </a:cubicBezTo>
                  <a:cubicBezTo>
                    <a:pt x="27" y="51"/>
                    <a:pt x="21" y="56"/>
                    <a:pt x="19" y="66"/>
                  </a:cubicBezTo>
                  <a:cubicBezTo>
                    <a:pt x="32" y="72"/>
                    <a:pt x="43" y="80"/>
                    <a:pt x="56" y="85"/>
                  </a:cubicBezTo>
                  <a:close/>
                  <a:moveTo>
                    <a:pt x="128" y="48"/>
                  </a:moveTo>
                  <a:cubicBezTo>
                    <a:pt x="129" y="56"/>
                    <a:pt x="121" y="68"/>
                    <a:pt x="115" y="75"/>
                  </a:cubicBezTo>
                  <a:cubicBezTo>
                    <a:pt x="94" y="77"/>
                    <a:pt x="68" y="73"/>
                    <a:pt x="61" y="85"/>
                  </a:cubicBezTo>
                  <a:cubicBezTo>
                    <a:pt x="66" y="97"/>
                    <a:pt x="81" y="97"/>
                    <a:pt x="90" y="105"/>
                  </a:cubicBezTo>
                  <a:cubicBezTo>
                    <a:pt x="98" y="105"/>
                    <a:pt x="96" y="96"/>
                    <a:pt x="102" y="96"/>
                  </a:cubicBezTo>
                  <a:cubicBezTo>
                    <a:pt x="102" y="108"/>
                    <a:pt x="89" y="129"/>
                    <a:pt x="83" y="134"/>
                  </a:cubicBezTo>
                  <a:cubicBezTo>
                    <a:pt x="76" y="134"/>
                    <a:pt x="87" y="128"/>
                    <a:pt x="83" y="121"/>
                  </a:cubicBezTo>
                  <a:cubicBezTo>
                    <a:pt x="63" y="105"/>
                    <a:pt x="39" y="95"/>
                    <a:pt x="16" y="82"/>
                  </a:cubicBezTo>
                  <a:cubicBezTo>
                    <a:pt x="7" y="80"/>
                    <a:pt x="10" y="91"/>
                    <a:pt x="0" y="89"/>
                  </a:cubicBezTo>
                  <a:cubicBezTo>
                    <a:pt x="8" y="61"/>
                    <a:pt x="43" y="0"/>
                    <a:pt x="70" y="46"/>
                  </a:cubicBezTo>
                  <a:cubicBezTo>
                    <a:pt x="70" y="52"/>
                    <a:pt x="71" y="61"/>
                    <a:pt x="68" y="63"/>
                  </a:cubicBezTo>
                  <a:cubicBezTo>
                    <a:pt x="90" y="61"/>
                    <a:pt x="116" y="61"/>
                    <a:pt x="128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id="{D7DE21EE-E307-51D7-38BD-BA2DBCB74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7323" y="4993323"/>
              <a:ext cx="327025" cy="312738"/>
            </a:xfrm>
            <a:custGeom>
              <a:avLst/>
              <a:gdLst>
                <a:gd name="T0" fmla="*/ 103 w 126"/>
                <a:gd name="T1" fmla="*/ 40 h 121"/>
                <a:gd name="T2" fmla="*/ 126 w 126"/>
                <a:gd name="T3" fmla="*/ 58 h 121"/>
                <a:gd name="T4" fmla="*/ 71 w 126"/>
                <a:gd name="T5" fmla="*/ 121 h 121"/>
                <a:gd name="T6" fmla="*/ 74 w 126"/>
                <a:gd name="T7" fmla="*/ 107 h 121"/>
                <a:gd name="T8" fmla="*/ 16 w 126"/>
                <a:gd name="T9" fmla="*/ 55 h 121"/>
                <a:gd name="T10" fmla="*/ 0 w 126"/>
                <a:gd name="T11" fmla="*/ 60 h 121"/>
                <a:gd name="T12" fmla="*/ 46 w 126"/>
                <a:gd name="T13" fmla="*/ 0 h 121"/>
                <a:gd name="T14" fmla="*/ 63 w 126"/>
                <a:gd name="T15" fmla="*/ 15 h 121"/>
                <a:gd name="T16" fmla="*/ 43 w 126"/>
                <a:gd name="T17" fmla="*/ 17 h 121"/>
                <a:gd name="T18" fmla="*/ 22 w 126"/>
                <a:gd name="T19" fmla="*/ 39 h 121"/>
                <a:gd name="T20" fmla="*/ 50 w 126"/>
                <a:gd name="T21" fmla="*/ 64 h 121"/>
                <a:gd name="T22" fmla="*/ 57 w 126"/>
                <a:gd name="T23" fmla="*/ 31 h 121"/>
                <a:gd name="T24" fmla="*/ 90 w 126"/>
                <a:gd name="T25" fmla="*/ 55 h 121"/>
                <a:gd name="T26" fmla="*/ 57 w 126"/>
                <a:gd name="T27" fmla="*/ 67 h 121"/>
                <a:gd name="T28" fmla="*/ 87 w 126"/>
                <a:gd name="T29" fmla="*/ 92 h 121"/>
                <a:gd name="T30" fmla="*/ 103 w 126"/>
                <a:gd name="T31" fmla="*/ 4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6" h="121">
                  <a:moveTo>
                    <a:pt x="103" y="40"/>
                  </a:moveTo>
                  <a:cubicBezTo>
                    <a:pt x="111" y="39"/>
                    <a:pt x="116" y="55"/>
                    <a:pt x="126" y="58"/>
                  </a:cubicBezTo>
                  <a:cubicBezTo>
                    <a:pt x="107" y="78"/>
                    <a:pt x="92" y="110"/>
                    <a:pt x="71" y="121"/>
                  </a:cubicBezTo>
                  <a:cubicBezTo>
                    <a:pt x="71" y="115"/>
                    <a:pt x="78" y="111"/>
                    <a:pt x="74" y="107"/>
                  </a:cubicBezTo>
                  <a:cubicBezTo>
                    <a:pt x="57" y="87"/>
                    <a:pt x="35" y="72"/>
                    <a:pt x="16" y="55"/>
                  </a:cubicBezTo>
                  <a:cubicBezTo>
                    <a:pt x="8" y="54"/>
                    <a:pt x="6" y="66"/>
                    <a:pt x="0" y="60"/>
                  </a:cubicBezTo>
                  <a:cubicBezTo>
                    <a:pt x="13" y="38"/>
                    <a:pt x="33" y="21"/>
                    <a:pt x="46" y="0"/>
                  </a:cubicBezTo>
                  <a:cubicBezTo>
                    <a:pt x="52" y="4"/>
                    <a:pt x="63" y="11"/>
                    <a:pt x="63" y="15"/>
                  </a:cubicBezTo>
                  <a:cubicBezTo>
                    <a:pt x="62" y="24"/>
                    <a:pt x="51" y="14"/>
                    <a:pt x="43" y="17"/>
                  </a:cubicBezTo>
                  <a:cubicBezTo>
                    <a:pt x="41" y="20"/>
                    <a:pt x="22" y="34"/>
                    <a:pt x="22" y="39"/>
                  </a:cubicBezTo>
                  <a:cubicBezTo>
                    <a:pt x="23" y="49"/>
                    <a:pt x="44" y="54"/>
                    <a:pt x="50" y="64"/>
                  </a:cubicBezTo>
                  <a:cubicBezTo>
                    <a:pt x="63" y="60"/>
                    <a:pt x="65" y="41"/>
                    <a:pt x="57" y="31"/>
                  </a:cubicBezTo>
                  <a:cubicBezTo>
                    <a:pt x="68" y="31"/>
                    <a:pt x="78" y="49"/>
                    <a:pt x="90" y="55"/>
                  </a:cubicBezTo>
                  <a:cubicBezTo>
                    <a:pt x="81" y="58"/>
                    <a:pt x="61" y="52"/>
                    <a:pt x="57" y="67"/>
                  </a:cubicBezTo>
                  <a:cubicBezTo>
                    <a:pt x="66" y="76"/>
                    <a:pt x="74" y="93"/>
                    <a:pt x="87" y="92"/>
                  </a:cubicBezTo>
                  <a:cubicBezTo>
                    <a:pt x="105" y="92"/>
                    <a:pt x="116" y="60"/>
                    <a:pt x="103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5" name="Freeform 24">
              <a:extLst>
                <a:ext uri="{FF2B5EF4-FFF2-40B4-BE49-F238E27FC236}">
                  <a16:creationId xmlns:a16="http://schemas.microsoft.com/office/drawing/2014/main" id="{4D8C79EB-E8BC-B4AF-B67B-4AC193F067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1535" y="3228023"/>
              <a:ext cx="2111375" cy="2195513"/>
            </a:xfrm>
            <a:custGeom>
              <a:avLst/>
              <a:gdLst>
                <a:gd name="T0" fmla="*/ 316 w 813"/>
                <a:gd name="T1" fmla="*/ 720 h 846"/>
                <a:gd name="T2" fmla="*/ 313 w 813"/>
                <a:gd name="T3" fmla="*/ 652 h 846"/>
                <a:gd name="T4" fmla="*/ 294 w 813"/>
                <a:gd name="T5" fmla="*/ 673 h 846"/>
                <a:gd name="T6" fmla="*/ 309 w 813"/>
                <a:gd name="T7" fmla="*/ 671 h 846"/>
                <a:gd name="T8" fmla="*/ 313 w 813"/>
                <a:gd name="T9" fmla="*/ 720 h 846"/>
                <a:gd name="T10" fmla="*/ 316 w 813"/>
                <a:gd name="T11" fmla="*/ 720 h 846"/>
                <a:gd name="T12" fmla="*/ 377 w 813"/>
                <a:gd name="T13" fmla="*/ 720 h 846"/>
                <a:gd name="T14" fmla="*/ 391 w 813"/>
                <a:gd name="T15" fmla="*/ 671 h 846"/>
                <a:gd name="T16" fmla="*/ 349 w 813"/>
                <a:gd name="T17" fmla="*/ 667 h 846"/>
                <a:gd name="T18" fmla="*/ 384 w 813"/>
                <a:gd name="T19" fmla="*/ 692 h 846"/>
                <a:gd name="T20" fmla="*/ 366 w 813"/>
                <a:gd name="T21" fmla="*/ 715 h 846"/>
                <a:gd name="T22" fmla="*/ 353 w 813"/>
                <a:gd name="T23" fmla="*/ 704 h 846"/>
                <a:gd name="T24" fmla="*/ 377 w 813"/>
                <a:gd name="T25" fmla="*/ 720 h 846"/>
                <a:gd name="T26" fmla="*/ 417 w 813"/>
                <a:gd name="T27" fmla="*/ 716 h 846"/>
                <a:gd name="T28" fmla="*/ 419 w 813"/>
                <a:gd name="T29" fmla="*/ 656 h 846"/>
                <a:gd name="T30" fmla="*/ 417 w 813"/>
                <a:gd name="T31" fmla="*/ 716 h 846"/>
                <a:gd name="T32" fmla="*/ 481 w 813"/>
                <a:gd name="T33" fmla="*/ 714 h 846"/>
                <a:gd name="T34" fmla="*/ 514 w 813"/>
                <a:gd name="T35" fmla="*/ 668 h 846"/>
                <a:gd name="T36" fmla="*/ 475 w 813"/>
                <a:gd name="T37" fmla="*/ 672 h 846"/>
                <a:gd name="T38" fmla="*/ 490 w 813"/>
                <a:gd name="T39" fmla="*/ 659 h 846"/>
                <a:gd name="T40" fmla="*/ 506 w 813"/>
                <a:gd name="T41" fmla="*/ 668 h 846"/>
                <a:gd name="T42" fmla="*/ 470 w 813"/>
                <a:gd name="T43" fmla="*/ 720 h 846"/>
                <a:gd name="T44" fmla="*/ 514 w 813"/>
                <a:gd name="T45" fmla="*/ 715 h 846"/>
                <a:gd name="T46" fmla="*/ 481 w 813"/>
                <a:gd name="T47" fmla="*/ 714 h 846"/>
                <a:gd name="T48" fmla="*/ 415 w 813"/>
                <a:gd name="T49" fmla="*/ 465 h 846"/>
                <a:gd name="T50" fmla="*/ 628 w 813"/>
                <a:gd name="T51" fmla="*/ 461 h 846"/>
                <a:gd name="T52" fmla="*/ 478 w 813"/>
                <a:gd name="T53" fmla="*/ 353 h 846"/>
                <a:gd name="T54" fmla="*/ 545 w 813"/>
                <a:gd name="T55" fmla="*/ 362 h 846"/>
                <a:gd name="T56" fmla="*/ 441 w 813"/>
                <a:gd name="T57" fmla="*/ 229 h 846"/>
                <a:gd name="T58" fmla="*/ 483 w 813"/>
                <a:gd name="T59" fmla="*/ 237 h 846"/>
                <a:gd name="T60" fmla="*/ 441 w 813"/>
                <a:gd name="T61" fmla="*/ 162 h 846"/>
                <a:gd name="T62" fmla="*/ 408 w 813"/>
                <a:gd name="T63" fmla="*/ 80 h 846"/>
                <a:gd name="T64" fmla="*/ 346 w 813"/>
                <a:gd name="T65" fmla="*/ 220 h 846"/>
                <a:gd name="T66" fmla="*/ 340 w 813"/>
                <a:gd name="T67" fmla="*/ 237 h 846"/>
                <a:gd name="T68" fmla="*/ 381 w 813"/>
                <a:gd name="T69" fmla="*/ 229 h 846"/>
                <a:gd name="T70" fmla="*/ 275 w 813"/>
                <a:gd name="T71" fmla="*/ 360 h 846"/>
                <a:gd name="T72" fmla="*/ 344 w 813"/>
                <a:gd name="T73" fmla="*/ 353 h 846"/>
                <a:gd name="T74" fmla="*/ 344 w 813"/>
                <a:gd name="T75" fmla="*/ 355 h 846"/>
                <a:gd name="T76" fmla="*/ 342 w 813"/>
                <a:gd name="T77" fmla="*/ 357 h 846"/>
                <a:gd name="T78" fmla="*/ 211 w 813"/>
                <a:gd name="T79" fmla="*/ 446 h 846"/>
                <a:gd name="T80" fmla="*/ 192 w 813"/>
                <a:gd name="T81" fmla="*/ 461 h 846"/>
                <a:gd name="T82" fmla="*/ 415 w 813"/>
                <a:gd name="T83" fmla="*/ 465 h 846"/>
                <a:gd name="T84" fmla="*/ 450 w 813"/>
                <a:gd name="T85" fmla="*/ 532 h 846"/>
                <a:gd name="T86" fmla="*/ 677 w 813"/>
                <a:gd name="T87" fmla="*/ 532 h 846"/>
                <a:gd name="T88" fmla="*/ 649 w 813"/>
                <a:gd name="T89" fmla="*/ 492 h 846"/>
                <a:gd name="T90" fmla="*/ 413 w 813"/>
                <a:gd name="T91" fmla="*/ 482 h 846"/>
                <a:gd name="T92" fmla="*/ 217 w 813"/>
                <a:gd name="T93" fmla="*/ 489 h 846"/>
                <a:gd name="T94" fmla="*/ 172 w 813"/>
                <a:gd name="T95" fmla="*/ 495 h 846"/>
                <a:gd name="T96" fmla="*/ 145 w 813"/>
                <a:gd name="T97" fmla="*/ 532 h 846"/>
                <a:gd name="T98" fmla="*/ 377 w 813"/>
                <a:gd name="T99" fmla="*/ 532 h 846"/>
                <a:gd name="T100" fmla="*/ 375 w 813"/>
                <a:gd name="T101" fmla="*/ 551 h 846"/>
                <a:gd name="T102" fmla="*/ 450 w 813"/>
                <a:gd name="T103" fmla="*/ 551 h 846"/>
                <a:gd name="T104" fmla="*/ 450 w 813"/>
                <a:gd name="T105" fmla="*/ 532 h 846"/>
                <a:gd name="T106" fmla="*/ 794 w 813"/>
                <a:gd name="T107" fmla="*/ 0 h 846"/>
                <a:gd name="T108" fmla="*/ 749 w 813"/>
                <a:gd name="T109" fmla="*/ 575 h 846"/>
                <a:gd name="T110" fmla="*/ 408 w 813"/>
                <a:gd name="T111" fmla="*/ 846 h 846"/>
                <a:gd name="T112" fmla="*/ 66 w 813"/>
                <a:gd name="T113" fmla="*/ 579 h 846"/>
                <a:gd name="T114" fmla="*/ 18 w 813"/>
                <a:gd name="T115" fmla="*/ 5 h 846"/>
                <a:gd name="T116" fmla="*/ 22 w 813"/>
                <a:gd name="T117" fmla="*/ 0 h 846"/>
                <a:gd name="T118" fmla="*/ 794 w 813"/>
                <a:gd name="T119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13" h="846">
                  <a:moveTo>
                    <a:pt x="316" y="720"/>
                  </a:moveTo>
                  <a:cubicBezTo>
                    <a:pt x="318" y="703"/>
                    <a:pt x="324" y="665"/>
                    <a:pt x="313" y="652"/>
                  </a:cubicBezTo>
                  <a:cubicBezTo>
                    <a:pt x="310" y="663"/>
                    <a:pt x="297" y="662"/>
                    <a:pt x="294" y="673"/>
                  </a:cubicBezTo>
                  <a:cubicBezTo>
                    <a:pt x="299" y="681"/>
                    <a:pt x="307" y="666"/>
                    <a:pt x="309" y="671"/>
                  </a:cubicBezTo>
                  <a:cubicBezTo>
                    <a:pt x="311" y="686"/>
                    <a:pt x="305" y="711"/>
                    <a:pt x="313" y="720"/>
                  </a:cubicBezTo>
                  <a:cubicBezTo>
                    <a:pt x="314" y="720"/>
                    <a:pt x="315" y="720"/>
                    <a:pt x="316" y="720"/>
                  </a:cubicBezTo>
                  <a:close/>
                  <a:moveTo>
                    <a:pt x="377" y="720"/>
                  </a:moveTo>
                  <a:cubicBezTo>
                    <a:pt x="392" y="716"/>
                    <a:pt x="395" y="684"/>
                    <a:pt x="391" y="671"/>
                  </a:cubicBezTo>
                  <a:cubicBezTo>
                    <a:pt x="385" y="644"/>
                    <a:pt x="353" y="653"/>
                    <a:pt x="349" y="667"/>
                  </a:cubicBezTo>
                  <a:cubicBezTo>
                    <a:pt x="340" y="705"/>
                    <a:pt x="376" y="699"/>
                    <a:pt x="384" y="692"/>
                  </a:cubicBezTo>
                  <a:cubicBezTo>
                    <a:pt x="382" y="704"/>
                    <a:pt x="380" y="715"/>
                    <a:pt x="366" y="715"/>
                  </a:cubicBezTo>
                  <a:cubicBezTo>
                    <a:pt x="358" y="716"/>
                    <a:pt x="362" y="704"/>
                    <a:pt x="353" y="704"/>
                  </a:cubicBezTo>
                  <a:cubicBezTo>
                    <a:pt x="349" y="720"/>
                    <a:pt x="364" y="724"/>
                    <a:pt x="377" y="720"/>
                  </a:cubicBezTo>
                  <a:close/>
                  <a:moveTo>
                    <a:pt x="417" y="716"/>
                  </a:moveTo>
                  <a:cubicBezTo>
                    <a:pt x="454" y="753"/>
                    <a:pt x="475" y="629"/>
                    <a:pt x="419" y="656"/>
                  </a:cubicBezTo>
                  <a:cubicBezTo>
                    <a:pt x="409" y="668"/>
                    <a:pt x="404" y="705"/>
                    <a:pt x="417" y="716"/>
                  </a:cubicBezTo>
                  <a:close/>
                  <a:moveTo>
                    <a:pt x="481" y="714"/>
                  </a:moveTo>
                  <a:cubicBezTo>
                    <a:pt x="489" y="696"/>
                    <a:pt x="517" y="692"/>
                    <a:pt x="514" y="668"/>
                  </a:cubicBezTo>
                  <a:cubicBezTo>
                    <a:pt x="511" y="646"/>
                    <a:pt x="469" y="648"/>
                    <a:pt x="475" y="672"/>
                  </a:cubicBezTo>
                  <a:cubicBezTo>
                    <a:pt x="485" y="671"/>
                    <a:pt x="481" y="661"/>
                    <a:pt x="490" y="659"/>
                  </a:cubicBezTo>
                  <a:cubicBezTo>
                    <a:pt x="497" y="658"/>
                    <a:pt x="503" y="661"/>
                    <a:pt x="506" y="668"/>
                  </a:cubicBezTo>
                  <a:cubicBezTo>
                    <a:pt x="511" y="690"/>
                    <a:pt x="468" y="699"/>
                    <a:pt x="470" y="720"/>
                  </a:cubicBezTo>
                  <a:cubicBezTo>
                    <a:pt x="484" y="718"/>
                    <a:pt x="509" y="727"/>
                    <a:pt x="514" y="715"/>
                  </a:cubicBezTo>
                  <a:cubicBezTo>
                    <a:pt x="506" y="711"/>
                    <a:pt x="491" y="714"/>
                    <a:pt x="481" y="714"/>
                  </a:cubicBezTo>
                  <a:close/>
                  <a:moveTo>
                    <a:pt x="415" y="465"/>
                  </a:moveTo>
                  <a:cubicBezTo>
                    <a:pt x="469" y="406"/>
                    <a:pt x="550" y="477"/>
                    <a:pt x="628" y="461"/>
                  </a:cubicBezTo>
                  <a:cubicBezTo>
                    <a:pt x="577" y="425"/>
                    <a:pt x="517" y="400"/>
                    <a:pt x="478" y="353"/>
                  </a:cubicBezTo>
                  <a:cubicBezTo>
                    <a:pt x="496" y="360"/>
                    <a:pt x="518" y="363"/>
                    <a:pt x="545" y="362"/>
                  </a:cubicBezTo>
                  <a:cubicBezTo>
                    <a:pt x="511" y="318"/>
                    <a:pt x="456" y="287"/>
                    <a:pt x="441" y="229"/>
                  </a:cubicBezTo>
                  <a:cubicBezTo>
                    <a:pt x="454" y="233"/>
                    <a:pt x="465" y="237"/>
                    <a:pt x="483" y="237"/>
                  </a:cubicBezTo>
                  <a:cubicBezTo>
                    <a:pt x="468" y="213"/>
                    <a:pt x="453" y="189"/>
                    <a:pt x="441" y="162"/>
                  </a:cubicBezTo>
                  <a:cubicBezTo>
                    <a:pt x="429" y="137"/>
                    <a:pt x="420" y="108"/>
                    <a:pt x="408" y="80"/>
                  </a:cubicBezTo>
                  <a:cubicBezTo>
                    <a:pt x="397" y="134"/>
                    <a:pt x="370" y="184"/>
                    <a:pt x="346" y="220"/>
                  </a:cubicBezTo>
                  <a:cubicBezTo>
                    <a:pt x="343" y="225"/>
                    <a:pt x="337" y="231"/>
                    <a:pt x="340" y="237"/>
                  </a:cubicBezTo>
                  <a:cubicBezTo>
                    <a:pt x="357" y="237"/>
                    <a:pt x="368" y="233"/>
                    <a:pt x="381" y="229"/>
                  </a:cubicBezTo>
                  <a:cubicBezTo>
                    <a:pt x="359" y="287"/>
                    <a:pt x="313" y="319"/>
                    <a:pt x="275" y="360"/>
                  </a:cubicBezTo>
                  <a:cubicBezTo>
                    <a:pt x="302" y="361"/>
                    <a:pt x="325" y="360"/>
                    <a:pt x="344" y="353"/>
                  </a:cubicBezTo>
                  <a:cubicBezTo>
                    <a:pt x="344" y="355"/>
                    <a:pt x="344" y="355"/>
                    <a:pt x="344" y="355"/>
                  </a:cubicBezTo>
                  <a:cubicBezTo>
                    <a:pt x="343" y="355"/>
                    <a:pt x="342" y="355"/>
                    <a:pt x="342" y="357"/>
                  </a:cubicBezTo>
                  <a:cubicBezTo>
                    <a:pt x="304" y="391"/>
                    <a:pt x="258" y="423"/>
                    <a:pt x="211" y="446"/>
                  </a:cubicBezTo>
                  <a:cubicBezTo>
                    <a:pt x="204" y="449"/>
                    <a:pt x="195" y="453"/>
                    <a:pt x="192" y="461"/>
                  </a:cubicBezTo>
                  <a:cubicBezTo>
                    <a:pt x="266" y="473"/>
                    <a:pt x="357" y="410"/>
                    <a:pt x="415" y="465"/>
                  </a:cubicBezTo>
                  <a:close/>
                  <a:moveTo>
                    <a:pt x="450" y="532"/>
                  </a:moveTo>
                  <a:cubicBezTo>
                    <a:pt x="525" y="532"/>
                    <a:pt x="601" y="532"/>
                    <a:pt x="677" y="532"/>
                  </a:cubicBezTo>
                  <a:cubicBezTo>
                    <a:pt x="670" y="517"/>
                    <a:pt x="659" y="505"/>
                    <a:pt x="649" y="492"/>
                  </a:cubicBezTo>
                  <a:cubicBezTo>
                    <a:pt x="572" y="496"/>
                    <a:pt x="480" y="424"/>
                    <a:pt x="413" y="482"/>
                  </a:cubicBezTo>
                  <a:cubicBezTo>
                    <a:pt x="357" y="433"/>
                    <a:pt x="277" y="479"/>
                    <a:pt x="217" y="489"/>
                  </a:cubicBezTo>
                  <a:cubicBezTo>
                    <a:pt x="201" y="492"/>
                    <a:pt x="183" y="490"/>
                    <a:pt x="172" y="495"/>
                  </a:cubicBezTo>
                  <a:cubicBezTo>
                    <a:pt x="159" y="500"/>
                    <a:pt x="151" y="523"/>
                    <a:pt x="145" y="532"/>
                  </a:cubicBezTo>
                  <a:cubicBezTo>
                    <a:pt x="222" y="532"/>
                    <a:pt x="299" y="532"/>
                    <a:pt x="377" y="532"/>
                  </a:cubicBezTo>
                  <a:cubicBezTo>
                    <a:pt x="377" y="539"/>
                    <a:pt x="374" y="542"/>
                    <a:pt x="375" y="551"/>
                  </a:cubicBezTo>
                  <a:cubicBezTo>
                    <a:pt x="401" y="551"/>
                    <a:pt x="425" y="551"/>
                    <a:pt x="450" y="551"/>
                  </a:cubicBezTo>
                  <a:cubicBezTo>
                    <a:pt x="451" y="544"/>
                    <a:pt x="445" y="537"/>
                    <a:pt x="450" y="532"/>
                  </a:cubicBezTo>
                  <a:close/>
                  <a:moveTo>
                    <a:pt x="794" y="0"/>
                  </a:moveTo>
                  <a:cubicBezTo>
                    <a:pt x="794" y="208"/>
                    <a:pt x="813" y="432"/>
                    <a:pt x="749" y="575"/>
                  </a:cubicBezTo>
                  <a:cubicBezTo>
                    <a:pt x="686" y="721"/>
                    <a:pt x="550" y="780"/>
                    <a:pt x="408" y="846"/>
                  </a:cubicBezTo>
                  <a:cubicBezTo>
                    <a:pt x="265" y="782"/>
                    <a:pt x="132" y="721"/>
                    <a:pt x="66" y="579"/>
                  </a:cubicBezTo>
                  <a:cubicBezTo>
                    <a:pt x="0" y="437"/>
                    <a:pt x="23" y="215"/>
                    <a:pt x="18" y="5"/>
                  </a:cubicBezTo>
                  <a:cubicBezTo>
                    <a:pt x="18" y="1"/>
                    <a:pt x="19" y="0"/>
                    <a:pt x="22" y="0"/>
                  </a:cubicBezTo>
                  <a:cubicBezTo>
                    <a:pt x="280" y="0"/>
                    <a:pt x="538" y="0"/>
                    <a:pt x="79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6" name="Freeform 25">
              <a:extLst>
                <a:ext uri="{FF2B5EF4-FFF2-40B4-BE49-F238E27FC236}">
                  <a16:creationId xmlns:a16="http://schemas.microsoft.com/office/drawing/2014/main" id="{9C2E0749-8FE1-994E-F7B6-CE0C82F3A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3010" y="5166360"/>
              <a:ext cx="269875" cy="298450"/>
            </a:xfrm>
            <a:custGeom>
              <a:avLst/>
              <a:gdLst>
                <a:gd name="T0" fmla="*/ 74 w 104"/>
                <a:gd name="T1" fmla="*/ 15 h 115"/>
                <a:gd name="T2" fmla="*/ 96 w 104"/>
                <a:gd name="T3" fmla="*/ 115 h 115"/>
                <a:gd name="T4" fmla="*/ 17 w 104"/>
                <a:gd name="T5" fmla="*/ 64 h 115"/>
                <a:gd name="T6" fmla="*/ 0 w 104"/>
                <a:gd name="T7" fmla="*/ 67 h 115"/>
                <a:gd name="T8" fmla="*/ 25 w 104"/>
                <a:gd name="T9" fmla="*/ 50 h 115"/>
                <a:gd name="T10" fmla="*/ 84 w 104"/>
                <a:gd name="T11" fmla="*/ 88 h 115"/>
                <a:gd name="T12" fmla="*/ 66 w 104"/>
                <a:gd name="T13" fmla="*/ 21 h 115"/>
                <a:gd name="T14" fmla="*/ 50 w 104"/>
                <a:gd name="T15" fmla="*/ 28 h 115"/>
                <a:gd name="T16" fmla="*/ 75 w 104"/>
                <a:gd name="T17" fmla="*/ 0 h 115"/>
                <a:gd name="T18" fmla="*/ 74 w 104"/>
                <a:gd name="T19" fmla="*/ 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5">
                  <a:moveTo>
                    <a:pt x="74" y="15"/>
                  </a:moveTo>
                  <a:cubicBezTo>
                    <a:pt x="73" y="47"/>
                    <a:pt x="104" y="86"/>
                    <a:pt x="96" y="115"/>
                  </a:cubicBezTo>
                  <a:cubicBezTo>
                    <a:pt x="71" y="99"/>
                    <a:pt x="43" y="82"/>
                    <a:pt x="17" y="64"/>
                  </a:cubicBezTo>
                  <a:cubicBezTo>
                    <a:pt x="8" y="63"/>
                    <a:pt x="5" y="71"/>
                    <a:pt x="0" y="67"/>
                  </a:cubicBezTo>
                  <a:cubicBezTo>
                    <a:pt x="6" y="54"/>
                    <a:pt x="46" y="26"/>
                    <a:pt x="25" y="50"/>
                  </a:cubicBezTo>
                  <a:cubicBezTo>
                    <a:pt x="43" y="66"/>
                    <a:pt x="64" y="77"/>
                    <a:pt x="84" y="88"/>
                  </a:cubicBezTo>
                  <a:cubicBezTo>
                    <a:pt x="84" y="67"/>
                    <a:pt x="73" y="42"/>
                    <a:pt x="66" y="21"/>
                  </a:cubicBezTo>
                  <a:cubicBezTo>
                    <a:pt x="60" y="23"/>
                    <a:pt x="56" y="26"/>
                    <a:pt x="50" y="28"/>
                  </a:cubicBezTo>
                  <a:cubicBezTo>
                    <a:pt x="50" y="16"/>
                    <a:pt x="69" y="10"/>
                    <a:pt x="75" y="0"/>
                  </a:cubicBezTo>
                  <a:cubicBezTo>
                    <a:pt x="83" y="6"/>
                    <a:pt x="74" y="7"/>
                    <a:pt x="7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7" name="Freeform 26">
              <a:extLst>
                <a:ext uri="{FF2B5EF4-FFF2-40B4-BE49-F238E27FC236}">
                  <a16:creationId xmlns:a16="http://schemas.microsoft.com/office/drawing/2014/main" id="{5C3BF182-05C9-522D-0361-A9824B114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010" y="5358448"/>
              <a:ext cx="204787" cy="273050"/>
            </a:xfrm>
            <a:custGeom>
              <a:avLst/>
              <a:gdLst>
                <a:gd name="T0" fmla="*/ 62 w 79"/>
                <a:gd name="T1" fmla="*/ 84 h 105"/>
                <a:gd name="T2" fmla="*/ 79 w 79"/>
                <a:gd name="T3" fmla="*/ 87 h 105"/>
                <a:gd name="T4" fmla="*/ 40 w 79"/>
                <a:gd name="T5" fmla="*/ 105 h 105"/>
                <a:gd name="T6" fmla="*/ 50 w 79"/>
                <a:gd name="T7" fmla="*/ 93 h 105"/>
                <a:gd name="T8" fmla="*/ 16 w 79"/>
                <a:gd name="T9" fmla="*/ 19 h 105"/>
                <a:gd name="T10" fmla="*/ 0 w 79"/>
                <a:gd name="T11" fmla="*/ 19 h 105"/>
                <a:gd name="T12" fmla="*/ 40 w 79"/>
                <a:gd name="T13" fmla="*/ 0 h 105"/>
                <a:gd name="T14" fmla="*/ 29 w 79"/>
                <a:gd name="T15" fmla="*/ 12 h 105"/>
                <a:gd name="T16" fmla="*/ 62 w 79"/>
                <a:gd name="T17" fmla="*/ 8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105">
                  <a:moveTo>
                    <a:pt x="62" y="84"/>
                  </a:moveTo>
                  <a:cubicBezTo>
                    <a:pt x="68" y="89"/>
                    <a:pt x="76" y="81"/>
                    <a:pt x="79" y="87"/>
                  </a:cubicBezTo>
                  <a:cubicBezTo>
                    <a:pt x="71" y="95"/>
                    <a:pt x="52" y="104"/>
                    <a:pt x="40" y="105"/>
                  </a:cubicBezTo>
                  <a:cubicBezTo>
                    <a:pt x="40" y="98"/>
                    <a:pt x="50" y="100"/>
                    <a:pt x="50" y="93"/>
                  </a:cubicBezTo>
                  <a:cubicBezTo>
                    <a:pt x="40" y="68"/>
                    <a:pt x="28" y="43"/>
                    <a:pt x="16" y="19"/>
                  </a:cubicBezTo>
                  <a:cubicBezTo>
                    <a:pt x="10" y="17"/>
                    <a:pt x="3" y="25"/>
                    <a:pt x="0" y="19"/>
                  </a:cubicBezTo>
                  <a:cubicBezTo>
                    <a:pt x="10" y="11"/>
                    <a:pt x="28" y="0"/>
                    <a:pt x="40" y="0"/>
                  </a:cubicBezTo>
                  <a:cubicBezTo>
                    <a:pt x="38" y="6"/>
                    <a:pt x="32" y="7"/>
                    <a:pt x="29" y="12"/>
                  </a:cubicBezTo>
                  <a:cubicBezTo>
                    <a:pt x="40" y="36"/>
                    <a:pt x="52" y="60"/>
                    <a:pt x="6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8" name="Freeform 27">
              <a:extLst>
                <a:ext uri="{FF2B5EF4-FFF2-40B4-BE49-F238E27FC236}">
                  <a16:creationId xmlns:a16="http://schemas.microsoft.com/office/drawing/2014/main" id="{CDBA3129-BBAA-A974-A98E-83A0E3A9F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148" y="5423535"/>
              <a:ext cx="314325" cy="342900"/>
            </a:xfrm>
            <a:custGeom>
              <a:avLst/>
              <a:gdLst>
                <a:gd name="T0" fmla="*/ 121 w 121"/>
                <a:gd name="T1" fmla="*/ 98 h 132"/>
                <a:gd name="T2" fmla="*/ 78 w 121"/>
                <a:gd name="T3" fmla="*/ 79 h 132"/>
                <a:gd name="T4" fmla="*/ 33 w 121"/>
                <a:gd name="T5" fmla="*/ 54 h 132"/>
                <a:gd name="T6" fmla="*/ 59 w 121"/>
                <a:gd name="T7" fmla="*/ 115 h 132"/>
                <a:gd name="T8" fmla="*/ 78 w 121"/>
                <a:gd name="T9" fmla="*/ 116 h 132"/>
                <a:gd name="T10" fmla="*/ 39 w 121"/>
                <a:gd name="T11" fmla="*/ 132 h 132"/>
                <a:gd name="T12" fmla="*/ 48 w 121"/>
                <a:gd name="T13" fmla="*/ 118 h 132"/>
                <a:gd name="T14" fmla="*/ 17 w 121"/>
                <a:gd name="T15" fmla="*/ 46 h 132"/>
                <a:gd name="T16" fmla="*/ 1 w 121"/>
                <a:gd name="T17" fmla="*/ 46 h 132"/>
                <a:gd name="T18" fmla="*/ 25 w 121"/>
                <a:gd name="T19" fmla="*/ 32 h 132"/>
                <a:gd name="T20" fmla="*/ 102 w 121"/>
                <a:gd name="T21" fmla="*/ 77 h 132"/>
                <a:gd name="T22" fmla="*/ 78 w 121"/>
                <a:gd name="T23" fmla="*/ 20 h 132"/>
                <a:gd name="T24" fmla="*/ 60 w 121"/>
                <a:gd name="T25" fmla="*/ 20 h 132"/>
                <a:gd name="T26" fmla="*/ 95 w 121"/>
                <a:gd name="T27" fmla="*/ 0 h 132"/>
                <a:gd name="T28" fmla="*/ 88 w 121"/>
                <a:gd name="T29" fmla="*/ 16 h 132"/>
                <a:gd name="T30" fmla="*/ 121 w 121"/>
                <a:gd name="T31" fmla="*/ 9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1" h="132">
                  <a:moveTo>
                    <a:pt x="121" y="98"/>
                  </a:moveTo>
                  <a:cubicBezTo>
                    <a:pt x="105" y="103"/>
                    <a:pt x="92" y="87"/>
                    <a:pt x="78" y="79"/>
                  </a:cubicBezTo>
                  <a:cubicBezTo>
                    <a:pt x="62" y="70"/>
                    <a:pt x="47" y="62"/>
                    <a:pt x="33" y="54"/>
                  </a:cubicBezTo>
                  <a:cubicBezTo>
                    <a:pt x="39" y="77"/>
                    <a:pt x="48" y="96"/>
                    <a:pt x="59" y="115"/>
                  </a:cubicBezTo>
                  <a:cubicBezTo>
                    <a:pt x="65" y="116"/>
                    <a:pt x="73" y="113"/>
                    <a:pt x="78" y="116"/>
                  </a:cubicBezTo>
                  <a:cubicBezTo>
                    <a:pt x="67" y="124"/>
                    <a:pt x="50" y="132"/>
                    <a:pt x="39" y="132"/>
                  </a:cubicBezTo>
                  <a:cubicBezTo>
                    <a:pt x="39" y="126"/>
                    <a:pt x="48" y="126"/>
                    <a:pt x="48" y="118"/>
                  </a:cubicBezTo>
                  <a:cubicBezTo>
                    <a:pt x="51" y="98"/>
                    <a:pt x="23" y="63"/>
                    <a:pt x="17" y="46"/>
                  </a:cubicBezTo>
                  <a:cubicBezTo>
                    <a:pt x="11" y="44"/>
                    <a:pt x="5" y="51"/>
                    <a:pt x="1" y="46"/>
                  </a:cubicBezTo>
                  <a:cubicBezTo>
                    <a:pt x="0" y="39"/>
                    <a:pt x="18" y="37"/>
                    <a:pt x="25" y="32"/>
                  </a:cubicBezTo>
                  <a:cubicBezTo>
                    <a:pt x="51" y="45"/>
                    <a:pt x="75" y="63"/>
                    <a:pt x="102" y="77"/>
                  </a:cubicBezTo>
                  <a:cubicBezTo>
                    <a:pt x="97" y="55"/>
                    <a:pt x="87" y="37"/>
                    <a:pt x="78" y="20"/>
                  </a:cubicBezTo>
                  <a:cubicBezTo>
                    <a:pt x="70" y="17"/>
                    <a:pt x="65" y="24"/>
                    <a:pt x="60" y="20"/>
                  </a:cubicBezTo>
                  <a:cubicBezTo>
                    <a:pt x="67" y="8"/>
                    <a:pt x="86" y="8"/>
                    <a:pt x="95" y="0"/>
                  </a:cubicBezTo>
                  <a:cubicBezTo>
                    <a:pt x="104" y="7"/>
                    <a:pt x="88" y="7"/>
                    <a:pt x="88" y="16"/>
                  </a:cubicBezTo>
                  <a:cubicBezTo>
                    <a:pt x="97" y="46"/>
                    <a:pt x="110" y="72"/>
                    <a:pt x="121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9" name="Freeform 28">
              <a:extLst>
                <a:ext uri="{FF2B5EF4-FFF2-40B4-BE49-F238E27FC236}">
                  <a16:creationId xmlns:a16="http://schemas.microsoft.com/office/drawing/2014/main" id="{969BB041-A5FF-48EF-10A1-C8F80110D6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198" y="2524760"/>
              <a:ext cx="238125" cy="295275"/>
            </a:xfrm>
            <a:custGeom>
              <a:avLst/>
              <a:gdLst>
                <a:gd name="T0" fmla="*/ 74 w 92"/>
                <a:gd name="T1" fmla="*/ 19 h 114"/>
                <a:gd name="T2" fmla="*/ 71 w 92"/>
                <a:gd name="T3" fmla="*/ 114 h 114"/>
                <a:gd name="T4" fmla="*/ 65 w 92"/>
                <a:gd name="T5" fmla="*/ 100 h 114"/>
                <a:gd name="T6" fmla="*/ 3 w 92"/>
                <a:gd name="T7" fmla="*/ 79 h 114"/>
                <a:gd name="T8" fmla="*/ 69 w 92"/>
                <a:gd name="T9" fmla="*/ 83 h 114"/>
                <a:gd name="T10" fmla="*/ 51 w 92"/>
                <a:gd name="T11" fmla="*/ 66 h 114"/>
                <a:gd name="T12" fmla="*/ 2 w 92"/>
                <a:gd name="T13" fmla="*/ 52 h 114"/>
                <a:gd name="T14" fmla="*/ 69 w 92"/>
                <a:gd name="T15" fmla="*/ 54 h 114"/>
                <a:gd name="T16" fmla="*/ 2 w 92"/>
                <a:gd name="T17" fmla="*/ 24 h 114"/>
                <a:gd name="T18" fmla="*/ 62 w 92"/>
                <a:gd name="T19" fmla="*/ 23 h 114"/>
                <a:gd name="T20" fmla="*/ 74 w 92"/>
                <a:gd name="T21" fmla="*/ 1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4">
                  <a:moveTo>
                    <a:pt x="74" y="19"/>
                  </a:moveTo>
                  <a:cubicBezTo>
                    <a:pt x="88" y="36"/>
                    <a:pt x="92" y="103"/>
                    <a:pt x="71" y="114"/>
                  </a:cubicBezTo>
                  <a:cubicBezTo>
                    <a:pt x="63" y="114"/>
                    <a:pt x="64" y="107"/>
                    <a:pt x="65" y="100"/>
                  </a:cubicBezTo>
                  <a:cubicBezTo>
                    <a:pt x="51" y="86"/>
                    <a:pt x="14" y="99"/>
                    <a:pt x="3" y="79"/>
                  </a:cubicBezTo>
                  <a:cubicBezTo>
                    <a:pt x="24" y="65"/>
                    <a:pt x="49" y="83"/>
                    <a:pt x="69" y="83"/>
                  </a:cubicBezTo>
                  <a:cubicBezTo>
                    <a:pt x="73" y="69"/>
                    <a:pt x="58" y="69"/>
                    <a:pt x="51" y="66"/>
                  </a:cubicBezTo>
                  <a:cubicBezTo>
                    <a:pt x="36" y="61"/>
                    <a:pt x="14" y="62"/>
                    <a:pt x="2" y="52"/>
                  </a:cubicBezTo>
                  <a:cubicBezTo>
                    <a:pt x="14" y="31"/>
                    <a:pt x="49" y="52"/>
                    <a:pt x="69" y="54"/>
                  </a:cubicBezTo>
                  <a:cubicBezTo>
                    <a:pt x="65" y="24"/>
                    <a:pt x="22" y="36"/>
                    <a:pt x="2" y="24"/>
                  </a:cubicBezTo>
                  <a:cubicBezTo>
                    <a:pt x="0" y="0"/>
                    <a:pt x="48" y="18"/>
                    <a:pt x="62" y="23"/>
                  </a:cubicBezTo>
                  <a:cubicBezTo>
                    <a:pt x="68" y="24"/>
                    <a:pt x="70" y="13"/>
                    <a:pt x="74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0" name="Freeform 29">
              <a:extLst>
                <a:ext uri="{FF2B5EF4-FFF2-40B4-BE49-F238E27FC236}">
                  <a16:creationId xmlns:a16="http://schemas.microsoft.com/office/drawing/2014/main" id="{2FE1BB85-7149-AF05-E3BC-5C53CCB35A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0185" y="2210435"/>
              <a:ext cx="796925" cy="906463"/>
            </a:xfrm>
            <a:custGeom>
              <a:avLst/>
              <a:gdLst>
                <a:gd name="T0" fmla="*/ 220 w 307"/>
                <a:gd name="T1" fmla="*/ 268 h 349"/>
                <a:gd name="T2" fmla="*/ 111 w 307"/>
                <a:gd name="T3" fmla="*/ 268 h 349"/>
                <a:gd name="T4" fmla="*/ 220 w 307"/>
                <a:gd name="T5" fmla="*/ 268 h 349"/>
                <a:gd name="T6" fmla="*/ 173 w 307"/>
                <a:gd name="T7" fmla="*/ 123 h 349"/>
                <a:gd name="T8" fmla="*/ 194 w 307"/>
                <a:gd name="T9" fmla="*/ 123 h 349"/>
                <a:gd name="T10" fmla="*/ 162 w 307"/>
                <a:gd name="T11" fmla="*/ 45 h 349"/>
                <a:gd name="T12" fmla="*/ 137 w 307"/>
                <a:gd name="T13" fmla="*/ 123 h 349"/>
                <a:gd name="T14" fmla="*/ 156 w 307"/>
                <a:gd name="T15" fmla="*/ 123 h 349"/>
                <a:gd name="T16" fmla="*/ 168 w 307"/>
                <a:gd name="T17" fmla="*/ 105 h 349"/>
                <a:gd name="T18" fmla="*/ 173 w 307"/>
                <a:gd name="T19" fmla="*/ 123 h 349"/>
                <a:gd name="T20" fmla="*/ 253 w 307"/>
                <a:gd name="T21" fmla="*/ 300 h 349"/>
                <a:gd name="T22" fmla="*/ 286 w 307"/>
                <a:gd name="T23" fmla="*/ 257 h 349"/>
                <a:gd name="T24" fmla="*/ 45 w 307"/>
                <a:gd name="T25" fmla="*/ 259 h 349"/>
                <a:gd name="T26" fmla="*/ 79 w 307"/>
                <a:gd name="T27" fmla="*/ 300 h 349"/>
                <a:gd name="T28" fmla="*/ 109 w 307"/>
                <a:gd name="T29" fmla="*/ 294 h 349"/>
                <a:gd name="T30" fmla="*/ 83 w 307"/>
                <a:gd name="T31" fmla="*/ 264 h 349"/>
                <a:gd name="T32" fmla="*/ 178 w 307"/>
                <a:gd name="T33" fmla="*/ 244 h 349"/>
                <a:gd name="T34" fmla="*/ 248 w 307"/>
                <a:gd name="T35" fmla="*/ 266 h 349"/>
                <a:gd name="T36" fmla="*/ 222 w 307"/>
                <a:gd name="T37" fmla="*/ 291 h 349"/>
                <a:gd name="T38" fmla="*/ 253 w 307"/>
                <a:gd name="T39" fmla="*/ 300 h 349"/>
                <a:gd name="T40" fmla="*/ 274 w 307"/>
                <a:gd name="T41" fmla="*/ 75 h 349"/>
                <a:gd name="T42" fmla="*/ 302 w 307"/>
                <a:gd name="T43" fmla="*/ 133 h 349"/>
                <a:gd name="T44" fmla="*/ 264 w 307"/>
                <a:gd name="T45" fmla="*/ 85 h 349"/>
                <a:gd name="T46" fmla="*/ 187 w 307"/>
                <a:gd name="T47" fmla="*/ 47 h 349"/>
                <a:gd name="T48" fmla="*/ 210 w 307"/>
                <a:gd name="T49" fmla="*/ 121 h 349"/>
                <a:gd name="T50" fmla="*/ 175 w 307"/>
                <a:gd name="T51" fmla="*/ 139 h 349"/>
                <a:gd name="T52" fmla="*/ 173 w 307"/>
                <a:gd name="T53" fmla="*/ 173 h 349"/>
                <a:gd name="T54" fmla="*/ 225 w 307"/>
                <a:gd name="T55" fmla="*/ 175 h 349"/>
                <a:gd name="T56" fmla="*/ 173 w 307"/>
                <a:gd name="T57" fmla="*/ 188 h 349"/>
                <a:gd name="T58" fmla="*/ 166 w 307"/>
                <a:gd name="T59" fmla="*/ 219 h 349"/>
                <a:gd name="T60" fmla="*/ 305 w 307"/>
                <a:gd name="T61" fmla="*/ 250 h 349"/>
                <a:gd name="T62" fmla="*/ 256 w 307"/>
                <a:gd name="T63" fmla="*/ 318 h 349"/>
                <a:gd name="T64" fmla="*/ 192 w 307"/>
                <a:gd name="T65" fmla="*/ 338 h 349"/>
                <a:gd name="T66" fmla="*/ 232 w 307"/>
                <a:gd name="T67" fmla="*/ 312 h 349"/>
                <a:gd name="T68" fmla="*/ 183 w 307"/>
                <a:gd name="T69" fmla="*/ 304 h 349"/>
                <a:gd name="T70" fmla="*/ 181 w 307"/>
                <a:gd name="T71" fmla="*/ 343 h 349"/>
                <a:gd name="T72" fmla="*/ 132 w 307"/>
                <a:gd name="T73" fmla="*/ 334 h 349"/>
                <a:gd name="T74" fmla="*/ 168 w 307"/>
                <a:gd name="T75" fmla="*/ 330 h 349"/>
                <a:gd name="T76" fmla="*/ 166 w 307"/>
                <a:gd name="T77" fmla="*/ 304 h 349"/>
                <a:gd name="T78" fmla="*/ 100 w 307"/>
                <a:gd name="T79" fmla="*/ 311 h 349"/>
                <a:gd name="T80" fmla="*/ 123 w 307"/>
                <a:gd name="T81" fmla="*/ 334 h 349"/>
                <a:gd name="T82" fmla="*/ 25 w 307"/>
                <a:gd name="T83" fmla="*/ 252 h 349"/>
                <a:gd name="T84" fmla="*/ 161 w 307"/>
                <a:gd name="T85" fmla="*/ 221 h 349"/>
                <a:gd name="T86" fmla="*/ 157 w 307"/>
                <a:gd name="T87" fmla="*/ 191 h 349"/>
                <a:gd name="T88" fmla="*/ 104 w 307"/>
                <a:gd name="T89" fmla="*/ 182 h 349"/>
                <a:gd name="T90" fmla="*/ 156 w 307"/>
                <a:gd name="T91" fmla="*/ 173 h 349"/>
                <a:gd name="T92" fmla="*/ 157 w 307"/>
                <a:gd name="T93" fmla="*/ 140 h 349"/>
                <a:gd name="T94" fmla="*/ 104 w 307"/>
                <a:gd name="T95" fmla="*/ 132 h 349"/>
                <a:gd name="T96" fmla="*/ 121 w 307"/>
                <a:gd name="T97" fmla="*/ 123 h 349"/>
                <a:gd name="T98" fmla="*/ 144 w 307"/>
                <a:gd name="T99" fmla="*/ 51 h 349"/>
                <a:gd name="T100" fmla="*/ 34 w 307"/>
                <a:gd name="T101" fmla="*/ 143 h 349"/>
                <a:gd name="T102" fmla="*/ 95 w 307"/>
                <a:gd name="T103" fmla="*/ 140 h 349"/>
                <a:gd name="T104" fmla="*/ 28 w 307"/>
                <a:gd name="T105" fmla="*/ 173 h 349"/>
                <a:gd name="T106" fmla="*/ 95 w 307"/>
                <a:gd name="T107" fmla="*/ 171 h 349"/>
                <a:gd name="T108" fmla="*/ 28 w 307"/>
                <a:gd name="T109" fmla="*/ 204 h 349"/>
                <a:gd name="T110" fmla="*/ 91 w 307"/>
                <a:gd name="T111" fmla="*/ 201 h 349"/>
                <a:gd name="T112" fmla="*/ 33 w 307"/>
                <a:gd name="T113" fmla="*/ 221 h 349"/>
                <a:gd name="T114" fmla="*/ 28 w 307"/>
                <a:gd name="T115" fmla="*/ 239 h 349"/>
                <a:gd name="T116" fmla="*/ 12 w 307"/>
                <a:gd name="T117" fmla="*/ 213 h 349"/>
                <a:gd name="T118" fmla="*/ 150 w 307"/>
                <a:gd name="T119" fmla="*/ 29 h 349"/>
                <a:gd name="T120" fmla="*/ 177 w 307"/>
                <a:gd name="T121" fmla="*/ 29 h 349"/>
                <a:gd name="T122" fmla="*/ 274 w 307"/>
                <a:gd name="T123" fmla="*/ 75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7" h="349">
                  <a:moveTo>
                    <a:pt x="220" y="268"/>
                  </a:moveTo>
                  <a:cubicBezTo>
                    <a:pt x="190" y="258"/>
                    <a:pt x="144" y="258"/>
                    <a:pt x="111" y="268"/>
                  </a:cubicBezTo>
                  <a:cubicBezTo>
                    <a:pt x="129" y="292"/>
                    <a:pt x="201" y="292"/>
                    <a:pt x="220" y="268"/>
                  </a:cubicBezTo>
                  <a:close/>
                  <a:moveTo>
                    <a:pt x="173" y="123"/>
                  </a:moveTo>
                  <a:cubicBezTo>
                    <a:pt x="181" y="123"/>
                    <a:pt x="187" y="123"/>
                    <a:pt x="194" y="123"/>
                  </a:cubicBezTo>
                  <a:cubicBezTo>
                    <a:pt x="184" y="96"/>
                    <a:pt x="181" y="64"/>
                    <a:pt x="162" y="45"/>
                  </a:cubicBezTo>
                  <a:cubicBezTo>
                    <a:pt x="154" y="71"/>
                    <a:pt x="143" y="95"/>
                    <a:pt x="137" y="123"/>
                  </a:cubicBezTo>
                  <a:cubicBezTo>
                    <a:pt x="143" y="123"/>
                    <a:pt x="149" y="123"/>
                    <a:pt x="156" y="123"/>
                  </a:cubicBezTo>
                  <a:cubicBezTo>
                    <a:pt x="156" y="113"/>
                    <a:pt x="159" y="106"/>
                    <a:pt x="168" y="105"/>
                  </a:cubicBezTo>
                  <a:cubicBezTo>
                    <a:pt x="173" y="107"/>
                    <a:pt x="173" y="114"/>
                    <a:pt x="173" y="123"/>
                  </a:cubicBezTo>
                  <a:close/>
                  <a:moveTo>
                    <a:pt x="253" y="300"/>
                  </a:moveTo>
                  <a:cubicBezTo>
                    <a:pt x="266" y="288"/>
                    <a:pt x="278" y="276"/>
                    <a:pt x="286" y="257"/>
                  </a:cubicBezTo>
                  <a:cubicBezTo>
                    <a:pt x="219" y="230"/>
                    <a:pt x="105" y="229"/>
                    <a:pt x="45" y="259"/>
                  </a:cubicBezTo>
                  <a:cubicBezTo>
                    <a:pt x="54" y="276"/>
                    <a:pt x="67" y="287"/>
                    <a:pt x="79" y="300"/>
                  </a:cubicBezTo>
                  <a:cubicBezTo>
                    <a:pt x="90" y="299"/>
                    <a:pt x="96" y="292"/>
                    <a:pt x="109" y="294"/>
                  </a:cubicBezTo>
                  <a:cubicBezTo>
                    <a:pt x="105" y="280"/>
                    <a:pt x="85" y="281"/>
                    <a:pt x="83" y="264"/>
                  </a:cubicBezTo>
                  <a:cubicBezTo>
                    <a:pt x="100" y="247"/>
                    <a:pt x="143" y="242"/>
                    <a:pt x="178" y="244"/>
                  </a:cubicBezTo>
                  <a:cubicBezTo>
                    <a:pt x="205" y="247"/>
                    <a:pt x="238" y="249"/>
                    <a:pt x="248" y="266"/>
                  </a:cubicBezTo>
                  <a:cubicBezTo>
                    <a:pt x="244" y="280"/>
                    <a:pt x="228" y="281"/>
                    <a:pt x="222" y="291"/>
                  </a:cubicBezTo>
                  <a:cubicBezTo>
                    <a:pt x="232" y="294"/>
                    <a:pt x="243" y="297"/>
                    <a:pt x="253" y="300"/>
                  </a:cubicBezTo>
                  <a:close/>
                  <a:moveTo>
                    <a:pt x="274" y="75"/>
                  </a:moveTo>
                  <a:cubicBezTo>
                    <a:pt x="287" y="88"/>
                    <a:pt x="307" y="110"/>
                    <a:pt x="302" y="133"/>
                  </a:cubicBezTo>
                  <a:cubicBezTo>
                    <a:pt x="283" y="125"/>
                    <a:pt x="278" y="100"/>
                    <a:pt x="264" y="85"/>
                  </a:cubicBezTo>
                  <a:cubicBezTo>
                    <a:pt x="244" y="64"/>
                    <a:pt x="217" y="57"/>
                    <a:pt x="187" y="47"/>
                  </a:cubicBezTo>
                  <a:cubicBezTo>
                    <a:pt x="192" y="75"/>
                    <a:pt x="204" y="94"/>
                    <a:pt x="210" y="121"/>
                  </a:cubicBezTo>
                  <a:cubicBezTo>
                    <a:pt x="252" y="134"/>
                    <a:pt x="201" y="145"/>
                    <a:pt x="175" y="139"/>
                  </a:cubicBezTo>
                  <a:cubicBezTo>
                    <a:pt x="171" y="147"/>
                    <a:pt x="175" y="162"/>
                    <a:pt x="173" y="173"/>
                  </a:cubicBezTo>
                  <a:cubicBezTo>
                    <a:pt x="187" y="177"/>
                    <a:pt x="210" y="168"/>
                    <a:pt x="225" y="175"/>
                  </a:cubicBezTo>
                  <a:cubicBezTo>
                    <a:pt x="225" y="202"/>
                    <a:pt x="197" y="185"/>
                    <a:pt x="173" y="188"/>
                  </a:cubicBezTo>
                  <a:cubicBezTo>
                    <a:pt x="173" y="202"/>
                    <a:pt x="175" y="215"/>
                    <a:pt x="166" y="219"/>
                  </a:cubicBezTo>
                  <a:cubicBezTo>
                    <a:pt x="220" y="223"/>
                    <a:pt x="271" y="226"/>
                    <a:pt x="305" y="250"/>
                  </a:cubicBezTo>
                  <a:cubicBezTo>
                    <a:pt x="297" y="277"/>
                    <a:pt x="278" y="302"/>
                    <a:pt x="256" y="318"/>
                  </a:cubicBezTo>
                  <a:cubicBezTo>
                    <a:pt x="239" y="330"/>
                    <a:pt x="215" y="342"/>
                    <a:pt x="192" y="338"/>
                  </a:cubicBezTo>
                  <a:cubicBezTo>
                    <a:pt x="192" y="315"/>
                    <a:pt x="222" y="325"/>
                    <a:pt x="232" y="312"/>
                  </a:cubicBezTo>
                  <a:cubicBezTo>
                    <a:pt x="220" y="305"/>
                    <a:pt x="201" y="305"/>
                    <a:pt x="183" y="304"/>
                  </a:cubicBezTo>
                  <a:cubicBezTo>
                    <a:pt x="182" y="311"/>
                    <a:pt x="187" y="335"/>
                    <a:pt x="181" y="343"/>
                  </a:cubicBezTo>
                  <a:cubicBezTo>
                    <a:pt x="166" y="349"/>
                    <a:pt x="129" y="347"/>
                    <a:pt x="132" y="334"/>
                  </a:cubicBezTo>
                  <a:cubicBezTo>
                    <a:pt x="134" y="323"/>
                    <a:pt x="154" y="330"/>
                    <a:pt x="168" y="330"/>
                  </a:cubicBezTo>
                  <a:cubicBezTo>
                    <a:pt x="168" y="321"/>
                    <a:pt x="168" y="311"/>
                    <a:pt x="166" y="304"/>
                  </a:cubicBezTo>
                  <a:cubicBezTo>
                    <a:pt x="140" y="302"/>
                    <a:pt x="120" y="306"/>
                    <a:pt x="100" y="311"/>
                  </a:cubicBezTo>
                  <a:cubicBezTo>
                    <a:pt x="105" y="321"/>
                    <a:pt x="129" y="318"/>
                    <a:pt x="123" y="334"/>
                  </a:cubicBezTo>
                  <a:cubicBezTo>
                    <a:pt x="76" y="330"/>
                    <a:pt x="44" y="294"/>
                    <a:pt x="25" y="252"/>
                  </a:cubicBezTo>
                  <a:cubicBezTo>
                    <a:pt x="57" y="228"/>
                    <a:pt x="109" y="224"/>
                    <a:pt x="161" y="221"/>
                  </a:cubicBezTo>
                  <a:cubicBezTo>
                    <a:pt x="161" y="216"/>
                    <a:pt x="155" y="204"/>
                    <a:pt x="157" y="191"/>
                  </a:cubicBezTo>
                  <a:cubicBezTo>
                    <a:pt x="142" y="182"/>
                    <a:pt x="111" y="200"/>
                    <a:pt x="104" y="182"/>
                  </a:cubicBezTo>
                  <a:cubicBezTo>
                    <a:pt x="109" y="164"/>
                    <a:pt x="139" y="178"/>
                    <a:pt x="156" y="173"/>
                  </a:cubicBezTo>
                  <a:cubicBezTo>
                    <a:pt x="160" y="166"/>
                    <a:pt x="156" y="151"/>
                    <a:pt x="157" y="140"/>
                  </a:cubicBezTo>
                  <a:cubicBezTo>
                    <a:pt x="138" y="133"/>
                    <a:pt x="113" y="151"/>
                    <a:pt x="104" y="132"/>
                  </a:cubicBezTo>
                  <a:cubicBezTo>
                    <a:pt x="105" y="124"/>
                    <a:pt x="112" y="123"/>
                    <a:pt x="121" y="123"/>
                  </a:cubicBezTo>
                  <a:cubicBezTo>
                    <a:pt x="124" y="95"/>
                    <a:pt x="137" y="76"/>
                    <a:pt x="144" y="51"/>
                  </a:cubicBezTo>
                  <a:cubicBezTo>
                    <a:pt x="88" y="54"/>
                    <a:pt x="52" y="94"/>
                    <a:pt x="34" y="143"/>
                  </a:cubicBezTo>
                  <a:cubicBezTo>
                    <a:pt x="52" y="142"/>
                    <a:pt x="83" y="124"/>
                    <a:pt x="95" y="140"/>
                  </a:cubicBezTo>
                  <a:cubicBezTo>
                    <a:pt x="83" y="162"/>
                    <a:pt x="34" y="142"/>
                    <a:pt x="28" y="173"/>
                  </a:cubicBezTo>
                  <a:cubicBezTo>
                    <a:pt x="41" y="177"/>
                    <a:pt x="79" y="152"/>
                    <a:pt x="95" y="171"/>
                  </a:cubicBezTo>
                  <a:cubicBezTo>
                    <a:pt x="83" y="192"/>
                    <a:pt x="30" y="172"/>
                    <a:pt x="28" y="204"/>
                  </a:cubicBezTo>
                  <a:cubicBezTo>
                    <a:pt x="43" y="206"/>
                    <a:pt x="76" y="183"/>
                    <a:pt x="91" y="201"/>
                  </a:cubicBezTo>
                  <a:cubicBezTo>
                    <a:pt x="84" y="220"/>
                    <a:pt x="45" y="207"/>
                    <a:pt x="33" y="221"/>
                  </a:cubicBezTo>
                  <a:cubicBezTo>
                    <a:pt x="30" y="225"/>
                    <a:pt x="35" y="238"/>
                    <a:pt x="28" y="239"/>
                  </a:cubicBezTo>
                  <a:cubicBezTo>
                    <a:pt x="16" y="237"/>
                    <a:pt x="13" y="223"/>
                    <a:pt x="12" y="213"/>
                  </a:cubicBezTo>
                  <a:cubicBezTo>
                    <a:pt x="0" y="105"/>
                    <a:pt x="69" y="44"/>
                    <a:pt x="150" y="29"/>
                  </a:cubicBezTo>
                  <a:cubicBezTo>
                    <a:pt x="155" y="9"/>
                    <a:pt x="176" y="0"/>
                    <a:pt x="177" y="29"/>
                  </a:cubicBezTo>
                  <a:cubicBezTo>
                    <a:pt x="214" y="35"/>
                    <a:pt x="250" y="51"/>
                    <a:pt x="274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BC82AAD9-2BE1-E69E-CA63-BC827A670D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698" y="5542598"/>
              <a:ext cx="265112" cy="306388"/>
            </a:xfrm>
            <a:custGeom>
              <a:avLst/>
              <a:gdLst>
                <a:gd name="T0" fmla="*/ 100 w 102"/>
                <a:gd name="T1" fmla="*/ 5 h 118"/>
                <a:gd name="T2" fmla="*/ 89 w 102"/>
                <a:gd name="T3" fmla="*/ 13 h 118"/>
                <a:gd name="T4" fmla="*/ 86 w 102"/>
                <a:gd name="T5" fmla="*/ 83 h 118"/>
                <a:gd name="T6" fmla="*/ 21 w 102"/>
                <a:gd name="T7" fmla="*/ 99 h 118"/>
                <a:gd name="T8" fmla="*/ 12 w 102"/>
                <a:gd name="T9" fmla="*/ 16 h 118"/>
                <a:gd name="T10" fmla="*/ 0 w 102"/>
                <a:gd name="T11" fmla="*/ 8 h 118"/>
                <a:gd name="T12" fmla="*/ 42 w 102"/>
                <a:gd name="T13" fmla="*/ 5 h 118"/>
                <a:gd name="T14" fmla="*/ 30 w 102"/>
                <a:gd name="T15" fmla="*/ 13 h 118"/>
                <a:gd name="T16" fmla="*/ 48 w 102"/>
                <a:gd name="T17" fmla="*/ 99 h 118"/>
                <a:gd name="T18" fmla="*/ 74 w 102"/>
                <a:gd name="T19" fmla="*/ 13 h 118"/>
                <a:gd name="T20" fmla="*/ 61 w 102"/>
                <a:gd name="T21" fmla="*/ 8 h 118"/>
                <a:gd name="T22" fmla="*/ 100 w 102"/>
                <a:gd name="T23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" h="118">
                  <a:moveTo>
                    <a:pt x="100" y="5"/>
                  </a:moveTo>
                  <a:cubicBezTo>
                    <a:pt x="102" y="13"/>
                    <a:pt x="91" y="9"/>
                    <a:pt x="89" y="13"/>
                  </a:cubicBezTo>
                  <a:cubicBezTo>
                    <a:pt x="78" y="33"/>
                    <a:pt x="91" y="61"/>
                    <a:pt x="86" y="83"/>
                  </a:cubicBezTo>
                  <a:cubicBezTo>
                    <a:pt x="80" y="107"/>
                    <a:pt x="39" y="118"/>
                    <a:pt x="21" y="99"/>
                  </a:cubicBezTo>
                  <a:cubicBezTo>
                    <a:pt x="1" y="80"/>
                    <a:pt x="23" y="45"/>
                    <a:pt x="12" y="16"/>
                  </a:cubicBezTo>
                  <a:cubicBezTo>
                    <a:pt x="11" y="9"/>
                    <a:pt x="3" y="12"/>
                    <a:pt x="0" y="8"/>
                  </a:cubicBezTo>
                  <a:cubicBezTo>
                    <a:pt x="8" y="0"/>
                    <a:pt x="33" y="4"/>
                    <a:pt x="42" y="5"/>
                  </a:cubicBezTo>
                  <a:cubicBezTo>
                    <a:pt x="43" y="13"/>
                    <a:pt x="32" y="9"/>
                    <a:pt x="30" y="13"/>
                  </a:cubicBezTo>
                  <a:cubicBezTo>
                    <a:pt x="28" y="43"/>
                    <a:pt x="20" y="95"/>
                    <a:pt x="48" y="99"/>
                  </a:cubicBezTo>
                  <a:cubicBezTo>
                    <a:pt x="83" y="105"/>
                    <a:pt x="85" y="48"/>
                    <a:pt x="74" y="13"/>
                  </a:cubicBezTo>
                  <a:cubicBezTo>
                    <a:pt x="71" y="9"/>
                    <a:pt x="61" y="13"/>
                    <a:pt x="61" y="8"/>
                  </a:cubicBezTo>
                  <a:cubicBezTo>
                    <a:pt x="67" y="0"/>
                    <a:pt x="92" y="4"/>
                    <a:pt x="10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7C09277E-95A3-13CD-C251-9F88B4D84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685" y="4912360"/>
              <a:ext cx="98425" cy="196850"/>
            </a:xfrm>
            <a:custGeom>
              <a:avLst/>
              <a:gdLst>
                <a:gd name="T0" fmla="*/ 27 w 38"/>
                <a:gd name="T1" fmla="*/ 12 h 76"/>
                <a:gd name="T2" fmla="*/ 11 w 38"/>
                <a:gd name="T3" fmla="*/ 65 h 76"/>
                <a:gd name="T4" fmla="*/ 27 w 38"/>
                <a:gd name="T5" fmla="*/ 1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6">
                  <a:moveTo>
                    <a:pt x="27" y="12"/>
                  </a:moveTo>
                  <a:cubicBezTo>
                    <a:pt x="35" y="26"/>
                    <a:pt x="38" y="76"/>
                    <a:pt x="11" y="65"/>
                  </a:cubicBezTo>
                  <a:cubicBezTo>
                    <a:pt x="2" y="51"/>
                    <a:pt x="0" y="0"/>
                    <a:pt x="2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060CA36-F523-F2EC-39BF-8E970C6160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235" y="4909185"/>
              <a:ext cx="98425" cy="127000"/>
            </a:xfrm>
            <a:custGeom>
              <a:avLst/>
              <a:gdLst>
                <a:gd name="T0" fmla="*/ 32 w 38"/>
                <a:gd name="T1" fmla="*/ 13 h 49"/>
                <a:gd name="T2" fmla="*/ 30 w 38"/>
                <a:gd name="T3" fmla="*/ 42 h 49"/>
                <a:gd name="T4" fmla="*/ 32 w 38"/>
                <a:gd name="T5" fmla="*/ 1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49">
                  <a:moveTo>
                    <a:pt x="32" y="13"/>
                  </a:moveTo>
                  <a:cubicBezTo>
                    <a:pt x="38" y="23"/>
                    <a:pt x="38" y="34"/>
                    <a:pt x="30" y="42"/>
                  </a:cubicBezTo>
                  <a:cubicBezTo>
                    <a:pt x="0" y="49"/>
                    <a:pt x="7" y="0"/>
                    <a:pt x="32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8" name="Freeform 33">
              <a:extLst>
                <a:ext uri="{FF2B5EF4-FFF2-40B4-BE49-F238E27FC236}">
                  <a16:creationId xmlns:a16="http://schemas.microsoft.com/office/drawing/2014/main" id="{154A34B3-1D6F-878C-2B2B-4F57D02EF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735" y="5240973"/>
              <a:ext cx="273050" cy="349250"/>
            </a:xfrm>
            <a:custGeom>
              <a:avLst/>
              <a:gdLst>
                <a:gd name="T0" fmla="*/ 96 w 105"/>
                <a:gd name="T1" fmla="*/ 51 h 134"/>
                <a:gd name="T2" fmla="*/ 105 w 105"/>
                <a:gd name="T3" fmla="*/ 51 h 134"/>
                <a:gd name="T4" fmla="*/ 85 w 105"/>
                <a:gd name="T5" fmla="*/ 81 h 134"/>
                <a:gd name="T6" fmla="*/ 73 w 105"/>
                <a:gd name="T7" fmla="*/ 33 h 134"/>
                <a:gd name="T8" fmla="*/ 15 w 105"/>
                <a:gd name="T9" fmla="*/ 81 h 134"/>
                <a:gd name="T10" fmla="*/ 60 w 105"/>
                <a:gd name="T11" fmla="*/ 97 h 134"/>
                <a:gd name="T12" fmla="*/ 51 w 105"/>
                <a:gd name="T13" fmla="*/ 81 h 134"/>
                <a:gd name="T14" fmla="*/ 87 w 105"/>
                <a:gd name="T15" fmla="*/ 107 h 134"/>
                <a:gd name="T16" fmla="*/ 76 w 105"/>
                <a:gd name="T17" fmla="*/ 106 h 134"/>
                <a:gd name="T18" fmla="*/ 56 w 105"/>
                <a:gd name="T19" fmla="*/ 132 h 134"/>
                <a:gd name="T20" fmla="*/ 1 w 105"/>
                <a:gd name="T21" fmla="*/ 77 h 134"/>
                <a:gd name="T22" fmla="*/ 96 w 105"/>
                <a:gd name="T23" fmla="*/ 5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5" h="134">
                  <a:moveTo>
                    <a:pt x="96" y="51"/>
                  </a:moveTo>
                  <a:cubicBezTo>
                    <a:pt x="100" y="51"/>
                    <a:pt x="101" y="47"/>
                    <a:pt x="105" y="51"/>
                  </a:cubicBezTo>
                  <a:cubicBezTo>
                    <a:pt x="104" y="59"/>
                    <a:pt x="95" y="75"/>
                    <a:pt x="85" y="81"/>
                  </a:cubicBezTo>
                  <a:cubicBezTo>
                    <a:pt x="88" y="64"/>
                    <a:pt x="89" y="39"/>
                    <a:pt x="73" y="33"/>
                  </a:cubicBezTo>
                  <a:cubicBezTo>
                    <a:pt x="51" y="23"/>
                    <a:pt x="17" y="52"/>
                    <a:pt x="15" y="81"/>
                  </a:cubicBezTo>
                  <a:cubicBezTo>
                    <a:pt x="12" y="114"/>
                    <a:pt x="51" y="134"/>
                    <a:pt x="60" y="97"/>
                  </a:cubicBezTo>
                  <a:cubicBezTo>
                    <a:pt x="60" y="88"/>
                    <a:pt x="49" y="91"/>
                    <a:pt x="51" y="81"/>
                  </a:cubicBezTo>
                  <a:cubicBezTo>
                    <a:pt x="63" y="88"/>
                    <a:pt x="78" y="95"/>
                    <a:pt x="87" y="107"/>
                  </a:cubicBezTo>
                  <a:cubicBezTo>
                    <a:pt x="83" y="113"/>
                    <a:pt x="81" y="105"/>
                    <a:pt x="76" y="106"/>
                  </a:cubicBezTo>
                  <a:cubicBezTo>
                    <a:pt x="66" y="111"/>
                    <a:pt x="62" y="123"/>
                    <a:pt x="56" y="132"/>
                  </a:cubicBezTo>
                  <a:cubicBezTo>
                    <a:pt x="27" y="124"/>
                    <a:pt x="1" y="110"/>
                    <a:pt x="1" y="77"/>
                  </a:cubicBezTo>
                  <a:cubicBezTo>
                    <a:pt x="0" y="25"/>
                    <a:pt x="73" y="0"/>
                    <a:pt x="96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AF21C9F0-1B6F-20C7-1FB4-3B1F89CA8D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15148" y="2423160"/>
              <a:ext cx="771525" cy="731838"/>
            </a:xfrm>
            <a:custGeom>
              <a:avLst/>
              <a:gdLst>
                <a:gd name="T0" fmla="*/ 26 w 297"/>
                <a:gd name="T1" fmla="*/ 174 h 282"/>
                <a:gd name="T2" fmla="*/ 40 w 297"/>
                <a:gd name="T3" fmla="*/ 158 h 282"/>
                <a:gd name="T4" fmla="*/ 24 w 297"/>
                <a:gd name="T5" fmla="*/ 158 h 282"/>
                <a:gd name="T6" fmla="*/ 73 w 297"/>
                <a:gd name="T7" fmla="*/ 171 h 282"/>
                <a:gd name="T8" fmla="*/ 35 w 297"/>
                <a:gd name="T9" fmla="*/ 234 h 282"/>
                <a:gd name="T10" fmla="*/ 53 w 297"/>
                <a:gd name="T11" fmla="*/ 180 h 282"/>
                <a:gd name="T12" fmla="*/ 80 w 297"/>
                <a:gd name="T13" fmla="*/ 127 h 282"/>
                <a:gd name="T14" fmla="*/ 59 w 297"/>
                <a:gd name="T15" fmla="*/ 141 h 282"/>
                <a:gd name="T16" fmla="*/ 101 w 297"/>
                <a:gd name="T17" fmla="*/ 136 h 282"/>
                <a:gd name="T18" fmla="*/ 101 w 297"/>
                <a:gd name="T19" fmla="*/ 136 h 282"/>
                <a:gd name="T20" fmla="*/ 126 w 297"/>
                <a:gd name="T21" fmla="*/ 139 h 282"/>
                <a:gd name="T22" fmla="*/ 134 w 297"/>
                <a:gd name="T23" fmla="*/ 161 h 282"/>
                <a:gd name="T24" fmla="*/ 134 w 297"/>
                <a:gd name="T25" fmla="*/ 161 h 282"/>
                <a:gd name="T26" fmla="*/ 151 w 297"/>
                <a:gd name="T27" fmla="*/ 27 h 282"/>
                <a:gd name="T28" fmla="*/ 157 w 297"/>
                <a:gd name="T29" fmla="*/ 239 h 282"/>
                <a:gd name="T30" fmla="*/ 163 w 297"/>
                <a:gd name="T31" fmla="*/ 200 h 282"/>
                <a:gd name="T32" fmla="*/ 139 w 297"/>
                <a:gd name="T33" fmla="*/ 218 h 282"/>
                <a:gd name="T34" fmla="*/ 156 w 297"/>
                <a:gd name="T35" fmla="*/ 227 h 282"/>
                <a:gd name="T36" fmla="*/ 173 w 297"/>
                <a:gd name="T37" fmla="*/ 39 h 282"/>
                <a:gd name="T38" fmla="*/ 173 w 297"/>
                <a:gd name="T39" fmla="*/ 39 h 282"/>
                <a:gd name="T40" fmla="*/ 173 w 297"/>
                <a:gd name="T41" fmla="*/ 58 h 282"/>
                <a:gd name="T42" fmla="*/ 157 w 297"/>
                <a:gd name="T43" fmla="*/ 191 h 282"/>
                <a:gd name="T44" fmla="*/ 143 w 297"/>
                <a:gd name="T45" fmla="*/ 186 h 282"/>
                <a:gd name="T46" fmla="*/ 157 w 297"/>
                <a:gd name="T47" fmla="*/ 191 h 282"/>
                <a:gd name="T48" fmla="*/ 186 w 297"/>
                <a:gd name="T49" fmla="*/ 127 h 282"/>
                <a:gd name="T50" fmla="*/ 202 w 297"/>
                <a:gd name="T51" fmla="*/ 119 h 282"/>
                <a:gd name="T52" fmla="*/ 198 w 297"/>
                <a:gd name="T53" fmla="*/ 67 h 282"/>
                <a:gd name="T54" fmla="*/ 189 w 297"/>
                <a:gd name="T55" fmla="*/ 72 h 282"/>
                <a:gd name="T56" fmla="*/ 209 w 297"/>
                <a:gd name="T57" fmla="*/ 66 h 282"/>
                <a:gd name="T58" fmla="*/ 211 w 297"/>
                <a:gd name="T59" fmla="*/ 72 h 282"/>
                <a:gd name="T60" fmla="*/ 217 w 297"/>
                <a:gd name="T61" fmla="*/ 139 h 282"/>
                <a:gd name="T62" fmla="*/ 201 w 297"/>
                <a:gd name="T63" fmla="*/ 150 h 282"/>
                <a:gd name="T64" fmla="*/ 192 w 297"/>
                <a:gd name="T65" fmla="*/ 166 h 282"/>
                <a:gd name="T66" fmla="*/ 227 w 297"/>
                <a:gd name="T67" fmla="*/ 67 h 282"/>
                <a:gd name="T68" fmla="*/ 235 w 297"/>
                <a:gd name="T69" fmla="*/ 115 h 282"/>
                <a:gd name="T70" fmla="*/ 184 w 297"/>
                <a:gd name="T71" fmla="*/ 91 h 282"/>
                <a:gd name="T72" fmla="*/ 173 w 297"/>
                <a:gd name="T73" fmla="*/ 84 h 282"/>
                <a:gd name="T74" fmla="*/ 154 w 297"/>
                <a:gd name="T75" fmla="*/ 136 h 282"/>
                <a:gd name="T76" fmla="*/ 206 w 297"/>
                <a:gd name="T77" fmla="*/ 109 h 282"/>
                <a:gd name="T78" fmla="*/ 217 w 297"/>
                <a:gd name="T79" fmla="*/ 96 h 282"/>
                <a:gd name="T80" fmla="*/ 235 w 297"/>
                <a:gd name="T81" fmla="*/ 115 h 282"/>
                <a:gd name="T82" fmla="*/ 251 w 297"/>
                <a:gd name="T83" fmla="*/ 106 h 282"/>
                <a:gd name="T84" fmla="*/ 249 w 297"/>
                <a:gd name="T85" fmla="*/ 119 h 282"/>
                <a:gd name="T86" fmla="*/ 263 w 297"/>
                <a:gd name="T87" fmla="*/ 261 h 282"/>
                <a:gd name="T88" fmla="*/ 185 w 297"/>
                <a:gd name="T89" fmla="*/ 225 h 282"/>
                <a:gd name="T90" fmla="*/ 131 w 297"/>
                <a:gd name="T91" fmla="*/ 267 h 282"/>
                <a:gd name="T92" fmla="*/ 62 w 297"/>
                <a:gd name="T93" fmla="*/ 218 h 282"/>
                <a:gd name="T94" fmla="*/ 10 w 297"/>
                <a:gd name="T95" fmla="*/ 256 h 282"/>
                <a:gd name="T96" fmla="*/ 97 w 297"/>
                <a:gd name="T97" fmla="*/ 113 h 282"/>
                <a:gd name="T98" fmla="*/ 134 w 297"/>
                <a:gd name="T99" fmla="*/ 82 h 282"/>
                <a:gd name="T100" fmla="*/ 207 w 297"/>
                <a:gd name="T101" fmla="*/ 8 h 282"/>
                <a:gd name="T102" fmla="*/ 234 w 297"/>
                <a:gd name="T103" fmla="*/ 27 h 282"/>
                <a:gd name="T104" fmla="*/ 263 w 297"/>
                <a:gd name="T105" fmla="*/ 184 h 282"/>
                <a:gd name="T106" fmla="*/ 290 w 297"/>
                <a:gd name="T107" fmla="*/ 23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7" h="282">
                  <a:moveTo>
                    <a:pt x="24" y="186"/>
                  </a:moveTo>
                  <a:cubicBezTo>
                    <a:pt x="30" y="187"/>
                    <a:pt x="32" y="172"/>
                    <a:pt x="26" y="174"/>
                  </a:cubicBezTo>
                  <a:cubicBezTo>
                    <a:pt x="22" y="175"/>
                    <a:pt x="21" y="182"/>
                    <a:pt x="24" y="186"/>
                  </a:cubicBezTo>
                  <a:close/>
                  <a:moveTo>
                    <a:pt x="40" y="158"/>
                  </a:moveTo>
                  <a:cubicBezTo>
                    <a:pt x="40" y="155"/>
                    <a:pt x="37" y="152"/>
                    <a:pt x="38" y="147"/>
                  </a:cubicBezTo>
                  <a:cubicBezTo>
                    <a:pt x="30" y="147"/>
                    <a:pt x="24" y="151"/>
                    <a:pt x="24" y="158"/>
                  </a:cubicBezTo>
                  <a:cubicBezTo>
                    <a:pt x="32" y="160"/>
                    <a:pt x="31" y="160"/>
                    <a:pt x="40" y="158"/>
                  </a:cubicBezTo>
                  <a:close/>
                  <a:moveTo>
                    <a:pt x="73" y="171"/>
                  </a:moveTo>
                  <a:cubicBezTo>
                    <a:pt x="64" y="166"/>
                    <a:pt x="59" y="180"/>
                    <a:pt x="52" y="171"/>
                  </a:cubicBezTo>
                  <a:cubicBezTo>
                    <a:pt x="51" y="195"/>
                    <a:pt x="0" y="214"/>
                    <a:pt x="35" y="234"/>
                  </a:cubicBezTo>
                  <a:cubicBezTo>
                    <a:pt x="41" y="225"/>
                    <a:pt x="30" y="220"/>
                    <a:pt x="29" y="213"/>
                  </a:cubicBezTo>
                  <a:cubicBezTo>
                    <a:pt x="42" y="205"/>
                    <a:pt x="52" y="194"/>
                    <a:pt x="53" y="180"/>
                  </a:cubicBezTo>
                  <a:cubicBezTo>
                    <a:pt x="59" y="180"/>
                    <a:pt x="70" y="184"/>
                    <a:pt x="73" y="171"/>
                  </a:cubicBezTo>
                  <a:close/>
                  <a:moveTo>
                    <a:pt x="80" y="127"/>
                  </a:moveTo>
                  <a:cubicBezTo>
                    <a:pt x="70" y="120"/>
                    <a:pt x="55" y="125"/>
                    <a:pt x="52" y="136"/>
                  </a:cubicBezTo>
                  <a:cubicBezTo>
                    <a:pt x="57" y="134"/>
                    <a:pt x="54" y="142"/>
                    <a:pt x="59" y="141"/>
                  </a:cubicBezTo>
                  <a:cubicBezTo>
                    <a:pt x="66" y="137"/>
                    <a:pt x="76" y="136"/>
                    <a:pt x="80" y="127"/>
                  </a:cubicBezTo>
                  <a:close/>
                  <a:moveTo>
                    <a:pt x="101" y="136"/>
                  </a:moveTo>
                  <a:cubicBezTo>
                    <a:pt x="104" y="131"/>
                    <a:pt x="104" y="123"/>
                    <a:pt x="95" y="123"/>
                  </a:cubicBezTo>
                  <a:cubicBezTo>
                    <a:pt x="95" y="131"/>
                    <a:pt x="96" y="134"/>
                    <a:pt x="101" y="136"/>
                  </a:cubicBezTo>
                  <a:close/>
                  <a:moveTo>
                    <a:pt x="131" y="150"/>
                  </a:moveTo>
                  <a:cubicBezTo>
                    <a:pt x="131" y="144"/>
                    <a:pt x="131" y="139"/>
                    <a:pt x="126" y="139"/>
                  </a:cubicBezTo>
                  <a:cubicBezTo>
                    <a:pt x="124" y="144"/>
                    <a:pt x="124" y="151"/>
                    <a:pt x="131" y="150"/>
                  </a:cubicBezTo>
                  <a:close/>
                  <a:moveTo>
                    <a:pt x="134" y="161"/>
                  </a:moveTo>
                  <a:cubicBezTo>
                    <a:pt x="137" y="163"/>
                    <a:pt x="151" y="165"/>
                    <a:pt x="151" y="157"/>
                  </a:cubicBezTo>
                  <a:cubicBezTo>
                    <a:pt x="147" y="151"/>
                    <a:pt x="134" y="153"/>
                    <a:pt x="134" y="161"/>
                  </a:cubicBezTo>
                  <a:close/>
                  <a:moveTo>
                    <a:pt x="151" y="37"/>
                  </a:moveTo>
                  <a:cubicBezTo>
                    <a:pt x="152" y="36"/>
                    <a:pt x="158" y="25"/>
                    <a:pt x="151" y="27"/>
                  </a:cubicBezTo>
                  <a:cubicBezTo>
                    <a:pt x="148" y="28"/>
                    <a:pt x="142" y="37"/>
                    <a:pt x="151" y="37"/>
                  </a:cubicBezTo>
                  <a:close/>
                  <a:moveTo>
                    <a:pt x="157" y="239"/>
                  </a:moveTo>
                  <a:cubicBezTo>
                    <a:pt x="163" y="247"/>
                    <a:pt x="176" y="249"/>
                    <a:pt x="185" y="243"/>
                  </a:cubicBezTo>
                  <a:cubicBezTo>
                    <a:pt x="170" y="237"/>
                    <a:pt x="168" y="218"/>
                    <a:pt x="163" y="200"/>
                  </a:cubicBezTo>
                  <a:cubicBezTo>
                    <a:pt x="158" y="208"/>
                    <a:pt x="165" y="212"/>
                    <a:pt x="159" y="217"/>
                  </a:cubicBezTo>
                  <a:cubicBezTo>
                    <a:pt x="151" y="209"/>
                    <a:pt x="146" y="224"/>
                    <a:pt x="139" y="218"/>
                  </a:cubicBezTo>
                  <a:cubicBezTo>
                    <a:pt x="142" y="225"/>
                    <a:pt x="145" y="234"/>
                    <a:pt x="143" y="247"/>
                  </a:cubicBezTo>
                  <a:cubicBezTo>
                    <a:pt x="154" y="247"/>
                    <a:pt x="143" y="225"/>
                    <a:pt x="156" y="227"/>
                  </a:cubicBezTo>
                  <a:cubicBezTo>
                    <a:pt x="158" y="229"/>
                    <a:pt x="157" y="234"/>
                    <a:pt x="157" y="239"/>
                  </a:cubicBezTo>
                  <a:close/>
                  <a:moveTo>
                    <a:pt x="173" y="39"/>
                  </a:moveTo>
                  <a:cubicBezTo>
                    <a:pt x="181" y="37"/>
                    <a:pt x="187" y="25"/>
                    <a:pt x="178" y="20"/>
                  </a:cubicBezTo>
                  <a:cubicBezTo>
                    <a:pt x="176" y="28"/>
                    <a:pt x="174" y="32"/>
                    <a:pt x="173" y="39"/>
                  </a:cubicBezTo>
                  <a:close/>
                  <a:moveTo>
                    <a:pt x="202" y="28"/>
                  </a:moveTo>
                  <a:cubicBezTo>
                    <a:pt x="190" y="36"/>
                    <a:pt x="178" y="43"/>
                    <a:pt x="173" y="58"/>
                  </a:cubicBezTo>
                  <a:cubicBezTo>
                    <a:pt x="187" y="53"/>
                    <a:pt x="197" y="42"/>
                    <a:pt x="202" y="28"/>
                  </a:cubicBezTo>
                  <a:close/>
                  <a:moveTo>
                    <a:pt x="157" y="191"/>
                  </a:moveTo>
                  <a:cubicBezTo>
                    <a:pt x="168" y="186"/>
                    <a:pt x="196" y="181"/>
                    <a:pt x="189" y="170"/>
                  </a:cubicBezTo>
                  <a:cubicBezTo>
                    <a:pt x="175" y="177"/>
                    <a:pt x="163" y="182"/>
                    <a:pt x="143" y="186"/>
                  </a:cubicBezTo>
                  <a:cubicBezTo>
                    <a:pt x="143" y="193"/>
                    <a:pt x="142" y="200"/>
                    <a:pt x="145" y="204"/>
                  </a:cubicBezTo>
                  <a:cubicBezTo>
                    <a:pt x="154" y="205"/>
                    <a:pt x="153" y="195"/>
                    <a:pt x="157" y="191"/>
                  </a:cubicBezTo>
                  <a:close/>
                  <a:moveTo>
                    <a:pt x="202" y="119"/>
                  </a:moveTo>
                  <a:cubicBezTo>
                    <a:pt x="196" y="117"/>
                    <a:pt x="187" y="119"/>
                    <a:pt x="186" y="127"/>
                  </a:cubicBezTo>
                  <a:cubicBezTo>
                    <a:pt x="192" y="125"/>
                    <a:pt x="191" y="133"/>
                    <a:pt x="197" y="132"/>
                  </a:cubicBezTo>
                  <a:cubicBezTo>
                    <a:pt x="197" y="125"/>
                    <a:pt x="202" y="125"/>
                    <a:pt x="202" y="119"/>
                  </a:cubicBezTo>
                  <a:close/>
                  <a:moveTo>
                    <a:pt x="189" y="72"/>
                  </a:moveTo>
                  <a:cubicBezTo>
                    <a:pt x="194" y="72"/>
                    <a:pt x="198" y="74"/>
                    <a:pt x="198" y="67"/>
                  </a:cubicBezTo>
                  <a:cubicBezTo>
                    <a:pt x="197" y="66"/>
                    <a:pt x="195" y="66"/>
                    <a:pt x="189" y="66"/>
                  </a:cubicBezTo>
                  <a:cubicBezTo>
                    <a:pt x="189" y="69"/>
                    <a:pt x="189" y="71"/>
                    <a:pt x="189" y="72"/>
                  </a:cubicBezTo>
                  <a:close/>
                  <a:moveTo>
                    <a:pt x="211" y="72"/>
                  </a:moveTo>
                  <a:cubicBezTo>
                    <a:pt x="212" y="70"/>
                    <a:pt x="209" y="69"/>
                    <a:pt x="209" y="66"/>
                  </a:cubicBezTo>
                  <a:cubicBezTo>
                    <a:pt x="206" y="65"/>
                    <a:pt x="202" y="66"/>
                    <a:pt x="201" y="67"/>
                  </a:cubicBezTo>
                  <a:cubicBezTo>
                    <a:pt x="200" y="74"/>
                    <a:pt x="208" y="75"/>
                    <a:pt x="211" y="72"/>
                  </a:cubicBezTo>
                  <a:close/>
                  <a:moveTo>
                    <a:pt x="192" y="166"/>
                  </a:moveTo>
                  <a:cubicBezTo>
                    <a:pt x="202" y="160"/>
                    <a:pt x="219" y="160"/>
                    <a:pt x="217" y="139"/>
                  </a:cubicBezTo>
                  <a:cubicBezTo>
                    <a:pt x="208" y="139"/>
                    <a:pt x="201" y="139"/>
                    <a:pt x="196" y="137"/>
                  </a:cubicBezTo>
                  <a:cubicBezTo>
                    <a:pt x="195" y="144"/>
                    <a:pt x="200" y="144"/>
                    <a:pt x="201" y="150"/>
                  </a:cubicBezTo>
                  <a:cubicBezTo>
                    <a:pt x="195" y="156"/>
                    <a:pt x="191" y="148"/>
                    <a:pt x="185" y="148"/>
                  </a:cubicBezTo>
                  <a:cubicBezTo>
                    <a:pt x="186" y="156"/>
                    <a:pt x="195" y="155"/>
                    <a:pt x="192" y="166"/>
                  </a:cubicBezTo>
                  <a:close/>
                  <a:moveTo>
                    <a:pt x="238" y="80"/>
                  </a:moveTo>
                  <a:cubicBezTo>
                    <a:pt x="238" y="72"/>
                    <a:pt x="234" y="62"/>
                    <a:pt x="227" y="67"/>
                  </a:cubicBezTo>
                  <a:cubicBezTo>
                    <a:pt x="227" y="76"/>
                    <a:pt x="233" y="77"/>
                    <a:pt x="238" y="80"/>
                  </a:cubicBezTo>
                  <a:close/>
                  <a:moveTo>
                    <a:pt x="235" y="115"/>
                  </a:moveTo>
                  <a:cubicBezTo>
                    <a:pt x="239" y="110"/>
                    <a:pt x="240" y="104"/>
                    <a:pt x="239" y="94"/>
                  </a:cubicBezTo>
                  <a:cubicBezTo>
                    <a:pt x="228" y="79"/>
                    <a:pt x="200" y="84"/>
                    <a:pt x="184" y="91"/>
                  </a:cubicBezTo>
                  <a:cubicBezTo>
                    <a:pt x="180" y="81"/>
                    <a:pt x="167" y="69"/>
                    <a:pt x="164" y="87"/>
                  </a:cubicBezTo>
                  <a:cubicBezTo>
                    <a:pt x="169" y="87"/>
                    <a:pt x="169" y="85"/>
                    <a:pt x="173" y="84"/>
                  </a:cubicBezTo>
                  <a:cubicBezTo>
                    <a:pt x="176" y="90"/>
                    <a:pt x="180" y="96"/>
                    <a:pt x="189" y="98"/>
                  </a:cubicBezTo>
                  <a:cubicBezTo>
                    <a:pt x="180" y="106"/>
                    <a:pt x="132" y="122"/>
                    <a:pt x="154" y="136"/>
                  </a:cubicBezTo>
                  <a:cubicBezTo>
                    <a:pt x="156" y="122"/>
                    <a:pt x="167" y="115"/>
                    <a:pt x="181" y="118"/>
                  </a:cubicBezTo>
                  <a:cubicBezTo>
                    <a:pt x="187" y="109"/>
                    <a:pt x="192" y="106"/>
                    <a:pt x="206" y="109"/>
                  </a:cubicBezTo>
                  <a:cubicBezTo>
                    <a:pt x="211" y="112"/>
                    <a:pt x="208" y="123"/>
                    <a:pt x="217" y="123"/>
                  </a:cubicBezTo>
                  <a:cubicBezTo>
                    <a:pt x="220" y="113"/>
                    <a:pt x="218" y="106"/>
                    <a:pt x="217" y="96"/>
                  </a:cubicBezTo>
                  <a:cubicBezTo>
                    <a:pt x="218" y="95"/>
                    <a:pt x="219" y="94"/>
                    <a:pt x="223" y="94"/>
                  </a:cubicBezTo>
                  <a:cubicBezTo>
                    <a:pt x="230" y="99"/>
                    <a:pt x="227" y="113"/>
                    <a:pt x="235" y="115"/>
                  </a:cubicBezTo>
                  <a:close/>
                  <a:moveTo>
                    <a:pt x="249" y="119"/>
                  </a:moveTo>
                  <a:cubicBezTo>
                    <a:pt x="253" y="115"/>
                    <a:pt x="252" y="114"/>
                    <a:pt x="251" y="106"/>
                  </a:cubicBezTo>
                  <a:cubicBezTo>
                    <a:pt x="249" y="106"/>
                    <a:pt x="247" y="106"/>
                    <a:pt x="246" y="106"/>
                  </a:cubicBezTo>
                  <a:cubicBezTo>
                    <a:pt x="246" y="112"/>
                    <a:pt x="244" y="119"/>
                    <a:pt x="249" y="119"/>
                  </a:cubicBezTo>
                  <a:close/>
                  <a:moveTo>
                    <a:pt x="290" y="233"/>
                  </a:moveTo>
                  <a:cubicBezTo>
                    <a:pt x="297" y="251"/>
                    <a:pt x="272" y="261"/>
                    <a:pt x="263" y="261"/>
                  </a:cubicBezTo>
                  <a:cubicBezTo>
                    <a:pt x="235" y="262"/>
                    <a:pt x="235" y="227"/>
                    <a:pt x="219" y="217"/>
                  </a:cubicBezTo>
                  <a:cubicBezTo>
                    <a:pt x="206" y="218"/>
                    <a:pt x="190" y="215"/>
                    <a:pt x="185" y="225"/>
                  </a:cubicBezTo>
                  <a:cubicBezTo>
                    <a:pt x="187" y="239"/>
                    <a:pt x="203" y="232"/>
                    <a:pt x="206" y="243"/>
                  </a:cubicBezTo>
                  <a:cubicBezTo>
                    <a:pt x="211" y="266"/>
                    <a:pt x="157" y="273"/>
                    <a:pt x="131" y="267"/>
                  </a:cubicBezTo>
                  <a:cubicBezTo>
                    <a:pt x="113" y="262"/>
                    <a:pt x="104" y="241"/>
                    <a:pt x="98" y="224"/>
                  </a:cubicBezTo>
                  <a:cubicBezTo>
                    <a:pt x="85" y="224"/>
                    <a:pt x="75" y="213"/>
                    <a:pt x="62" y="218"/>
                  </a:cubicBezTo>
                  <a:cubicBezTo>
                    <a:pt x="60" y="232"/>
                    <a:pt x="73" y="233"/>
                    <a:pt x="74" y="247"/>
                  </a:cubicBezTo>
                  <a:cubicBezTo>
                    <a:pt x="77" y="282"/>
                    <a:pt x="35" y="266"/>
                    <a:pt x="10" y="256"/>
                  </a:cubicBezTo>
                  <a:cubicBezTo>
                    <a:pt x="24" y="218"/>
                    <a:pt x="2" y="167"/>
                    <a:pt x="20" y="137"/>
                  </a:cubicBezTo>
                  <a:cubicBezTo>
                    <a:pt x="32" y="118"/>
                    <a:pt x="64" y="108"/>
                    <a:pt x="97" y="113"/>
                  </a:cubicBezTo>
                  <a:cubicBezTo>
                    <a:pt x="107" y="114"/>
                    <a:pt x="136" y="127"/>
                    <a:pt x="145" y="110"/>
                  </a:cubicBezTo>
                  <a:cubicBezTo>
                    <a:pt x="145" y="98"/>
                    <a:pt x="139" y="90"/>
                    <a:pt x="134" y="82"/>
                  </a:cubicBezTo>
                  <a:cubicBezTo>
                    <a:pt x="137" y="63"/>
                    <a:pt x="131" y="50"/>
                    <a:pt x="135" y="36"/>
                  </a:cubicBezTo>
                  <a:cubicBezTo>
                    <a:pt x="143" y="0"/>
                    <a:pt x="173" y="3"/>
                    <a:pt x="207" y="8"/>
                  </a:cubicBezTo>
                  <a:cubicBezTo>
                    <a:pt x="213" y="6"/>
                    <a:pt x="211" y="14"/>
                    <a:pt x="211" y="18"/>
                  </a:cubicBezTo>
                  <a:cubicBezTo>
                    <a:pt x="216" y="18"/>
                    <a:pt x="228" y="22"/>
                    <a:pt x="234" y="27"/>
                  </a:cubicBezTo>
                  <a:cubicBezTo>
                    <a:pt x="224" y="61"/>
                    <a:pt x="251" y="79"/>
                    <a:pt x="269" y="96"/>
                  </a:cubicBezTo>
                  <a:cubicBezTo>
                    <a:pt x="282" y="123"/>
                    <a:pt x="285" y="167"/>
                    <a:pt x="263" y="184"/>
                  </a:cubicBezTo>
                  <a:cubicBezTo>
                    <a:pt x="262" y="204"/>
                    <a:pt x="268" y="218"/>
                    <a:pt x="275" y="229"/>
                  </a:cubicBezTo>
                  <a:cubicBezTo>
                    <a:pt x="282" y="229"/>
                    <a:pt x="289" y="228"/>
                    <a:pt x="290" y="2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DCD97156-B5E8-160D-A6C8-7E7ED2BD2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098" y="5055235"/>
              <a:ext cx="357187" cy="352425"/>
            </a:xfrm>
            <a:custGeom>
              <a:avLst/>
              <a:gdLst>
                <a:gd name="T0" fmla="*/ 138 w 138"/>
                <a:gd name="T1" fmla="*/ 77 h 136"/>
                <a:gd name="T2" fmla="*/ 125 w 138"/>
                <a:gd name="T3" fmla="*/ 72 h 136"/>
                <a:gd name="T4" fmla="*/ 58 w 138"/>
                <a:gd name="T5" fmla="*/ 136 h 136"/>
                <a:gd name="T6" fmla="*/ 67 w 138"/>
                <a:gd name="T7" fmla="*/ 36 h 136"/>
                <a:gd name="T8" fmla="*/ 29 w 138"/>
                <a:gd name="T9" fmla="*/ 101 h 136"/>
                <a:gd name="T10" fmla="*/ 0 w 138"/>
                <a:gd name="T11" fmla="*/ 72 h 136"/>
                <a:gd name="T12" fmla="*/ 41 w 138"/>
                <a:gd name="T13" fmla="*/ 50 h 136"/>
                <a:gd name="T14" fmla="*/ 62 w 138"/>
                <a:gd name="T15" fmla="*/ 2 h 136"/>
                <a:gd name="T16" fmla="*/ 84 w 138"/>
                <a:gd name="T17" fmla="*/ 20 h 136"/>
                <a:gd name="T18" fmla="*/ 72 w 138"/>
                <a:gd name="T19" fmla="*/ 110 h 136"/>
                <a:gd name="T20" fmla="*/ 113 w 138"/>
                <a:gd name="T21" fmla="*/ 67 h 136"/>
                <a:gd name="T22" fmla="*/ 108 w 138"/>
                <a:gd name="T23" fmla="*/ 49 h 136"/>
                <a:gd name="T24" fmla="*/ 138 w 138"/>
                <a:gd name="T25" fmla="*/ 77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136">
                  <a:moveTo>
                    <a:pt x="138" y="77"/>
                  </a:moveTo>
                  <a:cubicBezTo>
                    <a:pt x="134" y="81"/>
                    <a:pt x="130" y="73"/>
                    <a:pt x="125" y="72"/>
                  </a:cubicBezTo>
                  <a:cubicBezTo>
                    <a:pt x="99" y="88"/>
                    <a:pt x="84" y="117"/>
                    <a:pt x="58" y="136"/>
                  </a:cubicBezTo>
                  <a:cubicBezTo>
                    <a:pt x="56" y="105"/>
                    <a:pt x="66" y="71"/>
                    <a:pt x="67" y="36"/>
                  </a:cubicBezTo>
                  <a:cubicBezTo>
                    <a:pt x="50" y="52"/>
                    <a:pt x="15" y="74"/>
                    <a:pt x="29" y="101"/>
                  </a:cubicBezTo>
                  <a:cubicBezTo>
                    <a:pt x="18" y="98"/>
                    <a:pt x="7" y="83"/>
                    <a:pt x="0" y="72"/>
                  </a:cubicBezTo>
                  <a:cubicBezTo>
                    <a:pt x="15" y="82"/>
                    <a:pt x="26" y="67"/>
                    <a:pt x="41" y="50"/>
                  </a:cubicBezTo>
                  <a:cubicBezTo>
                    <a:pt x="57" y="33"/>
                    <a:pt x="72" y="24"/>
                    <a:pt x="62" y="2"/>
                  </a:cubicBezTo>
                  <a:cubicBezTo>
                    <a:pt x="70" y="0"/>
                    <a:pt x="75" y="16"/>
                    <a:pt x="84" y="20"/>
                  </a:cubicBezTo>
                  <a:cubicBezTo>
                    <a:pt x="79" y="49"/>
                    <a:pt x="78" y="82"/>
                    <a:pt x="72" y="110"/>
                  </a:cubicBezTo>
                  <a:cubicBezTo>
                    <a:pt x="90" y="100"/>
                    <a:pt x="100" y="82"/>
                    <a:pt x="113" y="67"/>
                  </a:cubicBezTo>
                  <a:cubicBezTo>
                    <a:pt x="114" y="58"/>
                    <a:pt x="108" y="57"/>
                    <a:pt x="108" y="49"/>
                  </a:cubicBezTo>
                  <a:cubicBezTo>
                    <a:pt x="117" y="52"/>
                    <a:pt x="136" y="68"/>
                    <a:pt x="138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1D3DA03E-3E41-36EC-3C6A-00C97DAA3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873" y="4920298"/>
              <a:ext cx="265112" cy="242888"/>
            </a:xfrm>
            <a:custGeom>
              <a:avLst/>
              <a:gdLst>
                <a:gd name="T0" fmla="*/ 74 w 102"/>
                <a:gd name="T1" fmla="*/ 0 h 94"/>
                <a:gd name="T2" fmla="*/ 102 w 102"/>
                <a:gd name="T3" fmla="*/ 37 h 94"/>
                <a:gd name="T4" fmla="*/ 87 w 102"/>
                <a:gd name="T5" fmla="*/ 29 h 94"/>
                <a:gd name="T6" fmla="*/ 25 w 102"/>
                <a:gd name="T7" fmla="*/ 80 h 94"/>
                <a:gd name="T8" fmla="*/ 28 w 102"/>
                <a:gd name="T9" fmla="*/ 94 h 94"/>
                <a:gd name="T10" fmla="*/ 0 w 102"/>
                <a:gd name="T11" fmla="*/ 58 h 94"/>
                <a:gd name="T12" fmla="*/ 15 w 102"/>
                <a:gd name="T13" fmla="*/ 64 h 94"/>
                <a:gd name="T14" fmla="*/ 77 w 102"/>
                <a:gd name="T15" fmla="*/ 15 h 94"/>
                <a:gd name="T16" fmla="*/ 74 w 102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94">
                  <a:moveTo>
                    <a:pt x="74" y="0"/>
                  </a:moveTo>
                  <a:cubicBezTo>
                    <a:pt x="85" y="2"/>
                    <a:pt x="99" y="25"/>
                    <a:pt x="102" y="37"/>
                  </a:cubicBezTo>
                  <a:cubicBezTo>
                    <a:pt x="94" y="35"/>
                    <a:pt x="94" y="29"/>
                    <a:pt x="87" y="29"/>
                  </a:cubicBezTo>
                  <a:cubicBezTo>
                    <a:pt x="66" y="44"/>
                    <a:pt x="44" y="61"/>
                    <a:pt x="25" y="80"/>
                  </a:cubicBezTo>
                  <a:cubicBezTo>
                    <a:pt x="25" y="86"/>
                    <a:pt x="32" y="88"/>
                    <a:pt x="28" y="94"/>
                  </a:cubicBezTo>
                  <a:cubicBezTo>
                    <a:pt x="16" y="85"/>
                    <a:pt x="9" y="72"/>
                    <a:pt x="0" y="58"/>
                  </a:cubicBezTo>
                  <a:cubicBezTo>
                    <a:pt x="6" y="53"/>
                    <a:pt x="9" y="64"/>
                    <a:pt x="15" y="64"/>
                  </a:cubicBezTo>
                  <a:cubicBezTo>
                    <a:pt x="36" y="49"/>
                    <a:pt x="59" y="34"/>
                    <a:pt x="77" y="15"/>
                  </a:cubicBezTo>
                  <a:cubicBezTo>
                    <a:pt x="79" y="7"/>
                    <a:pt x="74" y="6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6F72F532-FC91-3F3B-62BA-330359CE3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710" y="4769485"/>
              <a:ext cx="320675" cy="184150"/>
            </a:xfrm>
            <a:custGeom>
              <a:avLst/>
              <a:gdLst>
                <a:gd name="T0" fmla="*/ 124 w 124"/>
                <a:gd name="T1" fmla="*/ 36 h 71"/>
                <a:gd name="T2" fmla="*/ 113 w 124"/>
                <a:gd name="T3" fmla="*/ 30 h 71"/>
                <a:gd name="T4" fmla="*/ 36 w 124"/>
                <a:gd name="T5" fmla="*/ 64 h 71"/>
                <a:gd name="T6" fmla="*/ 38 w 124"/>
                <a:gd name="T7" fmla="*/ 11 h 71"/>
                <a:gd name="T8" fmla="*/ 43 w 124"/>
                <a:gd name="T9" fmla="*/ 24 h 71"/>
                <a:gd name="T10" fmla="*/ 41 w 124"/>
                <a:gd name="T11" fmla="*/ 28 h 71"/>
                <a:gd name="T12" fmla="*/ 22 w 124"/>
                <a:gd name="T13" fmla="*/ 30 h 71"/>
                <a:gd name="T14" fmla="*/ 27 w 124"/>
                <a:gd name="T15" fmla="*/ 52 h 71"/>
                <a:gd name="T16" fmla="*/ 103 w 124"/>
                <a:gd name="T17" fmla="*/ 14 h 71"/>
                <a:gd name="T18" fmla="*/ 102 w 124"/>
                <a:gd name="T19" fmla="*/ 0 h 71"/>
                <a:gd name="T20" fmla="*/ 124 w 124"/>
                <a:gd name="T21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4" h="71">
                  <a:moveTo>
                    <a:pt x="124" y="36"/>
                  </a:moveTo>
                  <a:cubicBezTo>
                    <a:pt x="119" y="41"/>
                    <a:pt x="119" y="29"/>
                    <a:pt x="113" y="30"/>
                  </a:cubicBezTo>
                  <a:cubicBezTo>
                    <a:pt x="91" y="30"/>
                    <a:pt x="65" y="71"/>
                    <a:pt x="36" y="64"/>
                  </a:cubicBezTo>
                  <a:cubicBezTo>
                    <a:pt x="15" y="59"/>
                    <a:pt x="0" y="14"/>
                    <a:pt x="38" y="11"/>
                  </a:cubicBezTo>
                  <a:cubicBezTo>
                    <a:pt x="39" y="16"/>
                    <a:pt x="43" y="17"/>
                    <a:pt x="43" y="24"/>
                  </a:cubicBezTo>
                  <a:cubicBezTo>
                    <a:pt x="41" y="24"/>
                    <a:pt x="42" y="26"/>
                    <a:pt x="41" y="28"/>
                  </a:cubicBezTo>
                  <a:cubicBezTo>
                    <a:pt x="33" y="31"/>
                    <a:pt x="28" y="31"/>
                    <a:pt x="22" y="30"/>
                  </a:cubicBezTo>
                  <a:cubicBezTo>
                    <a:pt x="17" y="38"/>
                    <a:pt x="23" y="47"/>
                    <a:pt x="27" y="52"/>
                  </a:cubicBezTo>
                  <a:cubicBezTo>
                    <a:pt x="63" y="48"/>
                    <a:pt x="80" y="28"/>
                    <a:pt x="103" y="14"/>
                  </a:cubicBezTo>
                  <a:cubicBezTo>
                    <a:pt x="107" y="6"/>
                    <a:pt x="97" y="2"/>
                    <a:pt x="102" y="0"/>
                  </a:cubicBezTo>
                  <a:cubicBezTo>
                    <a:pt x="110" y="2"/>
                    <a:pt x="121" y="28"/>
                    <a:pt x="124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D8B9DC7D-0419-A39E-D363-23C9DBEBBA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560" y="4437698"/>
              <a:ext cx="307975" cy="287338"/>
            </a:xfrm>
            <a:custGeom>
              <a:avLst/>
              <a:gdLst>
                <a:gd name="T0" fmla="*/ 119 w 119"/>
                <a:gd name="T1" fmla="*/ 107 h 111"/>
                <a:gd name="T2" fmla="*/ 104 w 119"/>
                <a:gd name="T3" fmla="*/ 95 h 111"/>
                <a:gd name="T4" fmla="*/ 19 w 119"/>
                <a:gd name="T5" fmla="*/ 111 h 111"/>
                <a:gd name="T6" fmla="*/ 78 w 119"/>
                <a:gd name="T7" fmla="*/ 32 h 111"/>
                <a:gd name="T8" fmla="*/ 16 w 119"/>
                <a:gd name="T9" fmla="*/ 47 h 111"/>
                <a:gd name="T10" fmla="*/ 12 w 119"/>
                <a:gd name="T11" fmla="*/ 64 h 111"/>
                <a:gd name="T12" fmla="*/ 0 w 119"/>
                <a:gd name="T13" fmla="*/ 23 h 111"/>
                <a:gd name="T14" fmla="*/ 15 w 119"/>
                <a:gd name="T15" fmla="*/ 35 h 111"/>
                <a:gd name="T16" fmla="*/ 94 w 119"/>
                <a:gd name="T17" fmla="*/ 0 h 111"/>
                <a:gd name="T18" fmla="*/ 44 w 119"/>
                <a:gd name="T19" fmla="*/ 99 h 111"/>
                <a:gd name="T20" fmla="*/ 103 w 119"/>
                <a:gd name="T21" fmla="*/ 85 h 111"/>
                <a:gd name="T22" fmla="*/ 107 w 119"/>
                <a:gd name="T23" fmla="*/ 66 h 111"/>
                <a:gd name="T24" fmla="*/ 119 w 119"/>
                <a:gd name="T25" fmla="*/ 107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" h="111">
                  <a:moveTo>
                    <a:pt x="119" y="107"/>
                  </a:moveTo>
                  <a:cubicBezTo>
                    <a:pt x="108" y="109"/>
                    <a:pt x="111" y="96"/>
                    <a:pt x="104" y="95"/>
                  </a:cubicBezTo>
                  <a:cubicBezTo>
                    <a:pt x="77" y="96"/>
                    <a:pt x="45" y="110"/>
                    <a:pt x="19" y="111"/>
                  </a:cubicBezTo>
                  <a:cubicBezTo>
                    <a:pt x="33" y="80"/>
                    <a:pt x="61" y="61"/>
                    <a:pt x="78" y="32"/>
                  </a:cubicBezTo>
                  <a:cubicBezTo>
                    <a:pt x="61" y="33"/>
                    <a:pt x="34" y="39"/>
                    <a:pt x="16" y="47"/>
                  </a:cubicBezTo>
                  <a:cubicBezTo>
                    <a:pt x="14" y="51"/>
                    <a:pt x="16" y="61"/>
                    <a:pt x="12" y="64"/>
                  </a:cubicBezTo>
                  <a:cubicBezTo>
                    <a:pt x="4" y="56"/>
                    <a:pt x="5" y="37"/>
                    <a:pt x="0" y="23"/>
                  </a:cubicBezTo>
                  <a:cubicBezTo>
                    <a:pt x="11" y="21"/>
                    <a:pt x="8" y="34"/>
                    <a:pt x="15" y="35"/>
                  </a:cubicBezTo>
                  <a:cubicBezTo>
                    <a:pt x="45" y="29"/>
                    <a:pt x="88" y="33"/>
                    <a:pt x="94" y="0"/>
                  </a:cubicBezTo>
                  <a:cubicBezTo>
                    <a:pt x="118" y="42"/>
                    <a:pt x="56" y="68"/>
                    <a:pt x="44" y="99"/>
                  </a:cubicBezTo>
                  <a:cubicBezTo>
                    <a:pt x="65" y="95"/>
                    <a:pt x="85" y="91"/>
                    <a:pt x="103" y="85"/>
                  </a:cubicBezTo>
                  <a:cubicBezTo>
                    <a:pt x="105" y="80"/>
                    <a:pt x="103" y="71"/>
                    <a:pt x="107" y="66"/>
                  </a:cubicBezTo>
                  <a:cubicBezTo>
                    <a:pt x="115" y="75"/>
                    <a:pt x="114" y="95"/>
                    <a:pt x="119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3B4FBFBC-5040-D25C-98C9-0622DC1166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635" y="3866198"/>
              <a:ext cx="269875" cy="282575"/>
            </a:xfrm>
            <a:custGeom>
              <a:avLst/>
              <a:gdLst>
                <a:gd name="T0" fmla="*/ 100 w 104"/>
                <a:gd name="T1" fmla="*/ 0 h 109"/>
                <a:gd name="T2" fmla="*/ 100 w 104"/>
                <a:gd name="T3" fmla="*/ 30 h 109"/>
                <a:gd name="T4" fmla="*/ 29 w 104"/>
                <a:gd name="T5" fmla="*/ 83 h 109"/>
                <a:gd name="T6" fmla="*/ 96 w 104"/>
                <a:gd name="T7" fmla="*/ 68 h 109"/>
                <a:gd name="T8" fmla="*/ 99 w 104"/>
                <a:gd name="T9" fmla="*/ 109 h 109"/>
                <a:gd name="T10" fmla="*/ 87 w 104"/>
                <a:gd name="T11" fmla="*/ 92 h 109"/>
                <a:gd name="T12" fmla="*/ 1 w 104"/>
                <a:gd name="T13" fmla="*/ 91 h 109"/>
                <a:gd name="T14" fmla="*/ 78 w 104"/>
                <a:gd name="T15" fmla="*/ 26 h 109"/>
                <a:gd name="T16" fmla="*/ 13 w 104"/>
                <a:gd name="T17" fmla="*/ 28 h 109"/>
                <a:gd name="T18" fmla="*/ 7 w 104"/>
                <a:gd name="T19" fmla="*/ 43 h 109"/>
                <a:gd name="T20" fmla="*/ 5 w 104"/>
                <a:gd name="T21" fmla="*/ 1 h 109"/>
                <a:gd name="T22" fmla="*/ 12 w 104"/>
                <a:gd name="T23" fmla="*/ 15 h 109"/>
                <a:gd name="T24" fmla="*/ 88 w 104"/>
                <a:gd name="T25" fmla="*/ 15 h 109"/>
                <a:gd name="T26" fmla="*/ 95 w 104"/>
                <a:gd name="T27" fmla="*/ 0 h 109"/>
                <a:gd name="T28" fmla="*/ 100 w 104"/>
                <a:gd name="T2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9">
                  <a:moveTo>
                    <a:pt x="100" y="0"/>
                  </a:moveTo>
                  <a:cubicBezTo>
                    <a:pt x="100" y="10"/>
                    <a:pt x="100" y="20"/>
                    <a:pt x="100" y="30"/>
                  </a:cubicBezTo>
                  <a:cubicBezTo>
                    <a:pt x="76" y="47"/>
                    <a:pt x="52" y="66"/>
                    <a:pt x="29" y="83"/>
                  </a:cubicBezTo>
                  <a:cubicBezTo>
                    <a:pt x="52" y="86"/>
                    <a:pt x="95" y="93"/>
                    <a:pt x="96" y="68"/>
                  </a:cubicBezTo>
                  <a:cubicBezTo>
                    <a:pt x="104" y="73"/>
                    <a:pt x="100" y="100"/>
                    <a:pt x="99" y="109"/>
                  </a:cubicBezTo>
                  <a:cubicBezTo>
                    <a:pt x="91" y="107"/>
                    <a:pt x="94" y="93"/>
                    <a:pt x="87" y="92"/>
                  </a:cubicBezTo>
                  <a:cubicBezTo>
                    <a:pt x="58" y="91"/>
                    <a:pt x="27" y="95"/>
                    <a:pt x="1" y="91"/>
                  </a:cubicBezTo>
                  <a:cubicBezTo>
                    <a:pt x="22" y="63"/>
                    <a:pt x="55" y="50"/>
                    <a:pt x="78" y="26"/>
                  </a:cubicBezTo>
                  <a:cubicBezTo>
                    <a:pt x="62" y="28"/>
                    <a:pt x="29" y="24"/>
                    <a:pt x="13" y="28"/>
                  </a:cubicBezTo>
                  <a:cubicBezTo>
                    <a:pt x="10" y="30"/>
                    <a:pt x="11" y="39"/>
                    <a:pt x="7" y="43"/>
                  </a:cubicBezTo>
                  <a:cubicBezTo>
                    <a:pt x="0" y="36"/>
                    <a:pt x="3" y="10"/>
                    <a:pt x="5" y="1"/>
                  </a:cubicBezTo>
                  <a:cubicBezTo>
                    <a:pt x="12" y="1"/>
                    <a:pt x="8" y="12"/>
                    <a:pt x="12" y="15"/>
                  </a:cubicBezTo>
                  <a:cubicBezTo>
                    <a:pt x="35" y="19"/>
                    <a:pt x="66" y="21"/>
                    <a:pt x="88" y="15"/>
                  </a:cubicBezTo>
                  <a:cubicBezTo>
                    <a:pt x="91" y="11"/>
                    <a:pt x="95" y="7"/>
                    <a:pt x="95" y="0"/>
                  </a:cubicBezTo>
                  <a:cubicBezTo>
                    <a:pt x="96" y="0"/>
                    <a:pt x="99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49" name="Freeform 40">
              <a:extLst>
                <a:ext uri="{FF2B5EF4-FFF2-40B4-BE49-F238E27FC236}">
                  <a16:creationId xmlns:a16="http://schemas.microsoft.com/office/drawing/2014/main" id="{79635815-59E4-6F5C-6146-A9844D9894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78635" y="4175760"/>
              <a:ext cx="269875" cy="271463"/>
            </a:xfrm>
            <a:custGeom>
              <a:avLst/>
              <a:gdLst>
                <a:gd name="T0" fmla="*/ 46 w 104"/>
                <a:gd name="T1" fmla="*/ 58 h 105"/>
                <a:gd name="T2" fmla="*/ 79 w 104"/>
                <a:gd name="T3" fmla="*/ 40 h 105"/>
                <a:gd name="T4" fmla="*/ 43 w 104"/>
                <a:gd name="T5" fmla="*/ 33 h 105"/>
                <a:gd name="T6" fmla="*/ 46 w 104"/>
                <a:gd name="T7" fmla="*/ 58 h 105"/>
                <a:gd name="T8" fmla="*/ 104 w 104"/>
                <a:gd name="T9" fmla="*/ 41 h 105"/>
                <a:gd name="T10" fmla="*/ 62 w 104"/>
                <a:gd name="T11" fmla="*/ 67 h 105"/>
                <a:gd name="T12" fmla="*/ 19 w 104"/>
                <a:gd name="T13" fmla="*/ 89 h 105"/>
                <a:gd name="T14" fmla="*/ 11 w 104"/>
                <a:gd name="T15" fmla="*/ 105 h 105"/>
                <a:gd name="T16" fmla="*/ 8 w 104"/>
                <a:gd name="T17" fmla="*/ 62 h 105"/>
                <a:gd name="T18" fmla="*/ 16 w 104"/>
                <a:gd name="T19" fmla="*/ 74 h 105"/>
                <a:gd name="T20" fmla="*/ 40 w 104"/>
                <a:gd name="T21" fmla="*/ 63 h 105"/>
                <a:gd name="T22" fmla="*/ 38 w 104"/>
                <a:gd name="T23" fmla="*/ 31 h 105"/>
                <a:gd name="T24" fmla="*/ 13 w 104"/>
                <a:gd name="T25" fmla="*/ 24 h 105"/>
                <a:gd name="T26" fmla="*/ 8 w 104"/>
                <a:gd name="T27" fmla="*/ 38 h 105"/>
                <a:gd name="T28" fmla="*/ 1 w 104"/>
                <a:gd name="T29" fmla="*/ 1 h 105"/>
                <a:gd name="T30" fmla="*/ 12 w 104"/>
                <a:gd name="T31" fmla="*/ 14 h 105"/>
                <a:gd name="T32" fmla="*/ 104 w 104"/>
                <a:gd name="T3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4" h="105">
                  <a:moveTo>
                    <a:pt x="46" y="58"/>
                  </a:moveTo>
                  <a:cubicBezTo>
                    <a:pt x="60" y="54"/>
                    <a:pt x="69" y="48"/>
                    <a:pt x="79" y="40"/>
                  </a:cubicBezTo>
                  <a:cubicBezTo>
                    <a:pt x="67" y="39"/>
                    <a:pt x="55" y="29"/>
                    <a:pt x="43" y="33"/>
                  </a:cubicBezTo>
                  <a:cubicBezTo>
                    <a:pt x="46" y="39"/>
                    <a:pt x="45" y="50"/>
                    <a:pt x="46" y="58"/>
                  </a:cubicBezTo>
                  <a:close/>
                  <a:moveTo>
                    <a:pt x="104" y="41"/>
                  </a:moveTo>
                  <a:cubicBezTo>
                    <a:pt x="95" y="55"/>
                    <a:pt x="77" y="59"/>
                    <a:pt x="62" y="67"/>
                  </a:cubicBezTo>
                  <a:cubicBezTo>
                    <a:pt x="47" y="74"/>
                    <a:pt x="34" y="83"/>
                    <a:pt x="19" y="89"/>
                  </a:cubicBezTo>
                  <a:cubicBezTo>
                    <a:pt x="17" y="96"/>
                    <a:pt x="17" y="105"/>
                    <a:pt x="11" y="105"/>
                  </a:cubicBezTo>
                  <a:cubicBezTo>
                    <a:pt x="12" y="89"/>
                    <a:pt x="5" y="73"/>
                    <a:pt x="8" y="62"/>
                  </a:cubicBezTo>
                  <a:cubicBezTo>
                    <a:pt x="14" y="62"/>
                    <a:pt x="12" y="71"/>
                    <a:pt x="16" y="74"/>
                  </a:cubicBezTo>
                  <a:cubicBezTo>
                    <a:pt x="25" y="72"/>
                    <a:pt x="32" y="67"/>
                    <a:pt x="40" y="63"/>
                  </a:cubicBezTo>
                  <a:cubicBezTo>
                    <a:pt x="41" y="50"/>
                    <a:pt x="38" y="43"/>
                    <a:pt x="38" y="31"/>
                  </a:cubicBezTo>
                  <a:cubicBezTo>
                    <a:pt x="32" y="22"/>
                    <a:pt x="25" y="25"/>
                    <a:pt x="13" y="24"/>
                  </a:cubicBezTo>
                  <a:cubicBezTo>
                    <a:pt x="7" y="24"/>
                    <a:pt x="13" y="36"/>
                    <a:pt x="8" y="38"/>
                  </a:cubicBezTo>
                  <a:cubicBezTo>
                    <a:pt x="0" y="33"/>
                    <a:pt x="3" y="14"/>
                    <a:pt x="1" y="1"/>
                  </a:cubicBezTo>
                  <a:cubicBezTo>
                    <a:pt x="10" y="0"/>
                    <a:pt x="8" y="10"/>
                    <a:pt x="12" y="14"/>
                  </a:cubicBezTo>
                  <a:cubicBezTo>
                    <a:pt x="41" y="24"/>
                    <a:pt x="76" y="29"/>
                    <a:pt x="104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0207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（六节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76B31C-484D-1243-346E-0D8FEF10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36020" y="6538913"/>
            <a:ext cx="601472" cy="319088"/>
          </a:xfrm>
        </p:spPr>
        <p:txBody>
          <a:bodyPr/>
          <a:lstStyle>
            <a:lvl1pPr>
              <a:defRPr lang="en-US" altLang="zh-CN" sz="1600" kern="1200" dirty="0" smtClean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05389D-C31E-4256-1684-8F4385C7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2112" y="6538913"/>
            <a:ext cx="673608" cy="319088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C87181AA-4DAD-42D9-B724-3F8AD1554AD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8EC224A-60D3-3041-D2B7-8A3EFFA30928}"/>
              </a:ext>
            </a:extLst>
          </p:cNvPr>
          <p:cNvGrpSpPr/>
          <p:nvPr userDrawn="1"/>
        </p:nvGrpSpPr>
        <p:grpSpPr>
          <a:xfrm>
            <a:off x="9371152" y="825910"/>
            <a:ext cx="4209136" cy="5349742"/>
            <a:chOff x="1508760" y="1972310"/>
            <a:chExt cx="3309937" cy="4206875"/>
          </a:xfrm>
          <a:solidFill>
            <a:schemeClr val="accent1">
              <a:alpha val="15000"/>
            </a:schemeClr>
          </a:solidFill>
        </p:grpSpPr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B1B0C16C-5953-AFF3-A85A-6BF2B1EB5F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08760" y="1972310"/>
              <a:ext cx="3309937" cy="4206875"/>
            </a:xfrm>
            <a:custGeom>
              <a:avLst/>
              <a:gdLst>
                <a:gd name="T0" fmla="*/ 1226 w 1275"/>
                <a:gd name="T1" fmla="*/ 588 h 1621"/>
                <a:gd name="T2" fmla="*/ 1228 w 1275"/>
                <a:gd name="T3" fmla="*/ 60 h 1621"/>
                <a:gd name="T4" fmla="*/ 935 w 1275"/>
                <a:gd name="T5" fmla="*/ 117 h 1621"/>
                <a:gd name="T6" fmla="*/ 644 w 1275"/>
                <a:gd name="T7" fmla="*/ 51 h 1621"/>
                <a:gd name="T8" fmla="*/ 88 w 1275"/>
                <a:gd name="T9" fmla="*/ 72 h 1621"/>
                <a:gd name="T10" fmla="*/ 59 w 1275"/>
                <a:gd name="T11" fmla="*/ 63 h 1621"/>
                <a:gd name="T12" fmla="*/ 61 w 1275"/>
                <a:gd name="T13" fmla="*/ 589 h 1621"/>
                <a:gd name="T14" fmla="*/ 96 w 1275"/>
                <a:gd name="T15" fmla="*/ 1079 h 1621"/>
                <a:gd name="T16" fmla="*/ 308 w 1275"/>
                <a:gd name="T17" fmla="*/ 1392 h 1621"/>
                <a:gd name="T18" fmla="*/ 646 w 1275"/>
                <a:gd name="T19" fmla="*/ 1572 h 1621"/>
                <a:gd name="T20" fmla="*/ 980 w 1275"/>
                <a:gd name="T21" fmla="*/ 1392 h 1621"/>
                <a:gd name="T22" fmla="*/ 1190 w 1275"/>
                <a:gd name="T23" fmla="*/ 1079 h 1621"/>
                <a:gd name="T24" fmla="*/ 1226 w 1275"/>
                <a:gd name="T25" fmla="*/ 588 h 1621"/>
                <a:gd name="T26" fmla="*/ 1267 w 1275"/>
                <a:gd name="T27" fmla="*/ 3 h 1621"/>
                <a:gd name="T28" fmla="*/ 1265 w 1275"/>
                <a:gd name="T29" fmla="*/ 566 h 1621"/>
                <a:gd name="T30" fmla="*/ 1228 w 1275"/>
                <a:gd name="T31" fmla="*/ 1092 h 1621"/>
                <a:gd name="T32" fmla="*/ 996 w 1275"/>
                <a:gd name="T33" fmla="*/ 1418 h 1621"/>
                <a:gd name="T34" fmla="*/ 643 w 1275"/>
                <a:gd name="T35" fmla="*/ 1621 h 1621"/>
                <a:gd name="T36" fmla="*/ 336 w 1275"/>
                <a:gd name="T37" fmla="*/ 1452 h 1621"/>
                <a:gd name="T38" fmla="*/ 107 w 1275"/>
                <a:gd name="T39" fmla="*/ 1203 h 1621"/>
                <a:gd name="T40" fmla="*/ 41 w 1275"/>
                <a:gd name="T41" fmla="*/ 1028 h 1621"/>
                <a:gd name="T42" fmla="*/ 17 w 1275"/>
                <a:gd name="T43" fmla="*/ 318 h 1621"/>
                <a:gd name="T44" fmla="*/ 17 w 1275"/>
                <a:gd name="T45" fmla="*/ 0 h 1621"/>
                <a:gd name="T46" fmla="*/ 331 w 1275"/>
                <a:gd name="T47" fmla="*/ 82 h 1621"/>
                <a:gd name="T48" fmla="*/ 644 w 1275"/>
                <a:gd name="T49" fmla="*/ 7 h 1621"/>
                <a:gd name="T50" fmla="*/ 962 w 1275"/>
                <a:gd name="T51" fmla="*/ 82 h 1621"/>
                <a:gd name="T52" fmla="*/ 1238 w 1275"/>
                <a:gd name="T53" fmla="*/ 17 h 1621"/>
                <a:gd name="T54" fmla="*/ 1267 w 1275"/>
                <a:gd name="T55" fmla="*/ 3 h 1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5" h="1621">
                  <a:moveTo>
                    <a:pt x="1226" y="588"/>
                  </a:moveTo>
                  <a:cubicBezTo>
                    <a:pt x="1226" y="410"/>
                    <a:pt x="1227" y="232"/>
                    <a:pt x="1228" y="60"/>
                  </a:cubicBezTo>
                  <a:cubicBezTo>
                    <a:pt x="1146" y="96"/>
                    <a:pt x="1049" y="120"/>
                    <a:pt x="935" y="117"/>
                  </a:cubicBezTo>
                  <a:cubicBezTo>
                    <a:pt x="827" y="116"/>
                    <a:pt x="720" y="94"/>
                    <a:pt x="644" y="51"/>
                  </a:cubicBezTo>
                  <a:cubicBezTo>
                    <a:pt x="511" y="134"/>
                    <a:pt x="242" y="136"/>
                    <a:pt x="88" y="72"/>
                  </a:cubicBezTo>
                  <a:cubicBezTo>
                    <a:pt x="79" y="68"/>
                    <a:pt x="68" y="60"/>
                    <a:pt x="59" y="63"/>
                  </a:cubicBezTo>
                  <a:cubicBezTo>
                    <a:pt x="57" y="236"/>
                    <a:pt x="61" y="413"/>
                    <a:pt x="61" y="589"/>
                  </a:cubicBezTo>
                  <a:cubicBezTo>
                    <a:pt x="61" y="769"/>
                    <a:pt x="50" y="941"/>
                    <a:pt x="96" y="1079"/>
                  </a:cubicBezTo>
                  <a:cubicBezTo>
                    <a:pt x="140" y="1211"/>
                    <a:pt x="213" y="1316"/>
                    <a:pt x="308" y="1392"/>
                  </a:cubicBezTo>
                  <a:cubicBezTo>
                    <a:pt x="404" y="1466"/>
                    <a:pt x="529" y="1507"/>
                    <a:pt x="646" y="1572"/>
                  </a:cubicBezTo>
                  <a:cubicBezTo>
                    <a:pt x="760" y="1505"/>
                    <a:pt x="885" y="1467"/>
                    <a:pt x="980" y="1392"/>
                  </a:cubicBezTo>
                  <a:cubicBezTo>
                    <a:pt x="1074" y="1314"/>
                    <a:pt x="1148" y="1212"/>
                    <a:pt x="1190" y="1079"/>
                  </a:cubicBezTo>
                  <a:cubicBezTo>
                    <a:pt x="1233" y="940"/>
                    <a:pt x="1226" y="768"/>
                    <a:pt x="1226" y="588"/>
                  </a:cubicBezTo>
                  <a:close/>
                  <a:moveTo>
                    <a:pt x="1267" y="3"/>
                  </a:moveTo>
                  <a:cubicBezTo>
                    <a:pt x="1275" y="189"/>
                    <a:pt x="1259" y="379"/>
                    <a:pt x="1265" y="566"/>
                  </a:cubicBezTo>
                  <a:cubicBezTo>
                    <a:pt x="1270" y="752"/>
                    <a:pt x="1275" y="946"/>
                    <a:pt x="1228" y="1092"/>
                  </a:cubicBezTo>
                  <a:cubicBezTo>
                    <a:pt x="1183" y="1231"/>
                    <a:pt x="1098" y="1340"/>
                    <a:pt x="996" y="1418"/>
                  </a:cubicBezTo>
                  <a:cubicBezTo>
                    <a:pt x="891" y="1499"/>
                    <a:pt x="760" y="1545"/>
                    <a:pt x="643" y="1621"/>
                  </a:cubicBezTo>
                  <a:cubicBezTo>
                    <a:pt x="543" y="1551"/>
                    <a:pt x="430" y="1514"/>
                    <a:pt x="336" y="1452"/>
                  </a:cubicBezTo>
                  <a:cubicBezTo>
                    <a:pt x="242" y="1390"/>
                    <a:pt x="165" y="1307"/>
                    <a:pt x="107" y="1203"/>
                  </a:cubicBezTo>
                  <a:cubicBezTo>
                    <a:pt x="78" y="1150"/>
                    <a:pt x="54" y="1092"/>
                    <a:pt x="41" y="1028"/>
                  </a:cubicBezTo>
                  <a:cubicBezTo>
                    <a:pt x="0" y="825"/>
                    <a:pt x="33" y="554"/>
                    <a:pt x="17" y="318"/>
                  </a:cubicBezTo>
                  <a:cubicBezTo>
                    <a:pt x="17" y="212"/>
                    <a:pt x="17" y="106"/>
                    <a:pt x="17" y="0"/>
                  </a:cubicBezTo>
                  <a:cubicBezTo>
                    <a:pt x="98" y="48"/>
                    <a:pt x="205" y="82"/>
                    <a:pt x="331" y="82"/>
                  </a:cubicBezTo>
                  <a:cubicBezTo>
                    <a:pt x="452" y="82"/>
                    <a:pt x="563" y="60"/>
                    <a:pt x="644" y="7"/>
                  </a:cubicBezTo>
                  <a:cubicBezTo>
                    <a:pt x="720" y="60"/>
                    <a:pt x="837" y="82"/>
                    <a:pt x="962" y="82"/>
                  </a:cubicBezTo>
                  <a:cubicBezTo>
                    <a:pt x="1067" y="82"/>
                    <a:pt x="1166" y="55"/>
                    <a:pt x="1238" y="17"/>
                  </a:cubicBezTo>
                  <a:cubicBezTo>
                    <a:pt x="1250" y="11"/>
                    <a:pt x="1260" y="2"/>
                    <a:pt x="1267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E8FFA7DF-B644-4817-3099-3219A1B2E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7523" y="3866198"/>
              <a:ext cx="269875" cy="249238"/>
            </a:xfrm>
            <a:custGeom>
              <a:avLst/>
              <a:gdLst>
                <a:gd name="T0" fmla="*/ 98 w 104"/>
                <a:gd name="T1" fmla="*/ 26 h 96"/>
                <a:gd name="T2" fmla="*/ 98 w 104"/>
                <a:gd name="T3" fmla="*/ 73 h 96"/>
                <a:gd name="T4" fmla="*/ 93 w 104"/>
                <a:gd name="T5" fmla="*/ 58 h 96"/>
                <a:gd name="T6" fmla="*/ 15 w 104"/>
                <a:gd name="T7" fmla="*/ 82 h 96"/>
                <a:gd name="T8" fmla="*/ 6 w 104"/>
                <a:gd name="T9" fmla="*/ 96 h 96"/>
                <a:gd name="T10" fmla="*/ 5 w 104"/>
                <a:gd name="T11" fmla="*/ 53 h 96"/>
                <a:gd name="T12" fmla="*/ 10 w 104"/>
                <a:gd name="T13" fmla="*/ 66 h 96"/>
                <a:gd name="T14" fmla="*/ 51 w 104"/>
                <a:gd name="T15" fmla="*/ 47 h 96"/>
                <a:gd name="T16" fmla="*/ 15 w 104"/>
                <a:gd name="T17" fmla="*/ 22 h 96"/>
                <a:gd name="T18" fmla="*/ 6 w 104"/>
                <a:gd name="T19" fmla="*/ 35 h 96"/>
                <a:gd name="T20" fmla="*/ 5 w 104"/>
                <a:gd name="T21" fmla="*/ 0 h 96"/>
                <a:gd name="T22" fmla="*/ 10 w 104"/>
                <a:gd name="T23" fmla="*/ 0 h 96"/>
                <a:gd name="T24" fmla="*/ 92 w 104"/>
                <a:gd name="T25" fmla="*/ 40 h 96"/>
                <a:gd name="T26" fmla="*/ 98 w 104"/>
                <a:gd name="T27" fmla="*/ 2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96">
                  <a:moveTo>
                    <a:pt x="98" y="26"/>
                  </a:moveTo>
                  <a:cubicBezTo>
                    <a:pt x="104" y="35"/>
                    <a:pt x="99" y="57"/>
                    <a:pt x="98" y="73"/>
                  </a:cubicBezTo>
                  <a:cubicBezTo>
                    <a:pt x="92" y="73"/>
                    <a:pt x="97" y="62"/>
                    <a:pt x="93" y="58"/>
                  </a:cubicBezTo>
                  <a:cubicBezTo>
                    <a:pt x="56" y="49"/>
                    <a:pt x="38" y="72"/>
                    <a:pt x="15" y="82"/>
                  </a:cubicBezTo>
                  <a:cubicBezTo>
                    <a:pt x="11" y="84"/>
                    <a:pt x="10" y="92"/>
                    <a:pt x="6" y="96"/>
                  </a:cubicBezTo>
                  <a:cubicBezTo>
                    <a:pt x="0" y="90"/>
                    <a:pt x="2" y="63"/>
                    <a:pt x="5" y="53"/>
                  </a:cubicBezTo>
                  <a:cubicBezTo>
                    <a:pt x="10" y="53"/>
                    <a:pt x="9" y="62"/>
                    <a:pt x="10" y="66"/>
                  </a:cubicBezTo>
                  <a:cubicBezTo>
                    <a:pt x="26" y="62"/>
                    <a:pt x="35" y="50"/>
                    <a:pt x="51" y="47"/>
                  </a:cubicBezTo>
                  <a:cubicBezTo>
                    <a:pt x="42" y="36"/>
                    <a:pt x="28" y="29"/>
                    <a:pt x="15" y="22"/>
                  </a:cubicBezTo>
                  <a:cubicBezTo>
                    <a:pt x="6" y="20"/>
                    <a:pt x="13" y="35"/>
                    <a:pt x="6" y="35"/>
                  </a:cubicBezTo>
                  <a:cubicBezTo>
                    <a:pt x="0" y="30"/>
                    <a:pt x="7" y="11"/>
                    <a:pt x="5" y="0"/>
                  </a:cubicBezTo>
                  <a:cubicBezTo>
                    <a:pt x="6" y="0"/>
                    <a:pt x="9" y="0"/>
                    <a:pt x="10" y="0"/>
                  </a:cubicBezTo>
                  <a:cubicBezTo>
                    <a:pt x="24" y="25"/>
                    <a:pt x="53" y="47"/>
                    <a:pt x="92" y="40"/>
                  </a:cubicBezTo>
                  <a:cubicBezTo>
                    <a:pt x="97" y="39"/>
                    <a:pt x="93" y="28"/>
                    <a:pt x="98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5DBCCBBB-5E1B-5C78-2097-9355459CD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348" y="4140835"/>
              <a:ext cx="265112" cy="244475"/>
            </a:xfrm>
            <a:custGeom>
              <a:avLst/>
              <a:gdLst>
                <a:gd name="T0" fmla="*/ 98 w 102"/>
                <a:gd name="T1" fmla="*/ 27 h 94"/>
                <a:gd name="T2" fmla="*/ 98 w 102"/>
                <a:gd name="T3" fmla="*/ 72 h 94"/>
                <a:gd name="T4" fmla="*/ 93 w 102"/>
                <a:gd name="T5" fmla="*/ 58 h 94"/>
                <a:gd name="T6" fmla="*/ 10 w 102"/>
                <a:gd name="T7" fmla="*/ 53 h 94"/>
                <a:gd name="T8" fmla="*/ 28 w 102"/>
                <a:gd name="T9" fmla="*/ 89 h 94"/>
                <a:gd name="T10" fmla="*/ 0 w 102"/>
                <a:gd name="T11" fmla="*/ 89 h 94"/>
                <a:gd name="T12" fmla="*/ 3 w 102"/>
                <a:gd name="T13" fmla="*/ 3 h 94"/>
                <a:gd name="T14" fmla="*/ 30 w 102"/>
                <a:gd name="T15" fmla="*/ 5 h 94"/>
                <a:gd name="T16" fmla="*/ 10 w 102"/>
                <a:gd name="T17" fmla="*/ 37 h 94"/>
                <a:gd name="T18" fmla="*/ 89 w 102"/>
                <a:gd name="T19" fmla="*/ 40 h 94"/>
                <a:gd name="T20" fmla="*/ 98 w 102"/>
                <a:gd name="T21" fmla="*/ 2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94">
                  <a:moveTo>
                    <a:pt x="98" y="27"/>
                  </a:moveTo>
                  <a:cubicBezTo>
                    <a:pt x="102" y="33"/>
                    <a:pt x="99" y="61"/>
                    <a:pt x="98" y="72"/>
                  </a:cubicBezTo>
                  <a:cubicBezTo>
                    <a:pt x="91" y="72"/>
                    <a:pt x="93" y="65"/>
                    <a:pt x="93" y="58"/>
                  </a:cubicBezTo>
                  <a:cubicBezTo>
                    <a:pt x="67" y="53"/>
                    <a:pt x="35" y="57"/>
                    <a:pt x="10" y="53"/>
                  </a:cubicBezTo>
                  <a:cubicBezTo>
                    <a:pt x="0" y="73"/>
                    <a:pt x="21" y="78"/>
                    <a:pt x="28" y="89"/>
                  </a:cubicBezTo>
                  <a:cubicBezTo>
                    <a:pt x="21" y="94"/>
                    <a:pt x="10" y="89"/>
                    <a:pt x="0" y="89"/>
                  </a:cubicBezTo>
                  <a:cubicBezTo>
                    <a:pt x="2" y="61"/>
                    <a:pt x="2" y="32"/>
                    <a:pt x="3" y="3"/>
                  </a:cubicBezTo>
                  <a:cubicBezTo>
                    <a:pt x="12" y="4"/>
                    <a:pt x="24" y="0"/>
                    <a:pt x="30" y="5"/>
                  </a:cubicBezTo>
                  <a:cubicBezTo>
                    <a:pt x="23" y="15"/>
                    <a:pt x="3" y="14"/>
                    <a:pt x="10" y="37"/>
                  </a:cubicBezTo>
                  <a:cubicBezTo>
                    <a:pt x="35" y="40"/>
                    <a:pt x="57" y="40"/>
                    <a:pt x="89" y="40"/>
                  </a:cubicBezTo>
                  <a:cubicBezTo>
                    <a:pt x="95" y="39"/>
                    <a:pt x="91" y="28"/>
                    <a:pt x="98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AC83772D-8A91-F3BD-5AC9-C5C530D2F8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2223" y="2431098"/>
              <a:ext cx="765175" cy="695325"/>
            </a:xfrm>
            <a:custGeom>
              <a:avLst/>
              <a:gdLst>
                <a:gd name="T0" fmla="*/ 47 w 295"/>
                <a:gd name="T1" fmla="*/ 102 h 268"/>
                <a:gd name="T2" fmla="*/ 56 w 295"/>
                <a:gd name="T3" fmla="*/ 77 h 268"/>
                <a:gd name="T4" fmla="*/ 56 w 295"/>
                <a:gd name="T5" fmla="*/ 77 h 268"/>
                <a:gd name="T6" fmla="*/ 92 w 295"/>
                <a:gd name="T7" fmla="*/ 116 h 268"/>
                <a:gd name="T8" fmla="*/ 107 w 295"/>
                <a:gd name="T9" fmla="*/ 124 h 268"/>
                <a:gd name="T10" fmla="*/ 83 w 295"/>
                <a:gd name="T11" fmla="*/ 69 h 268"/>
                <a:gd name="T12" fmla="*/ 119 w 295"/>
                <a:gd name="T13" fmla="*/ 55 h 268"/>
                <a:gd name="T14" fmla="*/ 119 w 295"/>
                <a:gd name="T15" fmla="*/ 55 h 268"/>
                <a:gd name="T16" fmla="*/ 114 w 295"/>
                <a:gd name="T17" fmla="*/ 16 h 268"/>
                <a:gd name="T18" fmla="*/ 143 w 295"/>
                <a:gd name="T19" fmla="*/ 133 h 268"/>
                <a:gd name="T20" fmla="*/ 130 w 295"/>
                <a:gd name="T21" fmla="*/ 84 h 268"/>
                <a:gd name="T22" fmla="*/ 107 w 295"/>
                <a:gd name="T23" fmla="*/ 88 h 268"/>
                <a:gd name="T24" fmla="*/ 60 w 295"/>
                <a:gd name="T25" fmla="*/ 111 h 268"/>
                <a:gd name="T26" fmla="*/ 77 w 295"/>
                <a:gd name="T27" fmla="*/ 97 h 268"/>
                <a:gd name="T28" fmla="*/ 88 w 295"/>
                <a:gd name="T29" fmla="*/ 106 h 268"/>
                <a:gd name="T30" fmla="*/ 143 w 295"/>
                <a:gd name="T31" fmla="*/ 133 h 268"/>
                <a:gd name="T32" fmla="*/ 146 w 295"/>
                <a:gd name="T33" fmla="*/ 25 h 268"/>
                <a:gd name="T34" fmla="*/ 147 w 295"/>
                <a:gd name="T35" fmla="*/ 34 h 268"/>
                <a:gd name="T36" fmla="*/ 151 w 295"/>
                <a:gd name="T37" fmla="*/ 183 h 268"/>
                <a:gd name="T38" fmla="*/ 109 w 295"/>
                <a:gd name="T39" fmla="*/ 147 h 268"/>
                <a:gd name="T40" fmla="*/ 97 w 295"/>
                <a:gd name="T41" fmla="*/ 133 h 268"/>
                <a:gd name="T42" fmla="*/ 97 w 295"/>
                <a:gd name="T43" fmla="*/ 158 h 268"/>
                <a:gd name="T44" fmla="*/ 148 w 295"/>
                <a:gd name="T45" fmla="*/ 201 h 268"/>
                <a:gd name="T46" fmla="*/ 134 w 295"/>
                <a:gd name="T47" fmla="*/ 214 h 268"/>
                <a:gd name="T48" fmla="*/ 109 w 295"/>
                <a:gd name="T49" fmla="*/ 240 h 268"/>
                <a:gd name="T50" fmla="*/ 140 w 295"/>
                <a:gd name="T51" fmla="*/ 224 h 268"/>
                <a:gd name="T52" fmla="*/ 158 w 295"/>
                <a:gd name="T53" fmla="*/ 215 h 268"/>
                <a:gd name="T54" fmla="*/ 146 w 295"/>
                <a:gd name="T55" fmla="*/ 153 h 268"/>
                <a:gd name="T56" fmla="*/ 159 w 295"/>
                <a:gd name="T57" fmla="*/ 159 h 268"/>
                <a:gd name="T58" fmla="*/ 164 w 295"/>
                <a:gd name="T59" fmla="*/ 136 h 268"/>
                <a:gd name="T60" fmla="*/ 200 w 295"/>
                <a:gd name="T61" fmla="*/ 129 h 268"/>
                <a:gd name="T62" fmla="*/ 193 w 295"/>
                <a:gd name="T63" fmla="*/ 120 h 268"/>
                <a:gd name="T64" fmla="*/ 200 w 295"/>
                <a:gd name="T65" fmla="*/ 129 h 268"/>
                <a:gd name="T66" fmla="*/ 242 w 295"/>
                <a:gd name="T67" fmla="*/ 133 h 268"/>
                <a:gd name="T68" fmla="*/ 263 w 295"/>
                <a:gd name="T69" fmla="*/ 206 h 268"/>
                <a:gd name="T70" fmla="*/ 244 w 295"/>
                <a:gd name="T71" fmla="*/ 168 h 268"/>
                <a:gd name="T72" fmla="*/ 241 w 295"/>
                <a:gd name="T73" fmla="*/ 177 h 268"/>
                <a:gd name="T74" fmla="*/ 270 w 295"/>
                <a:gd name="T75" fmla="*/ 155 h 268"/>
                <a:gd name="T76" fmla="*/ 255 w 295"/>
                <a:gd name="T77" fmla="*/ 155 h 268"/>
                <a:gd name="T78" fmla="*/ 270 w 295"/>
                <a:gd name="T79" fmla="*/ 183 h 268"/>
                <a:gd name="T80" fmla="*/ 270 w 295"/>
                <a:gd name="T81" fmla="*/ 183 h 268"/>
                <a:gd name="T82" fmla="*/ 283 w 295"/>
                <a:gd name="T83" fmla="*/ 252 h 268"/>
                <a:gd name="T84" fmla="*/ 231 w 295"/>
                <a:gd name="T85" fmla="*/ 217 h 268"/>
                <a:gd name="T86" fmla="*/ 160 w 295"/>
                <a:gd name="T87" fmla="*/ 264 h 268"/>
                <a:gd name="T88" fmla="*/ 107 w 295"/>
                <a:gd name="T89" fmla="*/ 224 h 268"/>
                <a:gd name="T90" fmla="*/ 30 w 295"/>
                <a:gd name="T91" fmla="*/ 258 h 268"/>
                <a:gd name="T92" fmla="*/ 19 w 295"/>
                <a:gd name="T93" fmla="*/ 224 h 268"/>
                <a:gd name="T94" fmla="*/ 64 w 295"/>
                <a:gd name="T95" fmla="*/ 48 h 268"/>
                <a:gd name="T96" fmla="*/ 85 w 295"/>
                <a:gd name="T97" fmla="*/ 5 h 268"/>
                <a:gd name="T98" fmla="*/ 160 w 295"/>
                <a:gd name="T99" fmla="*/ 76 h 268"/>
                <a:gd name="T100" fmla="*/ 208 w 295"/>
                <a:gd name="T101" fmla="*/ 107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95" h="268">
                  <a:moveTo>
                    <a:pt x="42" y="115"/>
                  </a:moveTo>
                  <a:cubicBezTo>
                    <a:pt x="49" y="117"/>
                    <a:pt x="50" y="105"/>
                    <a:pt x="47" y="102"/>
                  </a:cubicBezTo>
                  <a:cubicBezTo>
                    <a:pt x="44" y="106"/>
                    <a:pt x="41" y="109"/>
                    <a:pt x="42" y="115"/>
                  </a:cubicBezTo>
                  <a:close/>
                  <a:moveTo>
                    <a:pt x="56" y="77"/>
                  </a:moveTo>
                  <a:cubicBezTo>
                    <a:pt x="63" y="76"/>
                    <a:pt x="68" y="73"/>
                    <a:pt x="68" y="64"/>
                  </a:cubicBezTo>
                  <a:cubicBezTo>
                    <a:pt x="61" y="60"/>
                    <a:pt x="55" y="68"/>
                    <a:pt x="56" y="77"/>
                  </a:cubicBezTo>
                  <a:close/>
                  <a:moveTo>
                    <a:pt x="107" y="124"/>
                  </a:moveTo>
                  <a:cubicBezTo>
                    <a:pt x="107" y="116"/>
                    <a:pt x="98" y="112"/>
                    <a:pt x="92" y="116"/>
                  </a:cubicBezTo>
                  <a:cubicBezTo>
                    <a:pt x="91" y="122"/>
                    <a:pt x="97" y="124"/>
                    <a:pt x="97" y="129"/>
                  </a:cubicBezTo>
                  <a:cubicBezTo>
                    <a:pt x="102" y="129"/>
                    <a:pt x="103" y="125"/>
                    <a:pt x="107" y="124"/>
                  </a:cubicBezTo>
                  <a:close/>
                  <a:moveTo>
                    <a:pt x="105" y="69"/>
                  </a:moveTo>
                  <a:cubicBezTo>
                    <a:pt x="107" y="59"/>
                    <a:pt x="83" y="59"/>
                    <a:pt x="83" y="69"/>
                  </a:cubicBezTo>
                  <a:cubicBezTo>
                    <a:pt x="90" y="72"/>
                    <a:pt x="97" y="67"/>
                    <a:pt x="105" y="69"/>
                  </a:cubicBezTo>
                  <a:close/>
                  <a:moveTo>
                    <a:pt x="119" y="55"/>
                  </a:moveTo>
                  <a:cubicBezTo>
                    <a:pt x="116" y="38"/>
                    <a:pt x="103" y="31"/>
                    <a:pt x="90" y="25"/>
                  </a:cubicBezTo>
                  <a:cubicBezTo>
                    <a:pt x="96" y="39"/>
                    <a:pt x="108" y="48"/>
                    <a:pt x="119" y="55"/>
                  </a:cubicBezTo>
                  <a:close/>
                  <a:moveTo>
                    <a:pt x="123" y="38"/>
                  </a:moveTo>
                  <a:cubicBezTo>
                    <a:pt x="118" y="33"/>
                    <a:pt x="120" y="20"/>
                    <a:pt x="114" y="16"/>
                  </a:cubicBezTo>
                  <a:cubicBezTo>
                    <a:pt x="109" y="25"/>
                    <a:pt x="115" y="36"/>
                    <a:pt x="123" y="38"/>
                  </a:cubicBezTo>
                  <a:close/>
                  <a:moveTo>
                    <a:pt x="143" y="133"/>
                  </a:moveTo>
                  <a:cubicBezTo>
                    <a:pt x="157" y="112"/>
                    <a:pt x="114" y="109"/>
                    <a:pt x="105" y="93"/>
                  </a:cubicBezTo>
                  <a:cubicBezTo>
                    <a:pt x="120" y="96"/>
                    <a:pt x="116" y="74"/>
                    <a:pt x="130" y="84"/>
                  </a:cubicBezTo>
                  <a:cubicBezTo>
                    <a:pt x="129" y="78"/>
                    <a:pt x="125" y="74"/>
                    <a:pt x="121" y="72"/>
                  </a:cubicBezTo>
                  <a:cubicBezTo>
                    <a:pt x="116" y="78"/>
                    <a:pt x="115" y="86"/>
                    <a:pt x="107" y="88"/>
                  </a:cubicBezTo>
                  <a:cubicBezTo>
                    <a:pt x="92" y="79"/>
                    <a:pt x="65" y="77"/>
                    <a:pt x="55" y="91"/>
                  </a:cubicBezTo>
                  <a:cubicBezTo>
                    <a:pt x="56" y="98"/>
                    <a:pt x="53" y="111"/>
                    <a:pt x="60" y="111"/>
                  </a:cubicBezTo>
                  <a:cubicBezTo>
                    <a:pt x="66" y="106"/>
                    <a:pt x="64" y="93"/>
                    <a:pt x="72" y="91"/>
                  </a:cubicBezTo>
                  <a:cubicBezTo>
                    <a:pt x="75" y="92"/>
                    <a:pt x="77" y="95"/>
                    <a:pt x="77" y="97"/>
                  </a:cubicBezTo>
                  <a:cubicBezTo>
                    <a:pt x="74" y="103"/>
                    <a:pt x="75" y="112"/>
                    <a:pt x="77" y="120"/>
                  </a:cubicBezTo>
                  <a:cubicBezTo>
                    <a:pt x="86" y="120"/>
                    <a:pt x="82" y="109"/>
                    <a:pt x="88" y="106"/>
                  </a:cubicBezTo>
                  <a:cubicBezTo>
                    <a:pt x="107" y="98"/>
                    <a:pt x="108" y="120"/>
                    <a:pt x="125" y="112"/>
                  </a:cubicBezTo>
                  <a:cubicBezTo>
                    <a:pt x="132" y="119"/>
                    <a:pt x="137" y="126"/>
                    <a:pt x="143" y="133"/>
                  </a:cubicBezTo>
                  <a:close/>
                  <a:moveTo>
                    <a:pt x="147" y="34"/>
                  </a:moveTo>
                  <a:cubicBezTo>
                    <a:pt x="148" y="30"/>
                    <a:pt x="147" y="28"/>
                    <a:pt x="146" y="25"/>
                  </a:cubicBezTo>
                  <a:cubicBezTo>
                    <a:pt x="143" y="25"/>
                    <a:pt x="142" y="25"/>
                    <a:pt x="140" y="25"/>
                  </a:cubicBezTo>
                  <a:cubicBezTo>
                    <a:pt x="141" y="29"/>
                    <a:pt x="142" y="34"/>
                    <a:pt x="147" y="34"/>
                  </a:cubicBezTo>
                  <a:close/>
                  <a:moveTo>
                    <a:pt x="148" y="201"/>
                  </a:moveTo>
                  <a:cubicBezTo>
                    <a:pt x="152" y="195"/>
                    <a:pt x="151" y="191"/>
                    <a:pt x="151" y="183"/>
                  </a:cubicBezTo>
                  <a:cubicBezTo>
                    <a:pt x="132" y="176"/>
                    <a:pt x="103" y="179"/>
                    <a:pt x="102" y="154"/>
                  </a:cubicBezTo>
                  <a:cubicBezTo>
                    <a:pt x="101" y="149"/>
                    <a:pt x="110" y="154"/>
                    <a:pt x="109" y="147"/>
                  </a:cubicBezTo>
                  <a:cubicBezTo>
                    <a:pt x="104" y="143"/>
                    <a:pt x="99" y="154"/>
                    <a:pt x="93" y="149"/>
                  </a:cubicBezTo>
                  <a:cubicBezTo>
                    <a:pt x="93" y="143"/>
                    <a:pt x="102" y="138"/>
                    <a:pt x="97" y="133"/>
                  </a:cubicBezTo>
                  <a:cubicBezTo>
                    <a:pt x="96" y="139"/>
                    <a:pt x="85" y="135"/>
                    <a:pt x="77" y="136"/>
                  </a:cubicBezTo>
                  <a:cubicBezTo>
                    <a:pt x="77" y="150"/>
                    <a:pt x="82" y="159"/>
                    <a:pt x="97" y="158"/>
                  </a:cubicBezTo>
                  <a:cubicBezTo>
                    <a:pt x="101" y="167"/>
                    <a:pt x="105" y="176"/>
                    <a:pt x="114" y="181"/>
                  </a:cubicBezTo>
                  <a:cubicBezTo>
                    <a:pt x="129" y="177"/>
                    <a:pt x="136" y="196"/>
                    <a:pt x="148" y="201"/>
                  </a:cubicBezTo>
                  <a:close/>
                  <a:moveTo>
                    <a:pt x="158" y="215"/>
                  </a:moveTo>
                  <a:cubicBezTo>
                    <a:pt x="148" y="221"/>
                    <a:pt x="143" y="207"/>
                    <a:pt x="134" y="214"/>
                  </a:cubicBezTo>
                  <a:cubicBezTo>
                    <a:pt x="129" y="211"/>
                    <a:pt x="136" y="198"/>
                    <a:pt x="127" y="198"/>
                  </a:cubicBezTo>
                  <a:cubicBezTo>
                    <a:pt x="130" y="219"/>
                    <a:pt x="121" y="231"/>
                    <a:pt x="109" y="240"/>
                  </a:cubicBezTo>
                  <a:cubicBezTo>
                    <a:pt x="119" y="244"/>
                    <a:pt x="125" y="244"/>
                    <a:pt x="135" y="240"/>
                  </a:cubicBezTo>
                  <a:cubicBezTo>
                    <a:pt x="138" y="236"/>
                    <a:pt x="135" y="225"/>
                    <a:pt x="140" y="224"/>
                  </a:cubicBezTo>
                  <a:cubicBezTo>
                    <a:pt x="151" y="224"/>
                    <a:pt x="140" y="245"/>
                    <a:pt x="151" y="244"/>
                  </a:cubicBezTo>
                  <a:cubicBezTo>
                    <a:pt x="149" y="227"/>
                    <a:pt x="149" y="224"/>
                    <a:pt x="158" y="215"/>
                  </a:cubicBezTo>
                  <a:close/>
                  <a:moveTo>
                    <a:pt x="159" y="159"/>
                  </a:moveTo>
                  <a:cubicBezTo>
                    <a:pt x="162" y="150"/>
                    <a:pt x="151" y="148"/>
                    <a:pt x="146" y="153"/>
                  </a:cubicBezTo>
                  <a:cubicBezTo>
                    <a:pt x="146" y="154"/>
                    <a:pt x="146" y="155"/>
                    <a:pt x="146" y="158"/>
                  </a:cubicBezTo>
                  <a:cubicBezTo>
                    <a:pt x="149" y="159"/>
                    <a:pt x="153" y="160"/>
                    <a:pt x="159" y="159"/>
                  </a:cubicBezTo>
                  <a:close/>
                  <a:moveTo>
                    <a:pt x="167" y="147"/>
                  </a:moveTo>
                  <a:cubicBezTo>
                    <a:pt x="170" y="145"/>
                    <a:pt x="170" y="136"/>
                    <a:pt x="164" y="136"/>
                  </a:cubicBezTo>
                  <a:cubicBezTo>
                    <a:pt x="163" y="138"/>
                    <a:pt x="159" y="149"/>
                    <a:pt x="167" y="147"/>
                  </a:cubicBezTo>
                  <a:close/>
                  <a:moveTo>
                    <a:pt x="200" y="129"/>
                  </a:moveTo>
                  <a:cubicBezTo>
                    <a:pt x="200" y="126"/>
                    <a:pt x="200" y="124"/>
                    <a:pt x="200" y="120"/>
                  </a:cubicBezTo>
                  <a:cubicBezTo>
                    <a:pt x="197" y="120"/>
                    <a:pt x="196" y="120"/>
                    <a:pt x="193" y="120"/>
                  </a:cubicBezTo>
                  <a:cubicBezTo>
                    <a:pt x="191" y="125"/>
                    <a:pt x="190" y="125"/>
                    <a:pt x="192" y="131"/>
                  </a:cubicBezTo>
                  <a:cubicBezTo>
                    <a:pt x="196" y="131"/>
                    <a:pt x="196" y="129"/>
                    <a:pt x="200" y="129"/>
                  </a:cubicBezTo>
                  <a:close/>
                  <a:moveTo>
                    <a:pt x="214" y="122"/>
                  </a:moveTo>
                  <a:cubicBezTo>
                    <a:pt x="217" y="134"/>
                    <a:pt x="233" y="140"/>
                    <a:pt x="242" y="133"/>
                  </a:cubicBezTo>
                  <a:cubicBezTo>
                    <a:pt x="237" y="120"/>
                    <a:pt x="228" y="122"/>
                    <a:pt x="214" y="122"/>
                  </a:cubicBezTo>
                  <a:close/>
                  <a:moveTo>
                    <a:pt x="263" y="206"/>
                  </a:moveTo>
                  <a:cubicBezTo>
                    <a:pt x="268" y="215"/>
                    <a:pt x="253" y="222"/>
                    <a:pt x="259" y="231"/>
                  </a:cubicBezTo>
                  <a:cubicBezTo>
                    <a:pt x="295" y="210"/>
                    <a:pt x="242" y="195"/>
                    <a:pt x="244" y="168"/>
                  </a:cubicBezTo>
                  <a:cubicBezTo>
                    <a:pt x="235" y="177"/>
                    <a:pt x="228" y="160"/>
                    <a:pt x="220" y="171"/>
                  </a:cubicBezTo>
                  <a:cubicBezTo>
                    <a:pt x="226" y="176"/>
                    <a:pt x="230" y="181"/>
                    <a:pt x="241" y="177"/>
                  </a:cubicBezTo>
                  <a:cubicBezTo>
                    <a:pt x="244" y="191"/>
                    <a:pt x="250" y="203"/>
                    <a:pt x="263" y="206"/>
                  </a:cubicBezTo>
                  <a:close/>
                  <a:moveTo>
                    <a:pt x="270" y="155"/>
                  </a:moveTo>
                  <a:cubicBezTo>
                    <a:pt x="270" y="147"/>
                    <a:pt x="262" y="145"/>
                    <a:pt x="256" y="141"/>
                  </a:cubicBezTo>
                  <a:cubicBezTo>
                    <a:pt x="257" y="148"/>
                    <a:pt x="256" y="152"/>
                    <a:pt x="255" y="155"/>
                  </a:cubicBezTo>
                  <a:cubicBezTo>
                    <a:pt x="259" y="155"/>
                    <a:pt x="264" y="155"/>
                    <a:pt x="270" y="155"/>
                  </a:cubicBezTo>
                  <a:close/>
                  <a:moveTo>
                    <a:pt x="270" y="183"/>
                  </a:moveTo>
                  <a:cubicBezTo>
                    <a:pt x="273" y="177"/>
                    <a:pt x="272" y="169"/>
                    <a:pt x="264" y="168"/>
                  </a:cubicBezTo>
                  <a:cubicBezTo>
                    <a:pt x="266" y="174"/>
                    <a:pt x="263" y="184"/>
                    <a:pt x="270" y="183"/>
                  </a:cubicBezTo>
                  <a:close/>
                  <a:moveTo>
                    <a:pt x="273" y="136"/>
                  </a:moveTo>
                  <a:cubicBezTo>
                    <a:pt x="291" y="164"/>
                    <a:pt x="274" y="217"/>
                    <a:pt x="283" y="252"/>
                  </a:cubicBezTo>
                  <a:cubicBezTo>
                    <a:pt x="269" y="260"/>
                    <a:pt x="246" y="268"/>
                    <a:pt x="225" y="264"/>
                  </a:cubicBezTo>
                  <a:cubicBezTo>
                    <a:pt x="211" y="248"/>
                    <a:pt x="228" y="230"/>
                    <a:pt x="231" y="217"/>
                  </a:cubicBezTo>
                  <a:cubicBezTo>
                    <a:pt x="221" y="207"/>
                    <a:pt x="207" y="222"/>
                    <a:pt x="193" y="222"/>
                  </a:cubicBezTo>
                  <a:cubicBezTo>
                    <a:pt x="190" y="244"/>
                    <a:pt x="176" y="254"/>
                    <a:pt x="160" y="264"/>
                  </a:cubicBezTo>
                  <a:cubicBezTo>
                    <a:pt x="138" y="265"/>
                    <a:pt x="88" y="268"/>
                    <a:pt x="88" y="244"/>
                  </a:cubicBezTo>
                  <a:cubicBezTo>
                    <a:pt x="88" y="230"/>
                    <a:pt x="102" y="236"/>
                    <a:pt x="107" y="224"/>
                  </a:cubicBezTo>
                  <a:cubicBezTo>
                    <a:pt x="101" y="212"/>
                    <a:pt x="83" y="211"/>
                    <a:pt x="76" y="214"/>
                  </a:cubicBezTo>
                  <a:cubicBezTo>
                    <a:pt x="55" y="220"/>
                    <a:pt x="60" y="260"/>
                    <a:pt x="30" y="258"/>
                  </a:cubicBezTo>
                  <a:cubicBezTo>
                    <a:pt x="19" y="258"/>
                    <a:pt x="0" y="249"/>
                    <a:pt x="1" y="230"/>
                  </a:cubicBezTo>
                  <a:cubicBezTo>
                    <a:pt x="5" y="225"/>
                    <a:pt x="14" y="227"/>
                    <a:pt x="19" y="224"/>
                  </a:cubicBezTo>
                  <a:cubicBezTo>
                    <a:pt x="35" y="207"/>
                    <a:pt x="35" y="169"/>
                    <a:pt x="15" y="158"/>
                  </a:cubicBezTo>
                  <a:cubicBezTo>
                    <a:pt x="5" y="95"/>
                    <a:pt x="44" y="81"/>
                    <a:pt x="64" y="48"/>
                  </a:cubicBezTo>
                  <a:cubicBezTo>
                    <a:pt x="65" y="39"/>
                    <a:pt x="60" y="35"/>
                    <a:pt x="60" y="25"/>
                  </a:cubicBezTo>
                  <a:cubicBezTo>
                    <a:pt x="66" y="16"/>
                    <a:pt x="85" y="16"/>
                    <a:pt x="85" y="5"/>
                  </a:cubicBezTo>
                  <a:cubicBezTo>
                    <a:pt x="101" y="3"/>
                    <a:pt x="115" y="3"/>
                    <a:pt x="131" y="0"/>
                  </a:cubicBezTo>
                  <a:cubicBezTo>
                    <a:pt x="152" y="11"/>
                    <a:pt x="165" y="47"/>
                    <a:pt x="160" y="76"/>
                  </a:cubicBezTo>
                  <a:cubicBezTo>
                    <a:pt x="159" y="88"/>
                    <a:pt x="147" y="96"/>
                    <a:pt x="148" y="110"/>
                  </a:cubicBezTo>
                  <a:cubicBezTo>
                    <a:pt x="168" y="125"/>
                    <a:pt x="190" y="109"/>
                    <a:pt x="208" y="107"/>
                  </a:cubicBezTo>
                  <a:cubicBezTo>
                    <a:pt x="231" y="106"/>
                    <a:pt x="261" y="117"/>
                    <a:pt x="273" y="1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D074E224-9669-CCD2-CFFD-10B3D6103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6248" y="4424998"/>
              <a:ext cx="282575" cy="149225"/>
            </a:xfrm>
            <a:custGeom>
              <a:avLst/>
              <a:gdLst>
                <a:gd name="T0" fmla="*/ 104 w 109"/>
                <a:gd name="T1" fmla="*/ 12 h 58"/>
                <a:gd name="T2" fmla="*/ 98 w 109"/>
                <a:gd name="T3" fmla="*/ 57 h 58"/>
                <a:gd name="T4" fmla="*/ 95 w 109"/>
                <a:gd name="T5" fmla="*/ 43 h 58"/>
                <a:gd name="T6" fmla="*/ 17 w 109"/>
                <a:gd name="T7" fmla="*/ 31 h 58"/>
                <a:gd name="T8" fmla="*/ 9 w 109"/>
                <a:gd name="T9" fmla="*/ 44 h 58"/>
                <a:gd name="T10" fmla="*/ 10 w 109"/>
                <a:gd name="T11" fmla="*/ 0 h 58"/>
                <a:gd name="T12" fmla="*/ 15 w 109"/>
                <a:gd name="T13" fmla="*/ 0 h 58"/>
                <a:gd name="T14" fmla="*/ 17 w 109"/>
                <a:gd name="T15" fmla="*/ 14 h 58"/>
                <a:gd name="T16" fmla="*/ 92 w 109"/>
                <a:gd name="T17" fmla="*/ 26 h 58"/>
                <a:gd name="T18" fmla="*/ 104 w 109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58">
                  <a:moveTo>
                    <a:pt x="104" y="12"/>
                  </a:moveTo>
                  <a:cubicBezTo>
                    <a:pt x="109" y="20"/>
                    <a:pt x="103" y="48"/>
                    <a:pt x="98" y="57"/>
                  </a:cubicBezTo>
                  <a:cubicBezTo>
                    <a:pt x="92" y="58"/>
                    <a:pt x="100" y="45"/>
                    <a:pt x="95" y="43"/>
                  </a:cubicBezTo>
                  <a:cubicBezTo>
                    <a:pt x="70" y="38"/>
                    <a:pt x="44" y="34"/>
                    <a:pt x="17" y="31"/>
                  </a:cubicBezTo>
                  <a:cubicBezTo>
                    <a:pt x="11" y="33"/>
                    <a:pt x="12" y="42"/>
                    <a:pt x="9" y="44"/>
                  </a:cubicBezTo>
                  <a:cubicBezTo>
                    <a:pt x="0" y="34"/>
                    <a:pt x="11" y="14"/>
                    <a:pt x="10" y="0"/>
                  </a:cubicBezTo>
                  <a:cubicBezTo>
                    <a:pt x="12" y="0"/>
                    <a:pt x="14" y="0"/>
                    <a:pt x="15" y="0"/>
                  </a:cubicBezTo>
                  <a:cubicBezTo>
                    <a:pt x="16" y="5"/>
                    <a:pt x="15" y="11"/>
                    <a:pt x="17" y="14"/>
                  </a:cubicBezTo>
                  <a:cubicBezTo>
                    <a:pt x="39" y="20"/>
                    <a:pt x="69" y="20"/>
                    <a:pt x="92" y="26"/>
                  </a:cubicBezTo>
                  <a:cubicBezTo>
                    <a:pt x="100" y="26"/>
                    <a:pt x="99" y="16"/>
                    <a:pt x="10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1C7F82E7-E337-4359-7117-62B87B423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985" y="4577398"/>
              <a:ext cx="312737" cy="236538"/>
            </a:xfrm>
            <a:custGeom>
              <a:avLst/>
              <a:gdLst>
                <a:gd name="T0" fmla="*/ 71 w 120"/>
                <a:gd name="T1" fmla="*/ 80 h 91"/>
                <a:gd name="T2" fmla="*/ 109 w 120"/>
                <a:gd name="T3" fmla="*/ 48 h 91"/>
                <a:gd name="T4" fmla="*/ 98 w 120"/>
                <a:gd name="T5" fmla="*/ 33 h 91"/>
                <a:gd name="T6" fmla="*/ 52 w 120"/>
                <a:gd name="T7" fmla="*/ 70 h 91"/>
                <a:gd name="T8" fmla="*/ 26 w 120"/>
                <a:gd name="T9" fmla="*/ 15 h 91"/>
                <a:gd name="T10" fmla="*/ 24 w 120"/>
                <a:gd name="T11" fmla="*/ 5 h 91"/>
                <a:gd name="T12" fmla="*/ 55 w 120"/>
                <a:gd name="T13" fmla="*/ 14 h 91"/>
                <a:gd name="T14" fmla="*/ 31 w 120"/>
                <a:gd name="T15" fmla="*/ 23 h 91"/>
                <a:gd name="T16" fmla="*/ 38 w 120"/>
                <a:gd name="T17" fmla="*/ 57 h 91"/>
                <a:gd name="T18" fmla="*/ 102 w 120"/>
                <a:gd name="T19" fmla="*/ 21 h 91"/>
                <a:gd name="T20" fmla="*/ 102 w 120"/>
                <a:gd name="T21" fmla="*/ 80 h 91"/>
                <a:gd name="T22" fmla="*/ 103 w 120"/>
                <a:gd name="T23" fmla="*/ 91 h 91"/>
                <a:gd name="T24" fmla="*/ 71 w 120"/>
                <a:gd name="T25" fmla="*/ 8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1">
                  <a:moveTo>
                    <a:pt x="71" y="80"/>
                  </a:moveTo>
                  <a:cubicBezTo>
                    <a:pt x="88" y="71"/>
                    <a:pt x="113" y="76"/>
                    <a:pt x="109" y="48"/>
                  </a:cubicBezTo>
                  <a:cubicBezTo>
                    <a:pt x="108" y="43"/>
                    <a:pt x="104" y="36"/>
                    <a:pt x="98" y="33"/>
                  </a:cubicBezTo>
                  <a:cubicBezTo>
                    <a:pt x="72" y="26"/>
                    <a:pt x="77" y="60"/>
                    <a:pt x="52" y="70"/>
                  </a:cubicBezTo>
                  <a:cubicBezTo>
                    <a:pt x="19" y="83"/>
                    <a:pt x="0" y="37"/>
                    <a:pt x="26" y="15"/>
                  </a:cubicBezTo>
                  <a:cubicBezTo>
                    <a:pt x="26" y="12"/>
                    <a:pt x="22" y="10"/>
                    <a:pt x="24" y="5"/>
                  </a:cubicBezTo>
                  <a:cubicBezTo>
                    <a:pt x="33" y="8"/>
                    <a:pt x="52" y="10"/>
                    <a:pt x="55" y="14"/>
                  </a:cubicBezTo>
                  <a:cubicBezTo>
                    <a:pt x="51" y="24"/>
                    <a:pt x="40" y="18"/>
                    <a:pt x="31" y="23"/>
                  </a:cubicBezTo>
                  <a:cubicBezTo>
                    <a:pt x="19" y="31"/>
                    <a:pt x="14" y="59"/>
                    <a:pt x="38" y="57"/>
                  </a:cubicBezTo>
                  <a:cubicBezTo>
                    <a:pt x="58" y="56"/>
                    <a:pt x="69" y="0"/>
                    <a:pt x="102" y="21"/>
                  </a:cubicBezTo>
                  <a:cubicBezTo>
                    <a:pt x="117" y="29"/>
                    <a:pt x="120" y="65"/>
                    <a:pt x="102" y="80"/>
                  </a:cubicBezTo>
                  <a:cubicBezTo>
                    <a:pt x="98" y="84"/>
                    <a:pt x="109" y="85"/>
                    <a:pt x="103" y="91"/>
                  </a:cubicBezTo>
                  <a:cubicBezTo>
                    <a:pt x="92" y="88"/>
                    <a:pt x="76" y="89"/>
                    <a:pt x="71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651EC3F4-F241-AE7C-7CD4-261203C2EC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0198" y="4723448"/>
              <a:ext cx="334962" cy="347663"/>
            </a:xfrm>
            <a:custGeom>
              <a:avLst/>
              <a:gdLst>
                <a:gd name="T0" fmla="*/ 56 w 129"/>
                <a:gd name="T1" fmla="*/ 85 h 134"/>
                <a:gd name="T2" fmla="*/ 32 w 129"/>
                <a:gd name="T3" fmla="*/ 44 h 134"/>
                <a:gd name="T4" fmla="*/ 19 w 129"/>
                <a:gd name="T5" fmla="*/ 66 h 134"/>
                <a:gd name="T6" fmla="*/ 56 w 129"/>
                <a:gd name="T7" fmla="*/ 85 h 134"/>
                <a:gd name="T8" fmla="*/ 128 w 129"/>
                <a:gd name="T9" fmla="*/ 48 h 134"/>
                <a:gd name="T10" fmla="*/ 115 w 129"/>
                <a:gd name="T11" fmla="*/ 75 h 134"/>
                <a:gd name="T12" fmla="*/ 61 w 129"/>
                <a:gd name="T13" fmla="*/ 85 h 134"/>
                <a:gd name="T14" fmla="*/ 90 w 129"/>
                <a:gd name="T15" fmla="*/ 105 h 134"/>
                <a:gd name="T16" fmla="*/ 102 w 129"/>
                <a:gd name="T17" fmla="*/ 96 h 134"/>
                <a:gd name="T18" fmla="*/ 83 w 129"/>
                <a:gd name="T19" fmla="*/ 134 h 134"/>
                <a:gd name="T20" fmla="*/ 83 w 129"/>
                <a:gd name="T21" fmla="*/ 121 h 134"/>
                <a:gd name="T22" fmla="*/ 16 w 129"/>
                <a:gd name="T23" fmla="*/ 82 h 134"/>
                <a:gd name="T24" fmla="*/ 0 w 129"/>
                <a:gd name="T25" fmla="*/ 89 h 134"/>
                <a:gd name="T26" fmla="*/ 70 w 129"/>
                <a:gd name="T27" fmla="*/ 46 h 134"/>
                <a:gd name="T28" fmla="*/ 68 w 129"/>
                <a:gd name="T29" fmla="*/ 63 h 134"/>
                <a:gd name="T30" fmla="*/ 128 w 129"/>
                <a:gd name="T31" fmla="*/ 48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9" h="134">
                  <a:moveTo>
                    <a:pt x="56" y="85"/>
                  </a:moveTo>
                  <a:cubicBezTo>
                    <a:pt x="67" y="67"/>
                    <a:pt x="59" y="39"/>
                    <a:pt x="32" y="44"/>
                  </a:cubicBezTo>
                  <a:cubicBezTo>
                    <a:pt x="27" y="51"/>
                    <a:pt x="21" y="56"/>
                    <a:pt x="19" y="66"/>
                  </a:cubicBezTo>
                  <a:cubicBezTo>
                    <a:pt x="32" y="72"/>
                    <a:pt x="43" y="80"/>
                    <a:pt x="56" y="85"/>
                  </a:cubicBezTo>
                  <a:close/>
                  <a:moveTo>
                    <a:pt x="128" y="48"/>
                  </a:moveTo>
                  <a:cubicBezTo>
                    <a:pt x="129" y="56"/>
                    <a:pt x="121" y="68"/>
                    <a:pt x="115" y="75"/>
                  </a:cubicBezTo>
                  <a:cubicBezTo>
                    <a:pt x="94" y="77"/>
                    <a:pt x="68" y="73"/>
                    <a:pt x="61" y="85"/>
                  </a:cubicBezTo>
                  <a:cubicBezTo>
                    <a:pt x="66" y="97"/>
                    <a:pt x="81" y="97"/>
                    <a:pt x="90" y="105"/>
                  </a:cubicBezTo>
                  <a:cubicBezTo>
                    <a:pt x="98" y="105"/>
                    <a:pt x="96" y="96"/>
                    <a:pt x="102" y="96"/>
                  </a:cubicBezTo>
                  <a:cubicBezTo>
                    <a:pt x="102" y="108"/>
                    <a:pt x="89" y="129"/>
                    <a:pt x="83" y="134"/>
                  </a:cubicBezTo>
                  <a:cubicBezTo>
                    <a:pt x="76" y="134"/>
                    <a:pt x="87" y="128"/>
                    <a:pt x="83" y="121"/>
                  </a:cubicBezTo>
                  <a:cubicBezTo>
                    <a:pt x="63" y="105"/>
                    <a:pt x="39" y="95"/>
                    <a:pt x="16" y="82"/>
                  </a:cubicBezTo>
                  <a:cubicBezTo>
                    <a:pt x="7" y="80"/>
                    <a:pt x="10" y="91"/>
                    <a:pt x="0" y="89"/>
                  </a:cubicBezTo>
                  <a:cubicBezTo>
                    <a:pt x="8" y="61"/>
                    <a:pt x="43" y="0"/>
                    <a:pt x="70" y="46"/>
                  </a:cubicBezTo>
                  <a:cubicBezTo>
                    <a:pt x="70" y="52"/>
                    <a:pt x="71" y="61"/>
                    <a:pt x="68" y="63"/>
                  </a:cubicBezTo>
                  <a:cubicBezTo>
                    <a:pt x="90" y="61"/>
                    <a:pt x="116" y="61"/>
                    <a:pt x="128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8" name="Freeform 23">
              <a:extLst>
                <a:ext uri="{FF2B5EF4-FFF2-40B4-BE49-F238E27FC236}">
                  <a16:creationId xmlns:a16="http://schemas.microsoft.com/office/drawing/2014/main" id="{CD3B8DEF-4639-A650-CB7B-03FC30DD7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7323" y="4993323"/>
              <a:ext cx="327025" cy="312738"/>
            </a:xfrm>
            <a:custGeom>
              <a:avLst/>
              <a:gdLst>
                <a:gd name="T0" fmla="*/ 103 w 126"/>
                <a:gd name="T1" fmla="*/ 40 h 121"/>
                <a:gd name="T2" fmla="*/ 126 w 126"/>
                <a:gd name="T3" fmla="*/ 58 h 121"/>
                <a:gd name="T4" fmla="*/ 71 w 126"/>
                <a:gd name="T5" fmla="*/ 121 h 121"/>
                <a:gd name="T6" fmla="*/ 74 w 126"/>
                <a:gd name="T7" fmla="*/ 107 h 121"/>
                <a:gd name="T8" fmla="*/ 16 w 126"/>
                <a:gd name="T9" fmla="*/ 55 h 121"/>
                <a:gd name="T10" fmla="*/ 0 w 126"/>
                <a:gd name="T11" fmla="*/ 60 h 121"/>
                <a:gd name="T12" fmla="*/ 46 w 126"/>
                <a:gd name="T13" fmla="*/ 0 h 121"/>
                <a:gd name="T14" fmla="*/ 63 w 126"/>
                <a:gd name="T15" fmla="*/ 15 h 121"/>
                <a:gd name="T16" fmla="*/ 43 w 126"/>
                <a:gd name="T17" fmla="*/ 17 h 121"/>
                <a:gd name="T18" fmla="*/ 22 w 126"/>
                <a:gd name="T19" fmla="*/ 39 h 121"/>
                <a:gd name="T20" fmla="*/ 50 w 126"/>
                <a:gd name="T21" fmla="*/ 64 h 121"/>
                <a:gd name="T22" fmla="*/ 57 w 126"/>
                <a:gd name="T23" fmla="*/ 31 h 121"/>
                <a:gd name="T24" fmla="*/ 90 w 126"/>
                <a:gd name="T25" fmla="*/ 55 h 121"/>
                <a:gd name="T26" fmla="*/ 57 w 126"/>
                <a:gd name="T27" fmla="*/ 67 h 121"/>
                <a:gd name="T28" fmla="*/ 87 w 126"/>
                <a:gd name="T29" fmla="*/ 92 h 121"/>
                <a:gd name="T30" fmla="*/ 103 w 126"/>
                <a:gd name="T31" fmla="*/ 4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6" h="121">
                  <a:moveTo>
                    <a:pt x="103" y="40"/>
                  </a:moveTo>
                  <a:cubicBezTo>
                    <a:pt x="111" y="39"/>
                    <a:pt x="116" y="55"/>
                    <a:pt x="126" y="58"/>
                  </a:cubicBezTo>
                  <a:cubicBezTo>
                    <a:pt x="107" y="78"/>
                    <a:pt x="92" y="110"/>
                    <a:pt x="71" y="121"/>
                  </a:cubicBezTo>
                  <a:cubicBezTo>
                    <a:pt x="71" y="115"/>
                    <a:pt x="78" y="111"/>
                    <a:pt x="74" y="107"/>
                  </a:cubicBezTo>
                  <a:cubicBezTo>
                    <a:pt x="57" y="87"/>
                    <a:pt x="35" y="72"/>
                    <a:pt x="16" y="55"/>
                  </a:cubicBezTo>
                  <a:cubicBezTo>
                    <a:pt x="8" y="54"/>
                    <a:pt x="6" y="66"/>
                    <a:pt x="0" y="60"/>
                  </a:cubicBezTo>
                  <a:cubicBezTo>
                    <a:pt x="13" y="38"/>
                    <a:pt x="33" y="21"/>
                    <a:pt x="46" y="0"/>
                  </a:cubicBezTo>
                  <a:cubicBezTo>
                    <a:pt x="52" y="4"/>
                    <a:pt x="63" y="11"/>
                    <a:pt x="63" y="15"/>
                  </a:cubicBezTo>
                  <a:cubicBezTo>
                    <a:pt x="62" y="24"/>
                    <a:pt x="51" y="14"/>
                    <a:pt x="43" y="17"/>
                  </a:cubicBezTo>
                  <a:cubicBezTo>
                    <a:pt x="41" y="20"/>
                    <a:pt x="22" y="34"/>
                    <a:pt x="22" y="39"/>
                  </a:cubicBezTo>
                  <a:cubicBezTo>
                    <a:pt x="23" y="49"/>
                    <a:pt x="44" y="54"/>
                    <a:pt x="50" y="64"/>
                  </a:cubicBezTo>
                  <a:cubicBezTo>
                    <a:pt x="63" y="60"/>
                    <a:pt x="65" y="41"/>
                    <a:pt x="57" y="31"/>
                  </a:cubicBezTo>
                  <a:cubicBezTo>
                    <a:pt x="68" y="31"/>
                    <a:pt x="78" y="49"/>
                    <a:pt x="90" y="55"/>
                  </a:cubicBezTo>
                  <a:cubicBezTo>
                    <a:pt x="81" y="58"/>
                    <a:pt x="61" y="52"/>
                    <a:pt x="57" y="67"/>
                  </a:cubicBezTo>
                  <a:cubicBezTo>
                    <a:pt x="66" y="76"/>
                    <a:pt x="74" y="93"/>
                    <a:pt x="87" y="92"/>
                  </a:cubicBezTo>
                  <a:cubicBezTo>
                    <a:pt x="105" y="92"/>
                    <a:pt x="116" y="60"/>
                    <a:pt x="103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9" name="Freeform 24">
              <a:extLst>
                <a:ext uri="{FF2B5EF4-FFF2-40B4-BE49-F238E27FC236}">
                  <a16:creationId xmlns:a16="http://schemas.microsoft.com/office/drawing/2014/main" id="{523FE168-E3E4-0675-00A8-1C6BF4B273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1535" y="3228023"/>
              <a:ext cx="2111375" cy="2195513"/>
            </a:xfrm>
            <a:custGeom>
              <a:avLst/>
              <a:gdLst>
                <a:gd name="T0" fmla="*/ 316 w 813"/>
                <a:gd name="T1" fmla="*/ 720 h 846"/>
                <a:gd name="T2" fmla="*/ 313 w 813"/>
                <a:gd name="T3" fmla="*/ 652 h 846"/>
                <a:gd name="T4" fmla="*/ 294 w 813"/>
                <a:gd name="T5" fmla="*/ 673 h 846"/>
                <a:gd name="T6" fmla="*/ 309 w 813"/>
                <a:gd name="T7" fmla="*/ 671 h 846"/>
                <a:gd name="T8" fmla="*/ 313 w 813"/>
                <a:gd name="T9" fmla="*/ 720 h 846"/>
                <a:gd name="T10" fmla="*/ 316 w 813"/>
                <a:gd name="T11" fmla="*/ 720 h 846"/>
                <a:gd name="T12" fmla="*/ 377 w 813"/>
                <a:gd name="T13" fmla="*/ 720 h 846"/>
                <a:gd name="T14" fmla="*/ 391 w 813"/>
                <a:gd name="T15" fmla="*/ 671 h 846"/>
                <a:gd name="T16" fmla="*/ 349 w 813"/>
                <a:gd name="T17" fmla="*/ 667 h 846"/>
                <a:gd name="T18" fmla="*/ 384 w 813"/>
                <a:gd name="T19" fmla="*/ 692 h 846"/>
                <a:gd name="T20" fmla="*/ 366 w 813"/>
                <a:gd name="T21" fmla="*/ 715 h 846"/>
                <a:gd name="T22" fmla="*/ 353 w 813"/>
                <a:gd name="T23" fmla="*/ 704 h 846"/>
                <a:gd name="T24" fmla="*/ 377 w 813"/>
                <a:gd name="T25" fmla="*/ 720 h 846"/>
                <a:gd name="T26" fmla="*/ 417 w 813"/>
                <a:gd name="T27" fmla="*/ 716 h 846"/>
                <a:gd name="T28" fmla="*/ 419 w 813"/>
                <a:gd name="T29" fmla="*/ 656 h 846"/>
                <a:gd name="T30" fmla="*/ 417 w 813"/>
                <a:gd name="T31" fmla="*/ 716 h 846"/>
                <a:gd name="T32" fmla="*/ 481 w 813"/>
                <a:gd name="T33" fmla="*/ 714 h 846"/>
                <a:gd name="T34" fmla="*/ 514 w 813"/>
                <a:gd name="T35" fmla="*/ 668 h 846"/>
                <a:gd name="T36" fmla="*/ 475 w 813"/>
                <a:gd name="T37" fmla="*/ 672 h 846"/>
                <a:gd name="T38" fmla="*/ 490 w 813"/>
                <a:gd name="T39" fmla="*/ 659 h 846"/>
                <a:gd name="T40" fmla="*/ 506 w 813"/>
                <a:gd name="T41" fmla="*/ 668 h 846"/>
                <a:gd name="T42" fmla="*/ 470 w 813"/>
                <a:gd name="T43" fmla="*/ 720 h 846"/>
                <a:gd name="T44" fmla="*/ 514 w 813"/>
                <a:gd name="T45" fmla="*/ 715 h 846"/>
                <a:gd name="T46" fmla="*/ 481 w 813"/>
                <a:gd name="T47" fmla="*/ 714 h 846"/>
                <a:gd name="T48" fmla="*/ 415 w 813"/>
                <a:gd name="T49" fmla="*/ 465 h 846"/>
                <a:gd name="T50" fmla="*/ 628 w 813"/>
                <a:gd name="T51" fmla="*/ 461 h 846"/>
                <a:gd name="T52" fmla="*/ 478 w 813"/>
                <a:gd name="T53" fmla="*/ 353 h 846"/>
                <a:gd name="T54" fmla="*/ 545 w 813"/>
                <a:gd name="T55" fmla="*/ 362 h 846"/>
                <a:gd name="T56" fmla="*/ 441 w 813"/>
                <a:gd name="T57" fmla="*/ 229 h 846"/>
                <a:gd name="T58" fmla="*/ 483 w 813"/>
                <a:gd name="T59" fmla="*/ 237 h 846"/>
                <a:gd name="T60" fmla="*/ 441 w 813"/>
                <a:gd name="T61" fmla="*/ 162 h 846"/>
                <a:gd name="T62" fmla="*/ 408 w 813"/>
                <a:gd name="T63" fmla="*/ 80 h 846"/>
                <a:gd name="T64" fmla="*/ 346 w 813"/>
                <a:gd name="T65" fmla="*/ 220 h 846"/>
                <a:gd name="T66" fmla="*/ 340 w 813"/>
                <a:gd name="T67" fmla="*/ 237 h 846"/>
                <a:gd name="T68" fmla="*/ 381 w 813"/>
                <a:gd name="T69" fmla="*/ 229 h 846"/>
                <a:gd name="T70" fmla="*/ 275 w 813"/>
                <a:gd name="T71" fmla="*/ 360 h 846"/>
                <a:gd name="T72" fmla="*/ 344 w 813"/>
                <a:gd name="T73" fmla="*/ 353 h 846"/>
                <a:gd name="T74" fmla="*/ 344 w 813"/>
                <a:gd name="T75" fmla="*/ 355 h 846"/>
                <a:gd name="T76" fmla="*/ 342 w 813"/>
                <a:gd name="T77" fmla="*/ 357 h 846"/>
                <a:gd name="T78" fmla="*/ 211 w 813"/>
                <a:gd name="T79" fmla="*/ 446 h 846"/>
                <a:gd name="T80" fmla="*/ 192 w 813"/>
                <a:gd name="T81" fmla="*/ 461 h 846"/>
                <a:gd name="T82" fmla="*/ 415 w 813"/>
                <a:gd name="T83" fmla="*/ 465 h 846"/>
                <a:gd name="T84" fmla="*/ 450 w 813"/>
                <a:gd name="T85" fmla="*/ 532 h 846"/>
                <a:gd name="T86" fmla="*/ 677 w 813"/>
                <a:gd name="T87" fmla="*/ 532 h 846"/>
                <a:gd name="T88" fmla="*/ 649 w 813"/>
                <a:gd name="T89" fmla="*/ 492 h 846"/>
                <a:gd name="T90" fmla="*/ 413 w 813"/>
                <a:gd name="T91" fmla="*/ 482 h 846"/>
                <a:gd name="T92" fmla="*/ 217 w 813"/>
                <a:gd name="T93" fmla="*/ 489 h 846"/>
                <a:gd name="T94" fmla="*/ 172 w 813"/>
                <a:gd name="T95" fmla="*/ 495 h 846"/>
                <a:gd name="T96" fmla="*/ 145 w 813"/>
                <a:gd name="T97" fmla="*/ 532 h 846"/>
                <a:gd name="T98" fmla="*/ 377 w 813"/>
                <a:gd name="T99" fmla="*/ 532 h 846"/>
                <a:gd name="T100" fmla="*/ 375 w 813"/>
                <a:gd name="T101" fmla="*/ 551 h 846"/>
                <a:gd name="T102" fmla="*/ 450 w 813"/>
                <a:gd name="T103" fmla="*/ 551 h 846"/>
                <a:gd name="T104" fmla="*/ 450 w 813"/>
                <a:gd name="T105" fmla="*/ 532 h 846"/>
                <a:gd name="T106" fmla="*/ 794 w 813"/>
                <a:gd name="T107" fmla="*/ 0 h 846"/>
                <a:gd name="T108" fmla="*/ 749 w 813"/>
                <a:gd name="T109" fmla="*/ 575 h 846"/>
                <a:gd name="T110" fmla="*/ 408 w 813"/>
                <a:gd name="T111" fmla="*/ 846 h 846"/>
                <a:gd name="T112" fmla="*/ 66 w 813"/>
                <a:gd name="T113" fmla="*/ 579 h 846"/>
                <a:gd name="T114" fmla="*/ 18 w 813"/>
                <a:gd name="T115" fmla="*/ 5 h 846"/>
                <a:gd name="T116" fmla="*/ 22 w 813"/>
                <a:gd name="T117" fmla="*/ 0 h 846"/>
                <a:gd name="T118" fmla="*/ 794 w 813"/>
                <a:gd name="T119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13" h="846">
                  <a:moveTo>
                    <a:pt x="316" y="720"/>
                  </a:moveTo>
                  <a:cubicBezTo>
                    <a:pt x="318" y="703"/>
                    <a:pt x="324" y="665"/>
                    <a:pt x="313" y="652"/>
                  </a:cubicBezTo>
                  <a:cubicBezTo>
                    <a:pt x="310" y="663"/>
                    <a:pt x="297" y="662"/>
                    <a:pt x="294" y="673"/>
                  </a:cubicBezTo>
                  <a:cubicBezTo>
                    <a:pt x="299" y="681"/>
                    <a:pt x="307" y="666"/>
                    <a:pt x="309" y="671"/>
                  </a:cubicBezTo>
                  <a:cubicBezTo>
                    <a:pt x="311" y="686"/>
                    <a:pt x="305" y="711"/>
                    <a:pt x="313" y="720"/>
                  </a:cubicBezTo>
                  <a:cubicBezTo>
                    <a:pt x="314" y="720"/>
                    <a:pt x="315" y="720"/>
                    <a:pt x="316" y="720"/>
                  </a:cubicBezTo>
                  <a:close/>
                  <a:moveTo>
                    <a:pt x="377" y="720"/>
                  </a:moveTo>
                  <a:cubicBezTo>
                    <a:pt x="392" y="716"/>
                    <a:pt x="395" y="684"/>
                    <a:pt x="391" y="671"/>
                  </a:cubicBezTo>
                  <a:cubicBezTo>
                    <a:pt x="385" y="644"/>
                    <a:pt x="353" y="653"/>
                    <a:pt x="349" y="667"/>
                  </a:cubicBezTo>
                  <a:cubicBezTo>
                    <a:pt x="340" y="705"/>
                    <a:pt x="376" y="699"/>
                    <a:pt x="384" y="692"/>
                  </a:cubicBezTo>
                  <a:cubicBezTo>
                    <a:pt x="382" y="704"/>
                    <a:pt x="380" y="715"/>
                    <a:pt x="366" y="715"/>
                  </a:cubicBezTo>
                  <a:cubicBezTo>
                    <a:pt x="358" y="716"/>
                    <a:pt x="362" y="704"/>
                    <a:pt x="353" y="704"/>
                  </a:cubicBezTo>
                  <a:cubicBezTo>
                    <a:pt x="349" y="720"/>
                    <a:pt x="364" y="724"/>
                    <a:pt x="377" y="720"/>
                  </a:cubicBezTo>
                  <a:close/>
                  <a:moveTo>
                    <a:pt x="417" y="716"/>
                  </a:moveTo>
                  <a:cubicBezTo>
                    <a:pt x="454" y="753"/>
                    <a:pt x="475" y="629"/>
                    <a:pt x="419" y="656"/>
                  </a:cubicBezTo>
                  <a:cubicBezTo>
                    <a:pt x="409" y="668"/>
                    <a:pt x="404" y="705"/>
                    <a:pt x="417" y="716"/>
                  </a:cubicBezTo>
                  <a:close/>
                  <a:moveTo>
                    <a:pt x="481" y="714"/>
                  </a:moveTo>
                  <a:cubicBezTo>
                    <a:pt x="489" y="696"/>
                    <a:pt x="517" y="692"/>
                    <a:pt x="514" y="668"/>
                  </a:cubicBezTo>
                  <a:cubicBezTo>
                    <a:pt x="511" y="646"/>
                    <a:pt x="469" y="648"/>
                    <a:pt x="475" y="672"/>
                  </a:cubicBezTo>
                  <a:cubicBezTo>
                    <a:pt x="485" y="671"/>
                    <a:pt x="481" y="661"/>
                    <a:pt x="490" y="659"/>
                  </a:cubicBezTo>
                  <a:cubicBezTo>
                    <a:pt x="497" y="658"/>
                    <a:pt x="503" y="661"/>
                    <a:pt x="506" y="668"/>
                  </a:cubicBezTo>
                  <a:cubicBezTo>
                    <a:pt x="511" y="690"/>
                    <a:pt x="468" y="699"/>
                    <a:pt x="470" y="720"/>
                  </a:cubicBezTo>
                  <a:cubicBezTo>
                    <a:pt x="484" y="718"/>
                    <a:pt x="509" y="727"/>
                    <a:pt x="514" y="715"/>
                  </a:cubicBezTo>
                  <a:cubicBezTo>
                    <a:pt x="506" y="711"/>
                    <a:pt x="491" y="714"/>
                    <a:pt x="481" y="714"/>
                  </a:cubicBezTo>
                  <a:close/>
                  <a:moveTo>
                    <a:pt x="415" y="465"/>
                  </a:moveTo>
                  <a:cubicBezTo>
                    <a:pt x="469" y="406"/>
                    <a:pt x="550" y="477"/>
                    <a:pt x="628" y="461"/>
                  </a:cubicBezTo>
                  <a:cubicBezTo>
                    <a:pt x="577" y="425"/>
                    <a:pt x="517" y="400"/>
                    <a:pt x="478" y="353"/>
                  </a:cubicBezTo>
                  <a:cubicBezTo>
                    <a:pt x="496" y="360"/>
                    <a:pt x="518" y="363"/>
                    <a:pt x="545" y="362"/>
                  </a:cubicBezTo>
                  <a:cubicBezTo>
                    <a:pt x="511" y="318"/>
                    <a:pt x="456" y="287"/>
                    <a:pt x="441" y="229"/>
                  </a:cubicBezTo>
                  <a:cubicBezTo>
                    <a:pt x="454" y="233"/>
                    <a:pt x="465" y="237"/>
                    <a:pt x="483" y="237"/>
                  </a:cubicBezTo>
                  <a:cubicBezTo>
                    <a:pt x="468" y="213"/>
                    <a:pt x="453" y="189"/>
                    <a:pt x="441" y="162"/>
                  </a:cubicBezTo>
                  <a:cubicBezTo>
                    <a:pt x="429" y="137"/>
                    <a:pt x="420" y="108"/>
                    <a:pt x="408" y="80"/>
                  </a:cubicBezTo>
                  <a:cubicBezTo>
                    <a:pt x="397" y="134"/>
                    <a:pt x="370" y="184"/>
                    <a:pt x="346" y="220"/>
                  </a:cubicBezTo>
                  <a:cubicBezTo>
                    <a:pt x="343" y="225"/>
                    <a:pt x="337" y="231"/>
                    <a:pt x="340" y="237"/>
                  </a:cubicBezTo>
                  <a:cubicBezTo>
                    <a:pt x="357" y="237"/>
                    <a:pt x="368" y="233"/>
                    <a:pt x="381" y="229"/>
                  </a:cubicBezTo>
                  <a:cubicBezTo>
                    <a:pt x="359" y="287"/>
                    <a:pt x="313" y="319"/>
                    <a:pt x="275" y="360"/>
                  </a:cubicBezTo>
                  <a:cubicBezTo>
                    <a:pt x="302" y="361"/>
                    <a:pt x="325" y="360"/>
                    <a:pt x="344" y="353"/>
                  </a:cubicBezTo>
                  <a:cubicBezTo>
                    <a:pt x="344" y="355"/>
                    <a:pt x="344" y="355"/>
                    <a:pt x="344" y="355"/>
                  </a:cubicBezTo>
                  <a:cubicBezTo>
                    <a:pt x="343" y="355"/>
                    <a:pt x="342" y="355"/>
                    <a:pt x="342" y="357"/>
                  </a:cubicBezTo>
                  <a:cubicBezTo>
                    <a:pt x="304" y="391"/>
                    <a:pt x="258" y="423"/>
                    <a:pt x="211" y="446"/>
                  </a:cubicBezTo>
                  <a:cubicBezTo>
                    <a:pt x="204" y="449"/>
                    <a:pt x="195" y="453"/>
                    <a:pt x="192" y="461"/>
                  </a:cubicBezTo>
                  <a:cubicBezTo>
                    <a:pt x="266" y="473"/>
                    <a:pt x="357" y="410"/>
                    <a:pt x="415" y="465"/>
                  </a:cubicBezTo>
                  <a:close/>
                  <a:moveTo>
                    <a:pt x="450" y="532"/>
                  </a:moveTo>
                  <a:cubicBezTo>
                    <a:pt x="525" y="532"/>
                    <a:pt x="601" y="532"/>
                    <a:pt x="677" y="532"/>
                  </a:cubicBezTo>
                  <a:cubicBezTo>
                    <a:pt x="670" y="517"/>
                    <a:pt x="659" y="505"/>
                    <a:pt x="649" y="492"/>
                  </a:cubicBezTo>
                  <a:cubicBezTo>
                    <a:pt x="572" y="496"/>
                    <a:pt x="480" y="424"/>
                    <a:pt x="413" y="482"/>
                  </a:cubicBezTo>
                  <a:cubicBezTo>
                    <a:pt x="357" y="433"/>
                    <a:pt x="277" y="479"/>
                    <a:pt x="217" y="489"/>
                  </a:cubicBezTo>
                  <a:cubicBezTo>
                    <a:pt x="201" y="492"/>
                    <a:pt x="183" y="490"/>
                    <a:pt x="172" y="495"/>
                  </a:cubicBezTo>
                  <a:cubicBezTo>
                    <a:pt x="159" y="500"/>
                    <a:pt x="151" y="523"/>
                    <a:pt x="145" y="532"/>
                  </a:cubicBezTo>
                  <a:cubicBezTo>
                    <a:pt x="222" y="532"/>
                    <a:pt x="299" y="532"/>
                    <a:pt x="377" y="532"/>
                  </a:cubicBezTo>
                  <a:cubicBezTo>
                    <a:pt x="377" y="539"/>
                    <a:pt x="374" y="542"/>
                    <a:pt x="375" y="551"/>
                  </a:cubicBezTo>
                  <a:cubicBezTo>
                    <a:pt x="401" y="551"/>
                    <a:pt x="425" y="551"/>
                    <a:pt x="450" y="551"/>
                  </a:cubicBezTo>
                  <a:cubicBezTo>
                    <a:pt x="451" y="544"/>
                    <a:pt x="445" y="537"/>
                    <a:pt x="450" y="532"/>
                  </a:cubicBezTo>
                  <a:close/>
                  <a:moveTo>
                    <a:pt x="794" y="0"/>
                  </a:moveTo>
                  <a:cubicBezTo>
                    <a:pt x="794" y="208"/>
                    <a:pt x="813" y="432"/>
                    <a:pt x="749" y="575"/>
                  </a:cubicBezTo>
                  <a:cubicBezTo>
                    <a:pt x="686" y="721"/>
                    <a:pt x="550" y="780"/>
                    <a:pt x="408" y="846"/>
                  </a:cubicBezTo>
                  <a:cubicBezTo>
                    <a:pt x="265" y="782"/>
                    <a:pt x="132" y="721"/>
                    <a:pt x="66" y="579"/>
                  </a:cubicBezTo>
                  <a:cubicBezTo>
                    <a:pt x="0" y="437"/>
                    <a:pt x="23" y="215"/>
                    <a:pt x="18" y="5"/>
                  </a:cubicBezTo>
                  <a:cubicBezTo>
                    <a:pt x="18" y="1"/>
                    <a:pt x="19" y="0"/>
                    <a:pt x="22" y="0"/>
                  </a:cubicBezTo>
                  <a:cubicBezTo>
                    <a:pt x="280" y="0"/>
                    <a:pt x="538" y="0"/>
                    <a:pt x="79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0" name="Freeform 25">
              <a:extLst>
                <a:ext uri="{FF2B5EF4-FFF2-40B4-BE49-F238E27FC236}">
                  <a16:creationId xmlns:a16="http://schemas.microsoft.com/office/drawing/2014/main" id="{1113EAA8-B1BC-54F6-3B24-E7F027ADC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3010" y="5166360"/>
              <a:ext cx="269875" cy="298450"/>
            </a:xfrm>
            <a:custGeom>
              <a:avLst/>
              <a:gdLst>
                <a:gd name="T0" fmla="*/ 74 w 104"/>
                <a:gd name="T1" fmla="*/ 15 h 115"/>
                <a:gd name="T2" fmla="*/ 96 w 104"/>
                <a:gd name="T3" fmla="*/ 115 h 115"/>
                <a:gd name="T4" fmla="*/ 17 w 104"/>
                <a:gd name="T5" fmla="*/ 64 h 115"/>
                <a:gd name="T6" fmla="*/ 0 w 104"/>
                <a:gd name="T7" fmla="*/ 67 h 115"/>
                <a:gd name="T8" fmla="*/ 25 w 104"/>
                <a:gd name="T9" fmla="*/ 50 h 115"/>
                <a:gd name="T10" fmla="*/ 84 w 104"/>
                <a:gd name="T11" fmla="*/ 88 h 115"/>
                <a:gd name="T12" fmla="*/ 66 w 104"/>
                <a:gd name="T13" fmla="*/ 21 h 115"/>
                <a:gd name="T14" fmla="*/ 50 w 104"/>
                <a:gd name="T15" fmla="*/ 28 h 115"/>
                <a:gd name="T16" fmla="*/ 75 w 104"/>
                <a:gd name="T17" fmla="*/ 0 h 115"/>
                <a:gd name="T18" fmla="*/ 74 w 104"/>
                <a:gd name="T19" fmla="*/ 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5">
                  <a:moveTo>
                    <a:pt x="74" y="15"/>
                  </a:moveTo>
                  <a:cubicBezTo>
                    <a:pt x="73" y="47"/>
                    <a:pt x="104" y="86"/>
                    <a:pt x="96" y="115"/>
                  </a:cubicBezTo>
                  <a:cubicBezTo>
                    <a:pt x="71" y="99"/>
                    <a:pt x="43" y="82"/>
                    <a:pt x="17" y="64"/>
                  </a:cubicBezTo>
                  <a:cubicBezTo>
                    <a:pt x="8" y="63"/>
                    <a:pt x="5" y="71"/>
                    <a:pt x="0" y="67"/>
                  </a:cubicBezTo>
                  <a:cubicBezTo>
                    <a:pt x="6" y="54"/>
                    <a:pt x="46" y="26"/>
                    <a:pt x="25" y="50"/>
                  </a:cubicBezTo>
                  <a:cubicBezTo>
                    <a:pt x="43" y="66"/>
                    <a:pt x="64" y="77"/>
                    <a:pt x="84" y="88"/>
                  </a:cubicBezTo>
                  <a:cubicBezTo>
                    <a:pt x="84" y="67"/>
                    <a:pt x="73" y="42"/>
                    <a:pt x="66" y="21"/>
                  </a:cubicBezTo>
                  <a:cubicBezTo>
                    <a:pt x="60" y="23"/>
                    <a:pt x="56" y="26"/>
                    <a:pt x="50" y="28"/>
                  </a:cubicBezTo>
                  <a:cubicBezTo>
                    <a:pt x="50" y="16"/>
                    <a:pt x="69" y="10"/>
                    <a:pt x="75" y="0"/>
                  </a:cubicBezTo>
                  <a:cubicBezTo>
                    <a:pt x="83" y="6"/>
                    <a:pt x="74" y="7"/>
                    <a:pt x="7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1" name="Freeform 26">
              <a:extLst>
                <a:ext uri="{FF2B5EF4-FFF2-40B4-BE49-F238E27FC236}">
                  <a16:creationId xmlns:a16="http://schemas.microsoft.com/office/drawing/2014/main" id="{CB2FACE7-4F4E-D7A0-4B14-BFB212822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010" y="5358448"/>
              <a:ext cx="204787" cy="273050"/>
            </a:xfrm>
            <a:custGeom>
              <a:avLst/>
              <a:gdLst>
                <a:gd name="T0" fmla="*/ 62 w 79"/>
                <a:gd name="T1" fmla="*/ 84 h 105"/>
                <a:gd name="T2" fmla="*/ 79 w 79"/>
                <a:gd name="T3" fmla="*/ 87 h 105"/>
                <a:gd name="T4" fmla="*/ 40 w 79"/>
                <a:gd name="T5" fmla="*/ 105 h 105"/>
                <a:gd name="T6" fmla="*/ 50 w 79"/>
                <a:gd name="T7" fmla="*/ 93 h 105"/>
                <a:gd name="T8" fmla="*/ 16 w 79"/>
                <a:gd name="T9" fmla="*/ 19 h 105"/>
                <a:gd name="T10" fmla="*/ 0 w 79"/>
                <a:gd name="T11" fmla="*/ 19 h 105"/>
                <a:gd name="T12" fmla="*/ 40 w 79"/>
                <a:gd name="T13" fmla="*/ 0 h 105"/>
                <a:gd name="T14" fmla="*/ 29 w 79"/>
                <a:gd name="T15" fmla="*/ 12 h 105"/>
                <a:gd name="T16" fmla="*/ 62 w 79"/>
                <a:gd name="T17" fmla="*/ 8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105">
                  <a:moveTo>
                    <a:pt x="62" y="84"/>
                  </a:moveTo>
                  <a:cubicBezTo>
                    <a:pt x="68" y="89"/>
                    <a:pt x="76" y="81"/>
                    <a:pt x="79" y="87"/>
                  </a:cubicBezTo>
                  <a:cubicBezTo>
                    <a:pt x="71" y="95"/>
                    <a:pt x="52" y="104"/>
                    <a:pt x="40" y="105"/>
                  </a:cubicBezTo>
                  <a:cubicBezTo>
                    <a:pt x="40" y="98"/>
                    <a:pt x="50" y="100"/>
                    <a:pt x="50" y="93"/>
                  </a:cubicBezTo>
                  <a:cubicBezTo>
                    <a:pt x="40" y="68"/>
                    <a:pt x="28" y="43"/>
                    <a:pt x="16" y="19"/>
                  </a:cubicBezTo>
                  <a:cubicBezTo>
                    <a:pt x="10" y="17"/>
                    <a:pt x="3" y="25"/>
                    <a:pt x="0" y="19"/>
                  </a:cubicBezTo>
                  <a:cubicBezTo>
                    <a:pt x="10" y="11"/>
                    <a:pt x="28" y="0"/>
                    <a:pt x="40" y="0"/>
                  </a:cubicBezTo>
                  <a:cubicBezTo>
                    <a:pt x="38" y="6"/>
                    <a:pt x="32" y="7"/>
                    <a:pt x="29" y="12"/>
                  </a:cubicBezTo>
                  <a:cubicBezTo>
                    <a:pt x="40" y="36"/>
                    <a:pt x="52" y="60"/>
                    <a:pt x="6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2" name="Freeform 27">
              <a:extLst>
                <a:ext uri="{FF2B5EF4-FFF2-40B4-BE49-F238E27FC236}">
                  <a16:creationId xmlns:a16="http://schemas.microsoft.com/office/drawing/2014/main" id="{8847B595-3F71-C621-588D-223F76363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148" y="5423535"/>
              <a:ext cx="314325" cy="342900"/>
            </a:xfrm>
            <a:custGeom>
              <a:avLst/>
              <a:gdLst>
                <a:gd name="T0" fmla="*/ 121 w 121"/>
                <a:gd name="T1" fmla="*/ 98 h 132"/>
                <a:gd name="T2" fmla="*/ 78 w 121"/>
                <a:gd name="T3" fmla="*/ 79 h 132"/>
                <a:gd name="T4" fmla="*/ 33 w 121"/>
                <a:gd name="T5" fmla="*/ 54 h 132"/>
                <a:gd name="T6" fmla="*/ 59 w 121"/>
                <a:gd name="T7" fmla="*/ 115 h 132"/>
                <a:gd name="T8" fmla="*/ 78 w 121"/>
                <a:gd name="T9" fmla="*/ 116 h 132"/>
                <a:gd name="T10" fmla="*/ 39 w 121"/>
                <a:gd name="T11" fmla="*/ 132 h 132"/>
                <a:gd name="T12" fmla="*/ 48 w 121"/>
                <a:gd name="T13" fmla="*/ 118 h 132"/>
                <a:gd name="T14" fmla="*/ 17 w 121"/>
                <a:gd name="T15" fmla="*/ 46 h 132"/>
                <a:gd name="T16" fmla="*/ 1 w 121"/>
                <a:gd name="T17" fmla="*/ 46 h 132"/>
                <a:gd name="T18" fmla="*/ 25 w 121"/>
                <a:gd name="T19" fmla="*/ 32 h 132"/>
                <a:gd name="T20" fmla="*/ 102 w 121"/>
                <a:gd name="T21" fmla="*/ 77 h 132"/>
                <a:gd name="T22" fmla="*/ 78 w 121"/>
                <a:gd name="T23" fmla="*/ 20 h 132"/>
                <a:gd name="T24" fmla="*/ 60 w 121"/>
                <a:gd name="T25" fmla="*/ 20 h 132"/>
                <a:gd name="T26" fmla="*/ 95 w 121"/>
                <a:gd name="T27" fmla="*/ 0 h 132"/>
                <a:gd name="T28" fmla="*/ 88 w 121"/>
                <a:gd name="T29" fmla="*/ 16 h 132"/>
                <a:gd name="T30" fmla="*/ 121 w 121"/>
                <a:gd name="T31" fmla="*/ 9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1" h="132">
                  <a:moveTo>
                    <a:pt x="121" y="98"/>
                  </a:moveTo>
                  <a:cubicBezTo>
                    <a:pt x="105" y="103"/>
                    <a:pt x="92" y="87"/>
                    <a:pt x="78" y="79"/>
                  </a:cubicBezTo>
                  <a:cubicBezTo>
                    <a:pt x="62" y="70"/>
                    <a:pt x="47" y="62"/>
                    <a:pt x="33" y="54"/>
                  </a:cubicBezTo>
                  <a:cubicBezTo>
                    <a:pt x="39" y="77"/>
                    <a:pt x="48" y="96"/>
                    <a:pt x="59" y="115"/>
                  </a:cubicBezTo>
                  <a:cubicBezTo>
                    <a:pt x="65" y="116"/>
                    <a:pt x="73" y="113"/>
                    <a:pt x="78" y="116"/>
                  </a:cubicBezTo>
                  <a:cubicBezTo>
                    <a:pt x="67" y="124"/>
                    <a:pt x="50" y="132"/>
                    <a:pt x="39" y="132"/>
                  </a:cubicBezTo>
                  <a:cubicBezTo>
                    <a:pt x="39" y="126"/>
                    <a:pt x="48" y="126"/>
                    <a:pt x="48" y="118"/>
                  </a:cubicBezTo>
                  <a:cubicBezTo>
                    <a:pt x="51" y="98"/>
                    <a:pt x="23" y="63"/>
                    <a:pt x="17" y="46"/>
                  </a:cubicBezTo>
                  <a:cubicBezTo>
                    <a:pt x="11" y="44"/>
                    <a:pt x="5" y="51"/>
                    <a:pt x="1" y="46"/>
                  </a:cubicBezTo>
                  <a:cubicBezTo>
                    <a:pt x="0" y="39"/>
                    <a:pt x="18" y="37"/>
                    <a:pt x="25" y="32"/>
                  </a:cubicBezTo>
                  <a:cubicBezTo>
                    <a:pt x="51" y="45"/>
                    <a:pt x="75" y="63"/>
                    <a:pt x="102" y="77"/>
                  </a:cubicBezTo>
                  <a:cubicBezTo>
                    <a:pt x="97" y="55"/>
                    <a:pt x="87" y="37"/>
                    <a:pt x="78" y="20"/>
                  </a:cubicBezTo>
                  <a:cubicBezTo>
                    <a:pt x="70" y="17"/>
                    <a:pt x="65" y="24"/>
                    <a:pt x="60" y="20"/>
                  </a:cubicBezTo>
                  <a:cubicBezTo>
                    <a:pt x="67" y="8"/>
                    <a:pt x="86" y="8"/>
                    <a:pt x="95" y="0"/>
                  </a:cubicBezTo>
                  <a:cubicBezTo>
                    <a:pt x="104" y="7"/>
                    <a:pt x="88" y="7"/>
                    <a:pt x="88" y="16"/>
                  </a:cubicBezTo>
                  <a:cubicBezTo>
                    <a:pt x="97" y="46"/>
                    <a:pt x="110" y="72"/>
                    <a:pt x="121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3" name="Freeform 28">
              <a:extLst>
                <a:ext uri="{FF2B5EF4-FFF2-40B4-BE49-F238E27FC236}">
                  <a16:creationId xmlns:a16="http://schemas.microsoft.com/office/drawing/2014/main" id="{D6CC2DCF-188B-BCF2-0A9D-2DDD3BC63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198" y="2524760"/>
              <a:ext cx="238125" cy="295275"/>
            </a:xfrm>
            <a:custGeom>
              <a:avLst/>
              <a:gdLst>
                <a:gd name="T0" fmla="*/ 74 w 92"/>
                <a:gd name="T1" fmla="*/ 19 h 114"/>
                <a:gd name="T2" fmla="*/ 71 w 92"/>
                <a:gd name="T3" fmla="*/ 114 h 114"/>
                <a:gd name="T4" fmla="*/ 65 w 92"/>
                <a:gd name="T5" fmla="*/ 100 h 114"/>
                <a:gd name="T6" fmla="*/ 3 w 92"/>
                <a:gd name="T7" fmla="*/ 79 h 114"/>
                <a:gd name="T8" fmla="*/ 69 w 92"/>
                <a:gd name="T9" fmla="*/ 83 h 114"/>
                <a:gd name="T10" fmla="*/ 51 w 92"/>
                <a:gd name="T11" fmla="*/ 66 h 114"/>
                <a:gd name="T12" fmla="*/ 2 w 92"/>
                <a:gd name="T13" fmla="*/ 52 h 114"/>
                <a:gd name="T14" fmla="*/ 69 w 92"/>
                <a:gd name="T15" fmla="*/ 54 h 114"/>
                <a:gd name="T16" fmla="*/ 2 w 92"/>
                <a:gd name="T17" fmla="*/ 24 h 114"/>
                <a:gd name="T18" fmla="*/ 62 w 92"/>
                <a:gd name="T19" fmla="*/ 23 h 114"/>
                <a:gd name="T20" fmla="*/ 74 w 92"/>
                <a:gd name="T21" fmla="*/ 1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4">
                  <a:moveTo>
                    <a:pt x="74" y="19"/>
                  </a:moveTo>
                  <a:cubicBezTo>
                    <a:pt x="88" y="36"/>
                    <a:pt x="92" y="103"/>
                    <a:pt x="71" y="114"/>
                  </a:cubicBezTo>
                  <a:cubicBezTo>
                    <a:pt x="63" y="114"/>
                    <a:pt x="64" y="107"/>
                    <a:pt x="65" y="100"/>
                  </a:cubicBezTo>
                  <a:cubicBezTo>
                    <a:pt x="51" y="86"/>
                    <a:pt x="14" y="99"/>
                    <a:pt x="3" y="79"/>
                  </a:cubicBezTo>
                  <a:cubicBezTo>
                    <a:pt x="24" y="65"/>
                    <a:pt x="49" y="83"/>
                    <a:pt x="69" y="83"/>
                  </a:cubicBezTo>
                  <a:cubicBezTo>
                    <a:pt x="73" y="69"/>
                    <a:pt x="58" y="69"/>
                    <a:pt x="51" y="66"/>
                  </a:cubicBezTo>
                  <a:cubicBezTo>
                    <a:pt x="36" y="61"/>
                    <a:pt x="14" y="62"/>
                    <a:pt x="2" y="52"/>
                  </a:cubicBezTo>
                  <a:cubicBezTo>
                    <a:pt x="14" y="31"/>
                    <a:pt x="49" y="52"/>
                    <a:pt x="69" y="54"/>
                  </a:cubicBezTo>
                  <a:cubicBezTo>
                    <a:pt x="65" y="24"/>
                    <a:pt x="22" y="36"/>
                    <a:pt x="2" y="24"/>
                  </a:cubicBezTo>
                  <a:cubicBezTo>
                    <a:pt x="0" y="0"/>
                    <a:pt x="48" y="18"/>
                    <a:pt x="62" y="23"/>
                  </a:cubicBezTo>
                  <a:cubicBezTo>
                    <a:pt x="68" y="24"/>
                    <a:pt x="70" y="13"/>
                    <a:pt x="74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4" name="Freeform 29">
              <a:extLst>
                <a:ext uri="{FF2B5EF4-FFF2-40B4-BE49-F238E27FC236}">
                  <a16:creationId xmlns:a16="http://schemas.microsoft.com/office/drawing/2014/main" id="{EB752082-84C0-E697-7DD8-C16F744194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0185" y="2210435"/>
              <a:ext cx="796925" cy="906463"/>
            </a:xfrm>
            <a:custGeom>
              <a:avLst/>
              <a:gdLst>
                <a:gd name="T0" fmla="*/ 220 w 307"/>
                <a:gd name="T1" fmla="*/ 268 h 349"/>
                <a:gd name="T2" fmla="*/ 111 w 307"/>
                <a:gd name="T3" fmla="*/ 268 h 349"/>
                <a:gd name="T4" fmla="*/ 220 w 307"/>
                <a:gd name="T5" fmla="*/ 268 h 349"/>
                <a:gd name="T6" fmla="*/ 173 w 307"/>
                <a:gd name="T7" fmla="*/ 123 h 349"/>
                <a:gd name="T8" fmla="*/ 194 w 307"/>
                <a:gd name="T9" fmla="*/ 123 h 349"/>
                <a:gd name="T10" fmla="*/ 162 w 307"/>
                <a:gd name="T11" fmla="*/ 45 h 349"/>
                <a:gd name="T12" fmla="*/ 137 w 307"/>
                <a:gd name="T13" fmla="*/ 123 h 349"/>
                <a:gd name="T14" fmla="*/ 156 w 307"/>
                <a:gd name="T15" fmla="*/ 123 h 349"/>
                <a:gd name="T16" fmla="*/ 168 w 307"/>
                <a:gd name="T17" fmla="*/ 105 h 349"/>
                <a:gd name="T18" fmla="*/ 173 w 307"/>
                <a:gd name="T19" fmla="*/ 123 h 349"/>
                <a:gd name="T20" fmla="*/ 253 w 307"/>
                <a:gd name="T21" fmla="*/ 300 h 349"/>
                <a:gd name="T22" fmla="*/ 286 w 307"/>
                <a:gd name="T23" fmla="*/ 257 h 349"/>
                <a:gd name="T24" fmla="*/ 45 w 307"/>
                <a:gd name="T25" fmla="*/ 259 h 349"/>
                <a:gd name="T26" fmla="*/ 79 w 307"/>
                <a:gd name="T27" fmla="*/ 300 h 349"/>
                <a:gd name="T28" fmla="*/ 109 w 307"/>
                <a:gd name="T29" fmla="*/ 294 h 349"/>
                <a:gd name="T30" fmla="*/ 83 w 307"/>
                <a:gd name="T31" fmla="*/ 264 h 349"/>
                <a:gd name="T32" fmla="*/ 178 w 307"/>
                <a:gd name="T33" fmla="*/ 244 h 349"/>
                <a:gd name="T34" fmla="*/ 248 w 307"/>
                <a:gd name="T35" fmla="*/ 266 h 349"/>
                <a:gd name="T36" fmla="*/ 222 w 307"/>
                <a:gd name="T37" fmla="*/ 291 h 349"/>
                <a:gd name="T38" fmla="*/ 253 w 307"/>
                <a:gd name="T39" fmla="*/ 300 h 349"/>
                <a:gd name="T40" fmla="*/ 274 w 307"/>
                <a:gd name="T41" fmla="*/ 75 h 349"/>
                <a:gd name="T42" fmla="*/ 302 w 307"/>
                <a:gd name="T43" fmla="*/ 133 h 349"/>
                <a:gd name="T44" fmla="*/ 264 w 307"/>
                <a:gd name="T45" fmla="*/ 85 h 349"/>
                <a:gd name="T46" fmla="*/ 187 w 307"/>
                <a:gd name="T47" fmla="*/ 47 h 349"/>
                <a:gd name="T48" fmla="*/ 210 w 307"/>
                <a:gd name="T49" fmla="*/ 121 h 349"/>
                <a:gd name="T50" fmla="*/ 175 w 307"/>
                <a:gd name="T51" fmla="*/ 139 h 349"/>
                <a:gd name="T52" fmla="*/ 173 w 307"/>
                <a:gd name="T53" fmla="*/ 173 h 349"/>
                <a:gd name="T54" fmla="*/ 225 w 307"/>
                <a:gd name="T55" fmla="*/ 175 h 349"/>
                <a:gd name="T56" fmla="*/ 173 w 307"/>
                <a:gd name="T57" fmla="*/ 188 h 349"/>
                <a:gd name="T58" fmla="*/ 166 w 307"/>
                <a:gd name="T59" fmla="*/ 219 h 349"/>
                <a:gd name="T60" fmla="*/ 305 w 307"/>
                <a:gd name="T61" fmla="*/ 250 h 349"/>
                <a:gd name="T62" fmla="*/ 256 w 307"/>
                <a:gd name="T63" fmla="*/ 318 h 349"/>
                <a:gd name="T64" fmla="*/ 192 w 307"/>
                <a:gd name="T65" fmla="*/ 338 h 349"/>
                <a:gd name="T66" fmla="*/ 232 w 307"/>
                <a:gd name="T67" fmla="*/ 312 h 349"/>
                <a:gd name="T68" fmla="*/ 183 w 307"/>
                <a:gd name="T69" fmla="*/ 304 h 349"/>
                <a:gd name="T70" fmla="*/ 181 w 307"/>
                <a:gd name="T71" fmla="*/ 343 h 349"/>
                <a:gd name="T72" fmla="*/ 132 w 307"/>
                <a:gd name="T73" fmla="*/ 334 h 349"/>
                <a:gd name="T74" fmla="*/ 168 w 307"/>
                <a:gd name="T75" fmla="*/ 330 h 349"/>
                <a:gd name="T76" fmla="*/ 166 w 307"/>
                <a:gd name="T77" fmla="*/ 304 h 349"/>
                <a:gd name="T78" fmla="*/ 100 w 307"/>
                <a:gd name="T79" fmla="*/ 311 h 349"/>
                <a:gd name="T80" fmla="*/ 123 w 307"/>
                <a:gd name="T81" fmla="*/ 334 h 349"/>
                <a:gd name="T82" fmla="*/ 25 w 307"/>
                <a:gd name="T83" fmla="*/ 252 h 349"/>
                <a:gd name="T84" fmla="*/ 161 w 307"/>
                <a:gd name="T85" fmla="*/ 221 h 349"/>
                <a:gd name="T86" fmla="*/ 157 w 307"/>
                <a:gd name="T87" fmla="*/ 191 h 349"/>
                <a:gd name="T88" fmla="*/ 104 w 307"/>
                <a:gd name="T89" fmla="*/ 182 h 349"/>
                <a:gd name="T90" fmla="*/ 156 w 307"/>
                <a:gd name="T91" fmla="*/ 173 h 349"/>
                <a:gd name="T92" fmla="*/ 157 w 307"/>
                <a:gd name="T93" fmla="*/ 140 h 349"/>
                <a:gd name="T94" fmla="*/ 104 w 307"/>
                <a:gd name="T95" fmla="*/ 132 h 349"/>
                <a:gd name="T96" fmla="*/ 121 w 307"/>
                <a:gd name="T97" fmla="*/ 123 h 349"/>
                <a:gd name="T98" fmla="*/ 144 w 307"/>
                <a:gd name="T99" fmla="*/ 51 h 349"/>
                <a:gd name="T100" fmla="*/ 34 w 307"/>
                <a:gd name="T101" fmla="*/ 143 h 349"/>
                <a:gd name="T102" fmla="*/ 95 w 307"/>
                <a:gd name="T103" fmla="*/ 140 h 349"/>
                <a:gd name="T104" fmla="*/ 28 w 307"/>
                <a:gd name="T105" fmla="*/ 173 h 349"/>
                <a:gd name="T106" fmla="*/ 95 w 307"/>
                <a:gd name="T107" fmla="*/ 171 h 349"/>
                <a:gd name="T108" fmla="*/ 28 w 307"/>
                <a:gd name="T109" fmla="*/ 204 h 349"/>
                <a:gd name="T110" fmla="*/ 91 w 307"/>
                <a:gd name="T111" fmla="*/ 201 h 349"/>
                <a:gd name="T112" fmla="*/ 33 w 307"/>
                <a:gd name="T113" fmla="*/ 221 h 349"/>
                <a:gd name="T114" fmla="*/ 28 w 307"/>
                <a:gd name="T115" fmla="*/ 239 h 349"/>
                <a:gd name="T116" fmla="*/ 12 w 307"/>
                <a:gd name="T117" fmla="*/ 213 h 349"/>
                <a:gd name="T118" fmla="*/ 150 w 307"/>
                <a:gd name="T119" fmla="*/ 29 h 349"/>
                <a:gd name="T120" fmla="*/ 177 w 307"/>
                <a:gd name="T121" fmla="*/ 29 h 349"/>
                <a:gd name="T122" fmla="*/ 274 w 307"/>
                <a:gd name="T123" fmla="*/ 75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7" h="349">
                  <a:moveTo>
                    <a:pt x="220" y="268"/>
                  </a:moveTo>
                  <a:cubicBezTo>
                    <a:pt x="190" y="258"/>
                    <a:pt x="144" y="258"/>
                    <a:pt x="111" y="268"/>
                  </a:cubicBezTo>
                  <a:cubicBezTo>
                    <a:pt x="129" y="292"/>
                    <a:pt x="201" y="292"/>
                    <a:pt x="220" y="268"/>
                  </a:cubicBezTo>
                  <a:close/>
                  <a:moveTo>
                    <a:pt x="173" y="123"/>
                  </a:moveTo>
                  <a:cubicBezTo>
                    <a:pt x="181" y="123"/>
                    <a:pt x="187" y="123"/>
                    <a:pt x="194" y="123"/>
                  </a:cubicBezTo>
                  <a:cubicBezTo>
                    <a:pt x="184" y="96"/>
                    <a:pt x="181" y="64"/>
                    <a:pt x="162" y="45"/>
                  </a:cubicBezTo>
                  <a:cubicBezTo>
                    <a:pt x="154" y="71"/>
                    <a:pt x="143" y="95"/>
                    <a:pt x="137" y="123"/>
                  </a:cubicBezTo>
                  <a:cubicBezTo>
                    <a:pt x="143" y="123"/>
                    <a:pt x="149" y="123"/>
                    <a:pt x="156" y="123"/>
                  </a:cubicBezTo>
                  <a:cubicBezTo>
                    <a:pt x="156" y="113"/>
                    <a:pt x="159" y="106"/>
                    <a:pt x="168" y="105"/>
                  </a:cubicBezTo>
                  <a:cubicBezTo>
                    <a:pt x="173" y="107"/>
                    <a:pt x="173" y="114"/>
                    <a:pt x="173" y="123"/>
                  </a:cubicBezTo>
                  <a:close/>
                  <a:moveTo>
                    <a:pt x="253" y="300"/>
                  </a:moveTo>
                  <a:cubicBezTo>
                    <a:pt x="266" y="288"/>
                    <a:pt x="278" y="276"/>
                    <a:pt x="286" y="257"/>
                  </a:cubicBezTo>
                  <a:cubicBezTo>
                    <a:pt x="219" y="230"/>
                    <a:pt x="105" y="229"/>
                    <a:pt x="45" y="259"/>
                  </a:cubicBezTo>
                  <a:cubicBezTo>
                    <a:pt x="54" y="276"/>
                    <a:pt x="67" y="287"/>
                    <a:pt x="79" y="300"/>
                  </a:cubicBezTo>
                  <a:cubicBezTo>
                    <a:pt x="90" y="299"/>
                    <a:pt x="96" y="292"/>
                    <a:pt x="109" y="294"/>
                  </a:cubicBezTo>
                  <a:cubicBezTo>
                    <a:pt x="105" y="280"/>
                    <a:pt x="85" y="281"/>
                    <a:pt x="83" y="264"/>
                  </a:cubicBezTo>
                  <a:cubicBezTo>
                    <a:pt x="100" y="247"/>
                    <a:pt x="143" y="242"/>
                    <a:pt x="178" y="244"/>
                  </a:cubicBezTo>
                  <a:cubicBezTo>
                    <a:pt x="205" y="247"/>
                    <a:pt x="238" y="249"/>
                    <a:pt x="248" y="266"/>
                  </a:cubicBezTo>
                  <a:cubicBezTo>
                    <a:pt x="244" y="280"/>
                    <a:pt x="228" y="281"/>
                    <a:pt x="222" y="291"/>
                  </a:cubicBezTo>
                  <a:cubicBezTo>
                    <a:pt x="232" y="294"/>
                    <a:pt x="243" y="297"/>
                    <a:pt x="253" y="300"/>
                  </a:cubicBezTo>
                  <a:close/>
                  <a:moveTo>
                    <a:pt x="274" y="75"/>
                  </a:moveTo>
                  <a:cubicBezTo>
                    <a:pt x="287" y="88"/>
                    <a:pt x="307" y="110"/>
                    <a:pt x="302" y="133"/>
                  </a:cubicBezTo>
                  <a:cubicBezTo>
                    <a:pt x="283" y="125"/>
                    <a:pt x="278" y="100"/>
                    <a:pt x="264" y="85"/>
                  </a:cubicBezTo>
                  <a:cubicBezTo>
                    <a:pt x="244" y="64"/>
                    <a:pt x="217" y="57"/>
                    <a:pt x="187" y="47"/>
                  </a:cubicBezTo>
                  <a:cubicBezTo>
                    <a:pt x="192" y="75"/>
                    <a:pt x="204" y="94"/>
                    <a:pt x="210" y="121"/>
                  </a:cubicBezTo>
                  <a:cubicBezTo>
                    <a:pt x="252" y="134"/>
                    <a:pt x="201" y="145"/>
                    <a:pt x="175" y="139"/>
                  </a:cubicBezTo>
                  <a:cubicBezTo>
                    <a:pt x="171" y="147"/>
                    <a:pt x="175" y="162"/>
                    <a:pt x="173" y="173"/>
                  </a:cubicBezTo>
                  <a:cubicBezTo>
                    <a:pt x="187" y="177"/>
                    <a:pt x="210" y="168"/>
                    <a:pt x="225" y="175"/>
                  </a:cubicBezTo>
                  <a:cubicBezTo>
                    <a:pt x="225" y="202"/>
                    <a:pt x="197" y="185"/>
                    <a:pt x="173" y="188"/>
                  </a:cubicBezTo>
                  <a:cubicBezTo>
                    <a:pt x="173" y="202"/>
                    <a:pt x="175" y="215"/>
                    <a:pt x="166" y="219"/>
                  </a:cubicBezTo>
                  <a:cubicBezTo>
                    <a:pt x="220" y="223"/>
                    <a:pt x="271" y="226"/>
                    <a:pt x="305" y="250"/>
                  </a:cubicBezTo>
                  <a:cubicBezTo>
                    <a:pt x="297" y="277"/>
                    <a:pt x="278" y="302"/>
                    <a:pt x="256" y="318"/>
                  </a:cubicBezTo>
                  <a:cubicBezTo>
                    <a:pt x="239" y="330"/>
                    <a:pt x="215" y="342"/>
                    <a:pt x="192" y="338"/>
                  </a:cubicBezTo>
                  <a:cubicBezTo>
                    <a:pt x="192" y="315"/>
                    <a:pt x="222" y="325"/>
                    <a:pt x="232" y="312"/>
                  </a:cubicBezTo>
                  <a:cubicBezTo>
                    <a:pt x="220" y="305"/>
                    <a:pt x="201" y="305"/>
                    <a:pt x="183" y="304"/>
                  </a:cubicBezTo>
                  <a:cubicBezTo>
                    <a:pt x="182" y="311"/>
                    <a:pt x="187" y="335"/>
                    <a:pt x="181" y="343"/>
                  </a:cubicBezTo>
                  <a:cubicBezTo>
                    <a:pt x="166" y="349"/>
                    <a:pt x="129" y="347"/>
                    <a:pt x="132" y="334"/>
                  </a:cubicBezTo>
                  <a:cubicBezTo>
                    <a:pt x="134" y="323"/>
                    <a:pt x="154" y="330"/>
                    <a:pt x="168" y="330"/>
                  </a:cubicBezTo>
                  <a:cubicBezTo>
                    <a:pt x="168" y="321"/>
                    <a:pt x="168" y="311"/>
                    <a:pt x="166" y="304"/>
                  </a:cubicBezTo>
                  <a:cubicBezTo>
                    <a:pt x="140" y="302"/>
                    <a:pt x="120" y="306"/>
                    <a:pt x="100" y="311"/>
                  </a:cubicBezTo>
                  <a:cubicBezTo>
                    <a:pt x="105" y="321"/>
                    <a:pt x="129" y="318"/>
                    <a:pt x="123" y="334"/>
                  </a:cubicBezTo>
                  <a:cubicBezTo>
                    <a:pt x="76" y="330"/>
                    <a:pt x="44" y="294"/>
                    <a:pt x="25" y="252"/>
                  </a:cubicBezTo>
                  <a:cubicBezTo>
                    <a:pt x="57" y="228"/>
                    <a:pt x="109" y="224"/>
                    <a:pt x="161" y="221"/>
                  </a:cubicBezTo>
                  <a:cubicBezTo>
                    <a:pt x="161" y="216"/>
                    <a:pt x="155" y="204"/>
                    <a:pt x="157" y="191"/>
                  </a:cubicBezTo>
                  <a:cubicBezTo>
                    <a:pt x="142" y="182"/>
                    <a:pt x="111" y="200"/>
                    <a:pt x="104" y="182"/>
                  </a:cubicBezTo>
                  <a:cubicBezTo>
                    <a:pt x="109" y="164"/>
                    <a:pt x="139" y="178"/>
                    <a:pt x="156" y="173"/>
                  </a:cubicBezTo>
                  <a:cubicBezTo>
                    <a:pt x="160" y="166"/>
                    <a:pt x="156" y="151"/>
                    <a:pt x="157" y="140"/>
                  </a:cubicBezTo>
                  <a:cubicBezTo>
                    <a:pt x="138" y="133"/>
                    <a:pt x="113" y="151"/>
                    <a:pt x="104" y="132"/>
                  </a:cubicBezTo>
                  <a:cubicBezTo>
                    <a:pt x="105" y="124"/>
                    <a:pt x="112" y="123"/>
                    <a:pt x="121" y="123"/>
                  </a:cubicBezTo>
                  <a:cubicBezTo>
                    <a:pt x="124" y="95"/>
                    <a:pt x="137" y="76"/>
                    <a:pt x="144" y="51"/>
                  </a:cubicBezTo>
                  <a:cubicBezTo>
                    <a:pt x="88" y="54"/>
                    <a:pt x="52" y="94"/>
                    <a:pt x="34" y="143"/>
                  </a:cubicBezTo>
                  <a:cubicBezTo>
                    <a:pt x="52" y="142"/>
                    <a:pt x="83" y="124"/>
                    <a:pt x="95" y="140"/>
                  </a:cubicBezTo>
                  <a:cubicBezTo>
                    <a:pt x="83" y="162"/>
                    <a:pt x="34" y="142"/>
                    <a:pt x="28" y="173"/>
                  </a:cubicBezTo>
                  <a:cubicBezTo>
                    <a:pt x="41" y="177"/>
                    <a:pt x="79" y="152"/>
                    <a:pt x="95" y="171"/>
                  </a:cubicBezTo>
                  <a:cubicBezTo>
                    <a:pt x="83" y="192"/>
                    <a:pt x="30" y="172"/>
                    <a:pt x="28" y="204"/>
                  </a:cubicBezTo>
                  <a:cubicBezTo>
                    <a:pt x="43" y="206"/>
                    <a:pt x="76" y="183"/>
                    <a:pt x="91" y="201"/>
                  </a:cubicBezTo>
                  <a:cubicBezTo>
                    <a:pt x="84" y="220"/>
                    <a:pt x="45" y="207"/>
                    <a:pt x="33" y="221"/>
                  </a:cubicBezTo>
                  <a:cubicBezTo>
                    <a:pt x="30" y="225"/>
                    <a:pt x="35" y="238"/>
                    <a:pt x="28" y="239"/>
                  </a:cubicBezTo>
                  <a:cubicBezTo>
                    <a:pt x="16" y="237"/>
                    <a:pt x="13" y="223"/>
                    <a:pt x="12" y="213"/>
                  </a:cubicBezTo>
                  <a:cubicBezTo>
                    <a:pt x="0" y="105"/>
                    <a:pt x="69" y="44"/>
                    <a:pt x="150" y="29"/>
                  </a:cubicBezTo>
                  <a:cubicBezTo>
                    <a:pt x="155" y="9"/>
                    <a:pt x="176" y="0"/>
                    <a:pt x="177" y="29"/>
                  </a:cubicBezTo>
                  <a:cubicBezTo>
                    <a:pt x="214" y="35"/>
                    <a:pt x="250" y="51"/>
                    <a:pt x="274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5" name="Freeform 30">
              <a:extLst>
                <a:ext uri="{FF2B5EF4-FFF2-40B4-BE49-F238E27FC236}">
                  <a16:creationId xmlns:a16="http://schemas.microsoft.com/office/drawing/2014/main" id="{A579D0CD-B52B-5ECE-3128-0C4ECBF10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698" y="5542598"/>
              <a:ext cx="265112" cy="306388"/>
            </a:xfrm>
            <a:custGeom>
              <a:avLst/>
              <a:gdLst>
                <a:gd name="T0" fmla="*/ 100 w 102"/>
                <a:gd name="T1" fmla="*/ 5 h 118"/>
                <a:gd name="T2" fmla="*/ 89 w 102"/>
                <a:gd name="T3" fmla="*/ 13 h 118"/>
                <a:gd name="T4" fmla="*/ 86 w 102"/>
                <a:gd name="T5" fmla="*/ 83 h 118"/>
                <a:gd name="T6" fmla="*/ 21 w 102"/>
                <a:gd name="T7" fmla="*/ 99 h 118"/>
                <a:gd name="T8" fmla="*/ 12 w 102"/>
                <a:gd name="T9" fmla="*/ 16 h 118"/>
                <a:gd name="T10" fmla="*/ 0 w 102"/>
                <a:gd name="T11" fmla="*/ 8 h 118"/>
                <a:gd name="T12" fmla="*/ 42 w 102"/>
                <a:gd name="T13" fmla="*/ 5 h 118"/>
                <a:gd name="T14" fmla="*/ 30 w 102"/>
                <a:gd name="T15" fmla="*/ 13 h 118"/>
                <a:gd name="T16" fmla="*/ 48 w 102"/>
                <a:gd name="T17" fmla="*/ 99 h 118"/>
                <a:gd name="T18" fmla="*/ 74 w 102"/>
                <a:gd name="T19" fmla="*/ 13 h 118"/>
                <a:gd name="T20" fmla="*/ 61 w 102"/>
                <a:gd name="T21" fmla="*/ 8 h 118"/>
                <a:gd name="T22" fmla="*/ 100 w 102"/>
                <a:gd name="T23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" h="118">
                  <a:moveTo>
                    <a:pt x="100" y="5"/>
                  </a:moveTo>
                  <a:cubicBezTo>
                    <a:pt x="102" y="13"/>
                    <a:pt x="91" y="9"/>
                    <a:pt x="89" y="13"/>
                  </a:cubicBezTo>
                  <a:cubicBezTo>
                    <a:pt x="78" y="33"/>
                    <a:pt x="91" y="61"/>
                    <a:pt x="86" y="83"/>
                  </a:cubicBezTo>
                  <a:cubicBezTo>
                    <a:pt x="80" y="107"/>
                    <a:pt x="39" y="118"/>
                    <a:pt x="21" y="99"/>
                  </a:cubicBezTo>
                  <a:cubicBezTo>
                    <a:pt x="1" y="80"/>
                    <a:pt x="23" y="45"/>
                    <a:pt x="12" y="16"/>
                  </a:cubicBezTo>
                  <a:cubicBezTo>
                    <a:pt x="11" y="9"/>
                    <a:pt x="3" y="12"/>
                    <a:pt x="0" y="8"/>
                  </a:cubicBezTo>
                  <a:cubicBezTo>
                    <a:pt x="8" y="0"/>
                    <a:pt x="33" y="4"/>
                    <a:pt x="42" y="5"/>
                  </a:cubicBezTo>
                  <a:cubicBezTo>
                    <a:pt x="43" y="13"/>
                    <a:pt x="32" y="9"/>
                    <a:pt x="30" y="13"/>
                  </a:cubicBezTo>
                  <a:cubicBezTo>
                    <a:pt x="28" y="43"/>
                    <a:pt x="20" y="95"/>
                    <a:pt x="48" y="99"/>
                  </a:cubicBezTo>
                  <a:cubicBezTo>
                    <a:pt x="83" y="105"/>
                    <a:pt x="85" y="48"/>
                    <a:pt x="74" y="13"/>
                  </a:cubicBezTo>
                  <a:cubicBezTo>
                    <a:pt x="71" y="9"/>
                    <a:pt x="61" y="13"/>
                    <a:pt x="61" y="8"/>
                  </a:cubicBezTo>
                  <a:cubicBezTo>
                    <a:pt x="67" y="0"/>
                    <a:pt x="92" y="4"/>
                    <a:pt x="10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6" name="Freeform 31">
              <a:extLst>
                <a:ext uri="{FF2B5EF4-FFF2-40B4-BE49-F238E27FC236}">
                  <a16:creationId xmlns:a16="http://schemas.microsoft.com/office/drawing/2014/main" id="{18784BCF-A725-3ABD-F6A0-0E2C99305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685" y="4912360"/>
              <a:ext cx="98425" cy="196850"/>
            </a:xfrm>
            <a:custGeom>
              <a:avLst/>
              <a:gdLst>
                <a:gd name="T0" fmla="*/ 27 w 38"/>
                <a:gd name="T1" fmla="*/ 12 h 76"/>
                <a:gd name="T2" fmla="*/ 11 w 38"/>
                <a:gd name="T3" fmla="*/ 65 h 76"/>
                <a:gd name="T4" fmla="*/ 27 w 38"/>
                <a:gd name="T5" fmla="*/ 1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6">
                  <a:moveTo>
                    <a:pt x="27" y="12"/>
                  </a:moveTo>
                  <a:cubicBezTo>
                    <a:pt x="35" y="26"/>
                    <a:pt x="38" y="76"/>
                    <a:pt x="11" y="65"/>
                  </a:cubicBezTo>
                  <a:cubicBezTo>
                    <a:pt x="2" y="51"/>
                    <a:pt x="0" y="0"/>
                    <a:pt x="2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7" name="Freeform 32">
              <a:extLst>
                <a:ext uri="{FF2B5EF4-FFF2-40B4-BE49-F238E27FC236}">
                  <a16:creationId xmlns:a16="http://schemas.microsoft.com/office/drawing/2014/main" id="{150DEFEC-500E-F1BC-CF2B-BDACE97E1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235" y="4909185"/>
              <a:ext cx="98425" cy="127000"/>
            </a:xfrm>
            <a:custGeom>
              <a:avLst/>
              <a:gdLst>
                <a:gd name="T0" fmla="*/ 32 w 38"/>
                <a:gd name="T1" fmla="*/ 13 h 49"/>
                <a:gd name="T2" fmla="*/ 30 w 38"/>
                <a:gd name="T3" fmla="*/ 42 h 49"/>
                <a:gd name="T4" fmla="*/ 32 w 38"/>
                <a:gd name="T5" fmla="*/ 1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49">
                  <a:moveTo>
                    <a:pt x="32" y="13"/>
                  </a:moveTo>
                  <a:cubicBezTo>
                    <a:pt x="38" y="23"/>
                    <a:pt x="38" y="34"/>
                    <a:pt x="30" y="42"/>
                  </a:cubicBezTo>
                  <a:cubicBezTo>
                    <a:pt x="0" y="49"/>
                    <a:pt x="7" y="0"/>
                    <a:pt x="32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8" name="Freeform 33">
              <a:extLst>
                <a:ext uri="{FF2B5EF4-FFF2-40B4-BE49-F238E27FC236}">
                  <a16:creationId xmlns:a16="http://schemas.microsoft.com/office/drawing/2014/main" id="{22F2B0CB-454C-0A2C-E4D1-9FE8FE5A7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735" y="5240973"/>
              <a:ext cx="273050" cy="349250"/>
            </a:xfrm>
            <a:custGeom>
              <a:avLst/>
              <a:gdLst>
                <a:gd name="T0" fmla="*/ 96 w 105"/>
                <a:gd name="T1" fmla="*/ 51 h 134"/>
                <a:gd name="T2" fmla="*/ 105 w 105"/>
                <a:gd name="T3" fmla="*/ 51 h 134"/>
                <a:gd name="T4" fmla="*/ 85 w 105"/>
                <a:gd name="T5" fmla="*/ 81 h 134"/>
                <a:gd name="T6" fmla="*/ 73 w 105"/>
                <a:gd name="T7" fmla="*/ 33 h 134"/>
                <a:gd name="T8" fmla="*/ 15 w 105"/>
                <a:gd name="T9" fmla="*/ 81 h 134"/>
                <a:gd name="T10" fmla="*/ 60 w 105"/>
                <a:gd name="T11" fmla="*/ 97 h 134"/>
                <a:gd name="T12" fmla="*/ 51 w 105"/>
                <a:gd name="T13" fmla="*/ 81 h 134"/>
                <a:gd name="T14" fmla="*/ 87 w 105"/>
                <a:gd name="T15" fmla="*/ 107 h 134"/>
                <a:gd name="T16" fmla="*/ 76 w 105"/>
                <a:gd name="T17" fmla="*/ 106 h 134"/>
                <a:gd name="T18" fmla="*/ 56 w 105"/>
                <a:gd name="T19" fmla="*/ 132 h 134"/>
                <a:gd name="T20" fmla="*/ 1 w 105"/>
                <a:gd name="T21" fmla="*/ 77 h 134"/>
                <a:gd name="T22" fmla="*/ 96 w 105"/>
                <a:gd name="T23" fmla="*/ 5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5" h="134">
                  <a:moveTo>
                    <a:pt x="96" y="51"/>
                  </a:moveTo>
                  <a:cubicBezTo>
                    <a:pt x="100" y="51"/>
                    <a:pt x="101" y="47"/>
                    <a:pt x="105" y="51"/>
                  </a:cubicBezTo>
                  <a:cubicBezTo>
                    <a:pt x="104" y="59"/>
                    <a:pt x="95" y="75"/>
                    <a:pt x="85" y="81"/>
                  </a:cubicBezTo>
                  <a:cubicBezTo>
                    <a:pt x="88" y="64"/>
                    <a:pt x="89" y="39"/>
                    <a:pt x="73" y="33"/>
                  </a:cubicBezTo>
                  <a:cubicBezTo>
                    <a:pt x="51" y="23"/>
                    <a:pt x="17" y="52"/>
                    <a:pt x="15" y="81"/>
                  </a:cubicBezTo>
                  <a:cubicBezTo>
                    <a:pt x="12" y="114"/>
                    <a:pt x="51" y="134"/>
                    <a:pt x="60" y="97"/>
                  </a:cubicBezTo>
                  <a:cubicBezTo>
                    <a:pt x="60" y="88"/>
                    <a:pt x="49" y="91"/>
                    <a:pt x="51" y="81"/>
                  </a:cubicBezTo>
                  <a:cubicBezTo>
                    <a:pt x="63" y="88"/>
                    <a:pt x="78" y="95"/>
                    <a:pt x="87" y="107"/>
                  </a:cubicBezTo>
                  <a:cubicBezTo>
                    <a:pt x="83" y="113"/>
                    <a:pt x="81" y="105"/>
                    <a:pt x="76" y="106"/>
                  </a:cubicBezTo>
                  <a:cubicBezTo>
                    <a:pt x="66" y="111"/>
                    <a:pt x="62" y="123"/>
                    <a:pt x="56" y="132"/>
                  </a:cubicBezTo>
                  <a:cubicBezTo>
                    <a:pt x="27" y="124"/>
                    <a:pt x="1" y="110"/>
                    <a:pt x="1" y="77"/>
                  </a:cubicBezTo>
                  <a:cubicBezTo>
                    <a:pt x="0" y="25"/>
                    <a:pt x="73" y="0"/>
                    <a:pt x="96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9" name="Freeform 34">
              <a:extLst>
                <a:ext uri="{FF2B5EF4-FFF2-40B4-BE49-F238E27FC236}">
                  <a16:creationId xmlns:a16="http://schemas.microsoft.com/office/drawing/2014/main" id="{34988525-1D85-232C-6F51-5C9F440F58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15148" y="2423160"/>
              <a:ext cx="771525" cy="731838"/>
            </a:xfrm>
            <a:custGeom>
              <a:avLst/>
              <a:gdLst>
                <a:gd name="T0" fmla="*/ 26 w 297"/>
                <a:gd name="T1" fmla="*/ 174 h 282"/>
                <a:gd name="T2" fmla="*/ 40 w 297"/>
                <a:gd name="T3" fmla="*/ 158 h 282"/>
                <a:gd name="T4" fmla="*/ 24 w 297"/>
                <a:gd name="T5" fmla="*/ 158 h 282"/>
                <a:gd name="T6" fmla="*/ 73 w 297"/>
                <a:gd name="T7" fmla="*/ 171 h 282"/>
                <a:gd name="T8" fmla="*/ 35 w 297"/>
                <a:gd name="T9" fmla="*/ 234 h 282"/>
                <a:gd name="T10" fmla="*/ 53 w 297"/>
                <a:gd name="T11" fmla="*/ 180 h 282"/>
                <a:gd name="T12" fmla="*/ 80 w 297"/>
                <a:gd name="T13" fmla="*/ 127 h 282"/>
                <a:gd name="T14" fmla="*/ 59 w 297"/>
                <a:gd name="T15" fmla="*/ 141 h 282"/>
                <a:gd name="T16" fmla="*/ 101 w 297"/>
                <a:gd name="T17" fmla="*/ 136 h 282"/>
                <a:gd name="T18" fmla="*/ 101 w 297"/>
                <a:gd name="T19" fmla="*/ 136 h 282"/>
                <a:gd name="T20" fmla="*/ 126 w 297"/>
                <a:gd name="T21" fmla="*/ 139 h 282"/>
                <a:gd name="T22" fmla="*/ 134 w 297"/>
                <a:gd name="T23" fmla="*/ 161 h 282"/>
                <a:gd name="T24" fmla="*/ 134 w 297"/>
                <a:gd name="T25" fmla="*/ 161 h 282"/>
                <a:gd name="T26" fmla="*/ 151 w 297"/>
                <a:gd name="T27" fmla="*/ 27 h 282"/>
                <a:gd name="T28" fmla="*/ 157 w 297"/>
                <a:gd name="T29" fmla="*/ 239 h 282"/>
                <a:gd name="T30" fmla="*/ 163 w 297"/>
                <a:gd name="T31" fmla="*/ 200 h 282"/>
                <a:gd name="T32" fmla="*/ 139 w 297"/>
                <a:gd name="T33" fmla="*/ 218 h 282"/>
                <a:gd name="T34" fmla="*/ 156 w 297"/>
                <a:gd name="T35" fmla="*/ 227 h 282"/>
                <a:gd name="T36" fmla="*/ 173 w 297"/>
                <a:gd name="T37" fmla="*/ 39 h 282"/>
                <a:gd name="T38" fmla="*/ 173 w 297"/>
                <a:gd name="T39" fmla="*/ 39 h 282"/>
                <a:gd name="T40" fmla="*/ 173 w 297"/>
                <a:gd name="T41" fmla="*/ 58 h 282"/>
                <a:gd name="T42" fmla="*/ 157 w 297"/>
                <a:gd name="T43" fmla="*/ 191 h 282"/>
                <a:gd name="T44" fmla="*/ 143 w 297"/>
                <a:gd name="T45" fmla="*/ 186 h 282"/>
                <a:gd name="T46" fmla="*/ 157 w 297"/>
                <a:gd name="T47" fmla="*/ 191 h 282"/>
                <a:gd name="T48" fmla="*/ 186 w 297"/>
                <a:gd name="T49" fmla="*/ 127 h 282"/>
                <a:gd name="T50" fmla="*/ 202 w 297"/>
                <a:gd name="T51" fmla="*/ 119 h 282"/>
                <a:gd name="T52" fmla="*/ 198 w 297"/>
                <a:gd name="T53" fmla="*/ 67 h 282"/>
                <a:gd name="T54" fmla="*/ 189 w 297"/>
                <a:gd name="T55" fmla="*/ 72 h 282"/>
                <a:gd name="T56" fmla="*/ 209 w 297"/>
                <a:gd name="T57" fmla="*/ 66 h 282"/>
                <a:gd name="T58" fmla="*/ 211 w 297"/>
                <a:gd name="T59" fmla="*/ 72 h 282"/>
                <a:gd name="T60" fmla="*/ 217 w 297"/>
                <a:gd name="T61" fmla="*/ 139 h 282"/>
                <a:gd name="T62" fmla="*/ 201 w 297"/>
                <a:gd name="T63" fmla="*/ 150 h 282"/>
                <a:gd name="T64" fmla="*/ 192 w 297"/>
                <a:gd name="T65" fmla="*/ 166 h 282"/>
                <a:gd name="T66" fmla="*/ 227 w 297"/>
                <a:gd name="T67" fmla="*/ 67 h 282"/>
                <a:gd name="T68" fmla="*/ 235 w 297"/>
                <a:gd name="T69" fmla="*/ 115 h 282"/>
                <a:gd name="T70" fmla="*/ 184 w 297"/>
                <a:gd name="T71" fmla="*/ 91 h 282"/>
                <a:gd name="T72" fmla="*/ 173 w 297"/>
                <a:gd name="T73" fmla="*/ 84 h 282"/>
                <a:gd name="T74" fmla="*/ 154 w 297"/>
                <a:gd name="T75" fmla="*/ 136 h 282"/>
                <a:gd name="T76" fmla="*/ 206 w 297"/>
                <a:gd name="T77" fmla="*/ 109 h 282"/>
                <a:gd name="T78" fmla="*/ 217 w 297"/>
                <a:gd name="T79" fmla="*/ 96 h 282"/>
                <a:gd name="T80" fmla="*/ 235 w 297"/>
                <a:gd name="T81" fmla="*/ 115 h 282"/>
                <a:gd name="T82" fmla="*/ 251 w 297"/>
                <a:gd name="T83" fmla="*/ 106 h 282"/>
                <a:gd name="T84" fmla="*/ 249 w 297"/>
                <a:gd name="T85" fmla="*/ 119 h 282"/>
                <a:gd name="T86" fmla="*/ 263 w 297"/>
                <a:gd name="T87" fmla="*/ 261 h 282"/>
                <a:gd name="T88" fmla="*/ 185 w 297"/>
                <a:gd name="T89" fmla="*/ 225 h 282"/>
                <a:gd name="T90" fmla="*/ 131 w 297"/>
                <a:gd name="T91" fmla="*/ 267 h 282"/>
                <a:gd name="T92" fmla="*/ 62 w 297"/>
                <a:gd name="T93" fmla="*/ 218 h 282"/>
                <a:gd name="T94" fmla="*/ 10 w 297"/>
                <a:gd name="T95" fmla="*/ 256 h 282"/>
                <a:gd name="T96" fmla="*/ 97 w 297"/>
                <a:gd name="T97" fmla="*/ 113 h 282"/>
                <a:gd name="T98" fmla="*/ 134 w 297"/>
                <a:gd name="T99" fmla="*/ 82 h 282"/>
                <a:gd name="T100" fmla="*/ 207 w 297"/>
                <a:gd name="T101" fmla="*/ 8 h 282"/>
                <a:gd name="T102" fmla="*/ 234 w 297"/>
                <a:gd name="T103" fmla="*/ 27 h 282"/>
                <a:gd name="T104" fmla="*/ 263 w 297"/>
                <a:gd name="T105" fmla="*/ 184 h 282"/>
                <a:gd name="T106" fmla="*/ 290 w 297"/>
                <a:gd name="T107" fmla="*/ 23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7" h="282">
                  <a:moveTo>
                    <a:pt x="24" y="186"/>
                  </a:moveTo>
                  <a:cubicBezTo>
                    <a:pt x="30" y="187"/>
                    <a:pt x="32" y="172"/>
                    <a:pt x="26" y="174"/>
                  </a:cubicBezTo>
                  <a:cubicBezTo>
                    <a:pt x="22" y="175"/>
                    <a:pt x="21" y="182"/>
                    <a:pt x="24" y="186"/>
                  </a:cubicBezTo>
                  <a:close/>
                  <a:moveTo>
                    <a:pt x="40" y="158"/>
                  </a:moveTo>
                  <a:cubicBezTo>
                    <a:pt x="40" y="155"/>
                    <a:pt x="37" y="152"/>
                    <a:pt x="38" y="147"/>
                  </a:cubicBezTo>
                  <a:cubicBezTo>
                    <a:pt x="30" y="147"/>
                    <a:pt x="24" y="151"/>
                    <a:pt x="24" y="158"/>
                  </a:cubicBezTo>
                  <a:cubicBezTo>
                    <a:pt x="32" y="160"/>
                    <a:pt x="31" y="160"/>
                    <a:pt x="40" y="158"/>
                  </a:cubicBezTo>
                  <a:close/>
                  <a:moveTo>
                    <a:pt x="73" y="171"/>
                  </a:moveTo>
                  <a:cubicBezTo>
                    <a:pt x="64" y="166"/>
                    <a:pt x="59" y="180"/>
                    <a:pt x="52" y="171"/>
                  </a:cubicBezTo>
                  <a:cubicBezTo>
                    <a:pt x="51" y="195"/>
                    <a:pt x="0" y="214"/>
                    <a:pt x="35" y="234"/>
                  </a:cubicBezTo>
                  <a:cubicBezTo>
                    <a:pt x="41" y="225"/>
                    <a:pt x="30" y="220"/>
                    <a:pt x="29" y="213"/>
                  </a:cubicBezTo>
                  <a:cubicBezTo>
                    <a:pt x="42" y="205"/>
                    <a:pt x="52" y="194"/>
                    <a:pt x="53" y="180"/>
                  </a:cubicBezTo>
                  <a:cubicBezTo>
                    <a:pt x="59" y="180"/>
                    <a:pt x="70" y="184"/>
                    <a:pt x="73" y="171"/>
                  </a:cubicBezTo>
                  <a:close/>
                  <a:moveTo>
                    <a:pt x="80" y="127"/>
                  </a:moveTo>
                  <a:cubicBezTo>
                    <a:pt x="70" y="120"/>
                    <a:pt x="55" y="125"/>
                    <a:pt x="52" y="136"/>
                  </a:cubicBezTo>
                  <a:cubicBezTo>
                    <a:pt x="57" y="134"/>
                    <a:pt x="54" y="142"/>
                    <a:pt x="59" y="141"/>
                  </a:cubicBezTo>
                  <a:cubicBezTo>
                    <a:pt x="66" y="137"/>
                    <a:pt x="76" y="136"/>
                    <a:pt x="80" y="127"/>
                  </a:cubicBezTo>
                  <a:close/>
                  <a:moveTo>
                    <a:pt x="101" y="136"/>
                  </a:moveTo>
                  <a:cubicBezTo>
                    <a:pt x="104" y="131"/>
                    <a:pt x="104" y="123"/>
                    <a:pt x="95" y="123"/>
                  </a:cubicBezTo>
                  <a:cubicBezTo>
                    <a:pt x="95" y="131"/>
                    <a:pt x="96" y="134"/>
                    <a:pt x="101" y="136"/>
                  </a:cubicBezTo>
                  <a:close/>
                  <a:moveTo>
                    <a:pt x="131" y="150"/>
                  </a:moveTo>
                  <a:cubicBezTo>
                    <a:pt x="131" y="144"/>
                    <a:pt x="131" y="139"/>
                    <a:pt x="126" y="139"/>
                  </a:cubicBezTo>
                  <a:cubicBezTo>
                    <a:pt x="124" y="144"/>
                    <a:pt x="124" y="151"/>
                    <a:pt x="131" y="150"/>
                  </a:cubicBezTo>
                  <a:close/>
                  <a:moveTo>
                    <a:pt x="134" y="161"/>
                  </a:moveTo>
                  <a:cubicBezTo>
                    <a:pt x="137" y="163"/>
                    <a:pt x="151" y="165"/>
                    <a:pt x="151" y="157"/>
                  </a:cubicBezTo>
                  <a:cubicBezTo>
                    <a:pt x="147" y="151"/>
                    <a:pt x="134" y="153"/>
                    <a:pt x="134" y="161"/>
                  </a:cubicBezTo>
                  <a:close/>
                  <a:moveTo>
                    <a:pt x="151" y="37"/>
                  </a:moveTo>
                  <a:cubicBezTo>
                    <a:pt x="152" y="36"/>
                    <a:pt x="158" y="25"/>
                    <a:pt x="151" y="27"/>
                  </a:cubicBezTo>
                  <a:cubicBezTo>
                    <a:pt x="148" y="28"/>
                    <a:pt x="142" y="37"/>
                    <a:pt x="151" y="37"/>
                  </a:cubicBezTo>
                  <a:close/>
                  <a:moveTo>
                    <a:pt x="157" y="239"/>
                  </a:moveTo>
                  <a:cubicBezTo>
                    <a:pt x="163" y="247"/>
                    <a:pt x="176" y="249"/>
                    <a:pt x="185" y="243"/>
                  </a:cubicBezTo>
                  <a:cubicBezTo>
                    <a:pt x="170" y="237"/>
                    <a:pt x="168" y="218"/>
                    <a:pt x="163" y="200"/>
                  </a:cubicBezTo>
                  <a:cubicBezTo>
                    <a:pt x="158" y="208"/>
                    <a:pt x="165" y="212"/>
                    <a:pt x="159" y="217"/>
                  </a:cubicBezTo>
                  <a:cubicBezTo>
                    <a:pt x="151" y="209"/>
                    <a:pt x="146" y="224"/>
                    <a:pt x="139" y="218"/>
                  </a:cubicBezTo>
                  <a:cubicBezTo>
                    <a:pt x="142" y="225"/>
                    <a:pt x="145" y="234"/>
                    <a:pt x="143" y="247"/>
                  </a:cubicBezTo>
                  <a:cubicBezTo>
                    <a:pt x="154" y="247"/>
                    <a:pt x="143" y="225"/>
                    <a:pt x="156" y="227"/>
                  </a:cubicBezTo>
                  <a:cubicBezTo>
                    <a:pt x="158" y="229"/>
                    <a:pt x="157" y="234"/>
                    <a:pt x="157" y="239"/>
                  </a:cubicBezTo>
                  <a:close/>
                  <a:moveTo>
                    <a:pt x="173" y="39"/>
                  </a:moveTo>
                  <a:cubicBezTo>
                    <a:pt x="181" y="37"/>
                    <a:pt x="187" y="25"/>
                    <a:pt x="178" y="20"/>
                  </a:cubicBezTo>
                  <a:cubicBezTo>
                    <a:pt x="176" y="28"/>
                    <a:pt x="174" y="32"/>
                    <a:pt x="173" y="39"/>
                  </a:cubicBezTo>
                  <a:close/>
                  <a:moveTo>
                    <a:pt x="202" y="28"/>
                  </a:moveTo>
                  <a:cubicBezTo>
                    <a:pt x="190" y="36"/>
                    <a:pt x="178" y="43"/>
                    <a:pt x="173" y="58"/>
                  </a:cubicBezTo>
                  <a:cubicBezTo>
                    <a:pt x="187" y="53"/>
                    <a:pt x="197" y="42"/>
                    <a:pt x="202" y="28"/>
                  </a:cubicBezTo>
                  <a:close/>
                  <a:moveTo>
                    <a:pt x="157" y="191"/>
                  </a:moveTo>
                  <a:cubicBezTo>
                    <a:pt x="168" y="186"/>
                    <a:pt x="196" y="181"/>
                    <a:pt x="189" y="170"/>
                  </a:cubicBezTo>
                  <a:cubicBezTo>
                    <a:pt x="175" y="177"/>
                    <a:pt x="163" y="182"/>
                    <a:pt x="143" y="186"/>
                  </a:cubicBezTo>
                  <a:cubicBezTo>
                    <a:pt x="143" y="193"/>
                    <a:pt x="142" y="200"/>
                    <a:pt x="145" y="204"/>
                  </a:cubicBezTo>
                  <a:cubicBezTo>
                    <a:pt x="154" y="205"/>
                    <a:pt x="153" y="195"/>
                    <a:pt x="157" y="191"/>
                  </a:cubicBezTo>
                  <a:close/>
                  <a:moveTo>
                    <a:pt x="202" y="119"/>
                  </a:moveTo>
                  <a:cubicBezTo>
                    <a:pt x="196" y="117"/>
                    <a:pt x="187" y="119"/>
                    <a:pt x="186" y="127"/>
                  </a:cubicBezTo>
                  <a:cubicBezTo>
                    <a:pt x="192" y="125"/>
                    <a:pt x="191" y="133"/>
                    <a:pt x="197" y="132"/>
                  </a:cubicBezTo>
                  <a:cubicBezTo>
                    <a:pt x="197" y="125"/>
                    <a:pt x="202" y="125"/>
                    <a:pt x="202" y="119"/>
                  </a:cubicBezTo>
                  <a:close/>
                  <a:moveTo>
                    <a:pt x="189" y="72"/>
                  </a:moveTo>
                  <a:cubicBezTo>
                    <a:pt x="194" y="72"/>
                    <a:pt x="198" y="74"/>
                    <a:pt x="198" y="67"/>
                  </a:cubicBezTo>
                  <a:cubicBezTo>
                    <a:pt x="197" y="66"/>
                    <a:pt x="195" y="66"/>
                    <a:pt x="189" y="66"/>
                  </a:cubicBezTo>
                  <a:cubicBezTo>
                    <a:pt x="189" y="69"/>
                    <a:pt x="189" y="71"/>
                    <a:pt x="189" y="72"/>
                  </a:cubicBezTo>
                  <a:close/>
                  <a:moveTo>
                    <a:pt x="211" y="72"/>
                  </a:moveTo>
                  <a:cubicBezTo>
                    <a:pt x="212" y="70"/>
                    <a:pt x="209" y="69"/>
                    <a:pt x="209" y="66"/>
                  </a:cubicBezTo>
                  <a:cubicBezTo>
                    <a:pt x="206" y="65"/>
                    <a:pt x="202" y="66"/>
                    <a:pt x="201" y="67"/>
                  </a:cubicBezTo>
                  <a:cubicBezTo>
                    <a:pt x="200" y="74"/>
                    <a:pt x="208" y="75"/>
                    <a:pt x="211" y="72"/>
                  </a:cubicBezTo>
                  <a:close/>
                  <a:moveTo>
                    <a:pt x="192" y="166"/>
                  </a:moveTo>
                  <a:cubicBezTo>
                    <a:pt x="202" y="160"/>
                    <a:pt x="219" y="160"/>
                    <a:pt x="217" y="139"/>
                  </a:cubicBezTo>
                  <a:cubicBezTo>
                    <a:pt x="208" y="139"/>
                    <a:pt x="201" y="139"/>
                    <a:pt x="196" y="137"/>
                  </a:cubicBezTo>
                  <a:cubicBezTo>
                    <a:pt x="195" y="144"/>
                    <a:pt x="200" y="144"/>
                    <a:pt x="201" y="150"/>
                  </a:cubicBezTo>
                  <a:cubicBezTo>
                    <a:pt x="195" y="156"/>
                    <a:pt x="191" y="148"/>
                    <a:pt x="185" y="148"/>
                  </a:cubicBezTo>
                  <a:cubicBezTo>
                    <a:pt x="186" y="156"/>
                    <a:pt x="195" y="155"/>
                    <a:pt x="192" y="166"/>
                  </a:cubicBezTo>
                  <a:close/>
                  <a:moveTo>
                    <a:pt x="238" y="80"/>
                  </a:moveTo>
                  <a:cubicBezTo>
                    <a:pt x="238" y="72"/>
                    <a:pt x="234" y="62"/>
                    <a:pt x="227" y="67"/>
                  </a:cubicBezTo>
                  <a:cubicBezTo>
                    <a:pt x="227" y="76"/>
                    <a:pt x="233" y="77"/>
                    <a:pt x="238" y="80"/>
                  </a:cubicBezTo>
                  <a:close/>
                  <a:moveTo>
                    <a:pt x="235" y="115"/>
                  </a:moveTo>
                  <a:cubicBezTo>
                    <a:pt x="239" y="110"/>
                    <a:pt x="240" y="104"/>
                    <a:pt x="239" y="94"/>
                  </a:cubicBezTo>
                  <a:cubicBezTo>
                    <a:pt x="228" y="79"/>
                    <a:pt x="200" y="84"/>
                    <a:pt x="184" y="91"/>
                  </a:cubicBezTo>
                  <a:cubicBezTo>
                    <a:pt x="180" y="81"/>
                    <a:pt x="167" y="69"/>
                    <a:pt x="164" y="87"/>
                  </a:cubicBezTo>
                  <a:cubicBezTo>
                    <a:pt x="169" y="87"/>
                    <a:pt x="169" y="85"/>
                    <a:pt x="173" y="84"/>
                  </a:cubicBezTo>
                  <a:cubicBezTo>
                    <a:pt x="176" y="90"/>
                    <a:pt x="180" y="96"/>
                    <a:pt x="189" y="98"/>
                  </a:cubicBezTo>
                  <a:cubicBezTo>
                    <a:pt x="180" y="106"/>
                    <a:pt x="132" y="122"/>
                    <a:pt x="154" y="136"/>
                  </a:cubicBezTo>
                  <a:cubicBezTo>
                    <a:pt x="156" y="122"/>
                    <a:pt x="167" y="115"/>
                    <a:pt x="181" y="118"/>
                  </a:cubicBezTo>
                  <a:cubicBezTo>
                    <a:pt x="187" y="109"/>
                    <a:pt x="192" y="106"/>
                    <a:pt x="206" y="109"/>
                  </a:cubicBezTo>
                  <a:cubicBezTo>
                    <a:pt x="211" y="112"/>
                    <a:pt x="208" y="123"/>
                    <a:pt x="217" y="123"/>
                  </a:cubicBezTo>
                  <a:cubicBezTo>
                    <a:pt x="220" y="113"/>
                    <a:pt x="218" y="106"/>
                    <a:pt x="217" y="96"/>
                  </a:cubicBezTo>
                  <a:cubicBezTo>
                    <a:pt x="218" y="95"/>
                    <a:pt x="219" y="94"/>
                    <a:pt x="223" y="94"/>
                  </a:cubicBezTo>
                  <a:cubicBezTo>
                    <a:pt x="230" y="99"/>
                    <a:pt x="227" y="113"/>
                    <a:pt x="235" y="115"/>
                  </a:cubicBezTo>
                  <a:close/>
                  <a:moveTo>
                    <a:pt x="249" y="119"/>
                  </a:moveTo>
                  <a:cubicBezTo>
                    <a:pt x="253" y="115"/>
                    <a:pt x="252" y="114"/>
                    <a:pt x="251" y="106"/>
                  </a:cubicBezTo>
                  <a:cubicBezTo>
                    <a:pt x="249" y="106"/>
                    <a:pt x="247" y="106"/>
                    <a:pt x="246" y="106"/>
                  </a:cubicBezTo>
                  <a:cubicBezTo>
                    <a:pt x="246" y="112"/>
                    <a:pt x="244" y="119"/>
                    <a:pt x="249" y="119"/>
                  </a:cubicBezTo>
                  <a:close/>
                  <a:moveTo>
                    <a:pt x="290" y="233"/>
                  </a:moveTo>
                  <a:cubicBezTo>
                    <a:pt x="297" y="251"/>
                    <a:pt x="272" y="261"/>
                    <a:pt x="263" y="261"/>
                  </a:cubicBezTo>
                  <a:cubicBezTo>
                    <a:pt x="235" y="262"/>
                    <a:pt x="235" y="227"/>
                    <a:pt x="219" y="217"/>
                  </a:cubicBezTo>
                  <a:cubicBezTo>
                    <a:pt x="206" y="218"/>
                    <a:pt x="190" y="215"/>
                    <a:pt x="185" y="225"/>
                  </a:cubicBezTo>
                  <a:cubicBezTo>
                    <a:pt x="187" y="239"/>
                    <a:pt x="203" y="232"/>
                    <a:pt x="206" y="243"/>
                  </a:cubicBezTo>
                  <a:cubicBezTo>
                    <a:pt x="211" y="266"/>
                    <a:pt x="157" y="273"/>
                    <a:pt x="131" y="267"/>
                  </a:cubicBezTo>
                  <a:cubicBezTo>
                    <a:pt x="113" y="262"/>
                    <a:pt x="104" y="241"/>
                    <a:pt x="98" y="224"/>
                  </a:cubicBezTo>
                  <a:cubicBezTo>
                    <a:pt x="85" y="224"/>
                    <a:pt x="75" y="213"/>
                    <a:pt x="62" y="218"/>
                  </a:cubicBezTo>
                  <a:cubicBezTo>
                    <a:pt x="60" y="232"/>
                    <a:pt x="73" y="233"/>
                    <a:pt x="74" y="247"/>
                  </a:cubicBezTo>
                  <a:cubicBezTo>
                    <a:pt x="77" y="282"/>
                    <a:pt x="35" y="266"/>
                    <a:pt x="10" y="256"/>
                  </a:cubicBezTo>
                  <a:cubicBezTo>
                    <a:pt x="24" y="218"/>
                    <a:pt x="2" y="167"/>
                    <a:pt x="20" y="137"/>
                  </a:cubicBezTo>
                  <a:cubicBezTo>
                    <a:pt x="32" y="118"/>
                    <a:pt x="64" y="108"/>
                    <a:pt x="97" y="113"/>
                  </a:cubicBezTo>
                  <a:cubicBezTo>
                    <a:pt x="107" y="114"/>
                    <a:pt x="136" y="127"/>
                    <a:pt x="145" y="110"/>
                  </a:cubicBezTo>
                  <a:cubicBezTo>
                    <a:pt x="145" y="98"/>
                    <a:pt x="139" y="90"/>
                    <a:pt x="134" y="82"/>
                  </a:cubicBezTo>
                  <a:cubicBezTo>
                    <a:pt x="137" y="63"/>
                    <a:pt x="131" y="50"/>
                    <a:pt x="135" y="36"/>
                  </a:cubicBezTo>
                  <a:cubicBezTo>
                    <a:pt x="143" y="0"/>
                    <a:pt x="173" y="3"/>
                    <a:pt x="207" y="8"/>
                  </a:cubicBezTo>
                  <a:cubicBezTo>
                    <a:pt x="213" y="6"/>
                    <a:pt x="211" y="14"/>
                    <a:pt x="211" y="18"/>
                  </a:cubicBezTo>
                  <a:cubicBezTo>
                    <a:pt x="216" y="18"/>
                    <a:pt x="228" y="22"/>
                    <a:pt x="234" y="27"/>
                  </a:cubicBezTo>
                  <a:cubicBezTo>
                    <a:pt x="224" y="61"/>
                    <a:pt x="251" y="79"/>
                    <a:pt x="269" y="96"/>
                  </a:cubicBezTo>
                  <a:cubicBezTo>
                    <a:pt x="282" y="123"/>
                    <a:pt x="285" y="167"/>
                    <a:pt x="263" y="184"/>
                  </a:cubicBezTo>
                  <a:cubicBezTo>
                    <a:pt x="262" y="204"/>
                    <a:pt x="268" y="218"/>
                    <a:pt x="275" y="229"/>
                  </a:cubicBezTo>
                  <a:cubicBezTo>
                    <a:pt x="282" y="229"/>
                    <a:pt x="289" y="228"/>
                    <a:pt x="290" y="2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0" name="Freeform 35">
              <a:extLst>
                <a:ext uri="{FF2B5EF4-FFF2-40B4-BE49-F238E27FC236}">
                  <a16:creationId xmlns:a16="http://schemas.microsoft.com/office/drawing/2014/main" id="{A66A0811-B010-B46B-D787-EBFBA71EA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098" y="5055235"/>
              <a:ext cx="357187" cy="352425"/>
            </a:xfrm>
            <a:custGeom>
              <a:avLst/>
              <a:gdLst>
                <a:gd name="T0" fmla="*/ 138 w 138"/>
                <a:gd name="T1" fmla="*/ 77 h 136"/>
                <a:gd name="T2" fmla="*/ 125 w 138"/>
                <a:gd name="T3" fmla="*/ 72 h 136"/>
                <a:gd name="T4" fmla="*/ 58 w 138"/>
                <a:gd name="T5" fmla="*/ 136 h 136"/>
                <a:gd name="T6" fmla="*/ 67 w 138"/>
                <a:gd name="T7" fmla="*/ 36 h 136"/>
                <a:gd name="T8" fmla="*/ 29 w 138"/>
                <a:gd name="T9" fmla="*/ 101 h 136"/>
                <a:gd name="T10" fmla="*/ 0 w 138"/>
                <a:gd name="T11" fmla="*/ 72 h 136"/>
                <a:gd name="T12" fmla="*/ 41 w 138"/>
                <a:gd name="T13" fmla="*/ 50 h 136"/>
                <a:gd name="T14" fmla="*/ 62 w 138"/>
                <a:gd name="T15" fmla="*/ 2 h 136"/>
                <a:gd name="T16" fmla="*/ 84 w 138"/>
                <a:gd name="T17" fmla="*/ 20 h 136"/>
                <a:gd name="T18" fmla="*/ 72 w 138"/>
                <a:gd name="T19" fmla="*/ 110 h 136"/>
                <a:gd name="T20" fmla="*/ 113 w 138"/>
                <a:gd name="T21" fmla="*/ 67 h 136"/>
                <a:gd name="T22" fmla="*/ 108 w 138"/>
                <a:gd name="T23" fmla="*/ 49 h 136"/>
                <a:gd name="T24" fmla="*/ 138 w 138"/>
                <a:gd name="T25" fmla="*/ 77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136">
                  <a:moveTo>
                    <a:pt x="138" y="77"/>
                  </a:moveTo>
                  <a:cubicBezTo>
                    <a:pt x="134" y="81"/>
                    <a:pt x="130" y="73"/>
                    <a:pt x="125" y="72"/>
                  </a:cubicBezTo>
                  <a:cubicBezTo>
                    <a:pt x="99" y="88"/>
                    <a:pt x="84" y="117"/>
                    <a:pt x="58" y="136"/>
                  </a:cubicBezTo>
                  <a:cubicBezTo>
                    <a:pt x="56" y="105"/>
                    <a:pt x="66" y="71"/>
                    <a:pt x="67" y="36"/>
                  </a:cubicBezTo>
                  <a:cubicBezTo>
                    <a:pt x="50" y="52"/>
                    <a:pt x="15" y="74"/>
                    <a:pt x="29" y="101"/>
                  </a:cubicBezTo>
                  <a:cubicBezTo>
                    <a:pt x="18" y="98"/>
                    <a:pt x="7" y="83"/>
                    <a:pt x="0" y="72"/>
                  </a:cubicBezTo>
                  <a:cubicBezTo>
                    <a:pt x="15" y="82"/>
                    <a:pt x="26" y="67"/>
                    <a:pt x="41" y="50"/>
                  </a:cubicBezTo>
                  <a:cubicBezTo>
                    <a:pt x="57" y="33"/>
                    <a:pt x="72" y="24"/>
                    <a:pt x="62" y="2"/>
                  </a:cubicBezTo>
                  <a:cubicBezTo>
                    <a:pt x="70" y="0"/>
                    <a:pt x="75" y="16"/>
                    <a:pt x="84" y="20"/>
                  </a:cubicBezTo>
                  <a:cubicBezTo>
                    <a:pt x="79" y="49"/>
                    <a:pt x="78" y="82"/>
                    <a:pt x="72" y="110"/>
                  </a:cubicBezTo>
                  <a:cubicBezTo>
                    <a:pt x="90" y="100"/>
                    <a:pt x="100" y="82"/>
                    <a:pt x="113" y="67"/>
                  </a:cubicBezTo>
                  <a:cubicBezTo>
                    <a:pt x="114" y="58"/>
                    <a:pt x="108" y="57"/>
                    <a:pt x="108" y="49"/>
                  </a:cubicBezTo>
                  <a:cubicBezTo>
                    <a:pt x="117" y="52"/>
                    <a:pt x="136" y="68"/>
                    <a:pt x="138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1" name="Freeform 36">
              <a:extLst>
                <a:ext uri="{FF2B5EF4-FFF2-40B4-BE49-F238E27FC236}">
                  <a16:creationId xmlns:a16="http://schemas.microsoft.com/office/drawing/2014/main" id="{73BCD84A-8793-9DEB-E7B5-D92B950D7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873" y="4920298"/>
              <a:ext cx="265112" cy="242888"/>
            </a:xfrm>
            <a:custGeom>
              <a:avLst/>
              <a:gdLst>
                <a:gd name="T0" fmla="*/ 74 w 102"/>
                <a:gd name="T1" fmla="*/ 0 h 94"/>
                <a:gd name="T2" fmla="*/ 102 w 102"/>
                <a:gd name="T3" fmla="*/ 37 h 94"/>
                <a:gd name="T4" fmla="*/ 87 w 102"/>
                <a:gd name="T5" fmla="*/ 29 h 94"/>
                <a:gd name="T6" fmla="*/ 25 w 102"/>
                <a:gd name="T7" fmla="*/ 80 h 94"/>
                <a:gd name="T8" fmla="*/ 28 w 102"/>
                <a:gd name="T9" fmla="*/ 94 h 94"/>
                <a:gd name="T10" fmla="*/ 0 w 102"/>
                <a:gd name="T11" fmla="*/ 58 h 94"/>
                <a:gd name="T12" fmla="*/ 15 w 102"/>
                <a:gd name="T13" fmla="*/ 64 h 94"/>
                <a:gd name="T14" fmla="*/ 77 w 102"/>
                <a:gd name="T15" fmla="*/ 15 h 94"/>
                <a:gd name="T16" fmla="*/ 74 w 102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94">
                  <a:moveTo>
                    <a:pt x="74" y="0"/>
                  </a:moveTo>
                  <a:cubicBezTo>
                    <a:pt x="85" y="2"/>
                    <a:pt x="99" y="25"/>
                    <a:pt x="102" y="37"/>
                  </a:cubicBezTo>
                  <a:cubicBezTo>
                    <a:pt x="94" y="35"/>
                    <a:pt x="94" y="29"/>
                    <a:pt x="87" y="29"/>
                  </a:cubicBezTo>
                  <a:cubicBezTo>
                    <a:pt x="66" y="44"/>
                    <a:pt x="44" y="61"/>
                    <a:pt x="25" y="80"/>
                  </a:cubicBezTo>
                  <a:cubicBezTo>
                    <a:pt x="25" y="86"/>
                    <a:pt x="32" y="88"/>
                    <a:pt x="28" y="94"/>
                  </a:cubicBezTo>
                  <a:cubicBezTo>
                    <a:pt x="16" y="85"/>
                    <a:pt x="9" y="72"/>
                    <a:pt x="0" y="58"/>
                  </a:cubicBezTo>
                  <a:cubicBezTo>
                    <a:pt x="6" y="53"/>
                    <a:pt x="9" y="64"/>
                    <a:pt x="15" y="64"/>
                  </a:cubicBezTo>
                  <a:cubicBezTo>
                    <a:pt x="36" y="49"/>
                    <a:pt x="59" y="34"/>
                    <a:pt x="77" y="15"/>
                  </a:cubicBezTo>
                  <a:cubicBezTo>
                    <a:pt x="79" y="7"/>
                    <a:pt x="74" y="6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2" name="Freeform 37">
              <a:extLst>
                <a:ext uri="{FF2B5EF4-FFF2-40B4-BE49-F238E27FC236}">
                  <a16:creationId xmlns:a16="http://schemas.microsoft.com/office/drawing/2014/main" id="{4C1F425D-B2DB-D9D4-4120-E430F9A74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710" y="4769485"/>
              <a:ext cx="320675" cy="184150"/>
            </a:xfrm>
            <a:custGeom>
              <a:avLst/>
              <a:gdLst>
                <a:gd name="T0" fmla="*/ 124 w 124"/>
                <a:gd name="T1" fmla="*/ 36 h 71"/>
                <a:gd name="T2" fmla="*/ 113 w 124"/>
                <a:gd name="T3" fmla="*/ 30 h 71"/>
                <a:gd name="T4" fmla="*/ 36 w 124"/>
                <a:gd name="T5" fmla="*/ 64 h 71"/>
                <a:gd name="T6" fmla="*/ 38 w 124"/>
                <a:gd name="T7" fmla="*/ 11 h 71"/>
                <a:gd name="T8" fmla="*/ 43 w 124"/>
                <a:gd name="T9" fmla="*/ 24 h 71"/>
                <a:gd name="T10" fmla="*/ 41 w 124"/>
                <a:gd name="T11" fmla="*/ 28 h 71"/>
                <a:gd name="T12" fmla="*/ 22 w 124"/>
                <a:gd name="T13" fmla="*/ 30 h 71"/>
                <a:gd name="T14" fmla="*/ 27 w 124"/>
                <a:gd name="T15" fmla="*/ 52 h 71"/>
                <a:gd name="T16" fmla="*/ 103 w 124"/>
                <a:gd name="T17" fmla="*/ 14 h 71"/>
                <a:gd name="T18" fmla="*/ 102 w 124"/>
                <a:gd name="T19" fmla="*/ 0 h 71"/>
                <a:gd name="T20" fmla="*/ 124 w 124"/>
                <a:gd name="T21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4" h="71">
                  <a:moveTo>
                    <a:pt x="124" y="36"/>
                  </a:moveTo>
                  <a:cubicBezTo>
                    <a:pt x="119" y="41"/>
                    <a:pt x="119" y="29"/>
                    <a:pt x="113" y="30"/>
                  </a:cubicBezTo>
                  <a:cubicBezTo>
                    <a:pt x="91" y="30"/>
                    <a:pt x="65" y="71"/>
                    <a:pt x="36" y="64"/>
                  </a:cubicBezTo>
                  <a:cubicBezTo>
                    <a:pt x="15" y="59"/>
                    <a:pt x="0" y="14"/>
                    <a:pt x="38" y="11"/>
                  </a:cubicBezTo>
                  <a:cubicBezTo>
                    <a:pt x="39" y="16"/>
                    <a:pt x="43" y="17"/>
                    <a:pt x="43" y="24"/>
                  </a:cubicBezTo>
                  <a:cubicBezTo>
                    <a:pt x="41" y="24"/>
                    <a:pt x="42" y="26"/>
                    <a:pt x="41" y="28"/>
                  </a:cubicBezTo>
                  <a:cubicBezTo>
                    <a:pt x="33" y="31"/>
                    <a:pt x="28" y="31"/>
                    <a:pt x="22" y="30"/>
                  </a:cubicBezTo>
                  <a:cubicBezTo>
                    <a:pt x="17" y="38"/>
                    <a:pt x="23" y="47"/>
                    <a:pt x="27" y="52"/>
                  </a:cubicBezTo>
                  <a:cubicBezTo>
                    <a:pt x="63" y="48"/>
                    <a:pt x="80" y="28"/>
                    <a:pt x="103" y="14"/>
                  </a:cubicBezTo>
                  <a:cubicBezTo>
                    <a:pt x="107" y="6"/>
                    <a:pt x="97" y="2"/>
                    <a:pt x="102" y="0"/>
                  </a:cubicBezTo>
                  <a:cubicBezTo>
                    <a:pt x="110" y="2"/>
                    <a:pt x="121" y="28"/>
                    <a:pt x="124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3" name="Freeform 38">
              <a:extLst>
                <a:ext uri="{FF2B5EF4-FFF2-40B4-BE49-F238E27FC236}">
                  <a16:creationId xmlns:a16="http://schemas.microsoft.com/office/drawing/2014/main" id="{C290AF30-39B5-8A06-559C-28C5571A92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560" y="4437698"/>
              <a:ext cx="307975" cy="287338"/>
            </a:xfrm>
            <a:custGeom>
              <a:avLst/>
              <a:gdLst>
                <a:gd name="T0" fmla="*/ 119 w 119"/>
                <a:gd name="T1" fmla="*/ 107 h 111"/>
                <a:gd name="T2" fmla="*/ 104 w 119"/>
                <a:gd name="T3" fmla="*/ 95 h 111"/>
                <a:gd name="T4" fmla="*/ 19 w 119"/>
                <a:gd name="T5" fmla="*/ 111 h 111"/>
                <a:gd name="T6" fmla="*/ 78 w 119"/>
                <a:gd name="T7" fmla="*/ 32 h 111"/>
                <a:gd name="T8" fmla="*/ 16 w 119"/>
                <a:gd name="T9" fmla="*/ 47 h 111"/>
                <a:gd name="T10" fmla="*/ 12 w 119"/>
                <a:gd name="T11" fmla="*/ 64 h 111"/>
                <a:gd name="T12" fmla="*/ 0 w 119"/>
                <a:gd name="T13" fmla="*/ 23 h 111"/>
                <a:gd name="T14" fmla="*/ 15 w 119"/>
                <a:gd name="T15" fmla="*/ 35 h 111"/>
                <a:gd name="T16" fmla="*/ 94 w 119"/>
                <a:gd name="T17" fmla="*/ 0 h 111"/>
                <a:gd name="T18" fmla="*/ 44 w 119"/>
                <a:gd name="T19" fmla="*/ 99 h 111"/>
                <a:gd name="T20" fmla="*/ 103 w 119"/>
                <a:gd name="T21" fmla="*/ 85 h 111"/>
                <a:gd name="T22" fmla="*/ 107 w 119"/>
                <a:gd name="T23" fmla="*/ 66 h 111"/>
                <a:gd name="T24" fmla="*/ 119 w 119"/>
                <a:gd name="T25" fmla="*/ 107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" h="111">
                  <a:moveTo>
                    <a:pt x="119" y="107"/>
                  </a:moveTo>
                  <a:cubicBezTo>
                    <a:pt x="108" y="109"/>
                    <a:pt x="111" y="96"/>
                    <a:pt x="104" y="95"/>
                  </a:cubicBezTo>
                  <a:cubicBezTo>
                    <a:pt x="77" y="96"/>
                    <a:pt x="45" y="110"/>
                    <a:pt x="19" y="111"/>
                  </a:cubicBezTo>
                  <a:cubicBezTo>
                    <a:pt x="33" y="80"/>
                    <a:pt x="61" y="61"/>
                    <a:pt x="78" y="32"/>
                  </a:cubicBezTo>
                  <a:cubicBezTo>
                    <a:pt x="61" y="33"/>
                    <a:pt x="34" y="39"/>
                    <a:pt x="16" y="47"/>
                  </a:cubicBezTo>
                  <a:cubicBezTo>
                    <a:pt x="14" y="51"/>
                    <a:pt x="16" y="61"/>
                    <a:pt x="12" y="64"/>
                  </a:cubicBezTo>
                  <a:cubicBezTo>
                    <a:pt x="4" y="56"/>
                    <a:pt x="5" y="37"/>
                    <a:pt x="0" y="23"/>
                  </a:cubicBezTo>
                  <a:cubicBezTo>
                    <a:pt x="11" y="21"/>
                    <a:pt x="8" y="34"/>
                    <a:pt x="15" y="35"/>
                  </a:cubicBezTo>
                  <a:cubicBezTo>
                    <a:pt x="45" y="29"/>
                    <a:pt x="88" y="33"/>
                    <a:pt x="94" y="0"/>
                  </a:cubicBezTo>
                  <a:cubicBezTo>
                    <a:pt x="118" y="42"/>
                    <a:pt x="56" y="68"/>
                    <a:pt x="44" y="99"/>
                  </a:cubicBezTo>
                  <a:cubicBezTo>
                    <a:pt x="65" y="95"/>
                    <a:pt x="85" y="91"/>
                    <a:pt x="103" y="85"/>
                  </a:cubicBezTo>
                  <a:cubicBezTo>
                    <a:pt x="105" y="80"/>
                    <a:pt x="103" y="71"/>
                    <a:pt x="107" y="66"/>
                  </a:cubicBezTo>
                  <a:cubicBezTo>
                    <a:pt x="115" y="75"/>
                    <a:pt x="114" y="95"/>
                    <a:pt x="119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4" name="Freeform 39">
              <a:extLst>
                <a:ext uri="{FF2B5EF4-FFF2-40B4-BE49-F238E27FC236}">
                  <a16:creationId xmlns:a16="http://schemas.microsoft.com/office/drawing/2014/main" id="{EC5ABF3C-40F8-0BEF-57C8-CD5583857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635" y="3866198"/>
              <a:ext cx="269875" cy="282575"/>
            </a:xfrm>
            <a:custGeom>
              <a:avLst/>
              <a:gdLst>
                <a:gd name="T0" fmla="*/ 100 w 104"/>
                <a:gd name="T1" fmla="*/ 0 h 109"/>
                <a:gd name="T2" fmla="*/ 100 w 104"/>
                <a:gd name="T3" fmla="*/ 30 h 109"/>
                <a:gd name="T4" fmla="*/ 29 w 104"/>
                <a:gd name="T5" fmla="*/ 83 h 109"/>
                <a:gd name="T6" fmla="*/ 96 w 104"/>
                <a:gd name="T7" fmla="*/ 68 h 109"/>
                <a:gd name="T8" fmla="*/ 99 w 104"/>
                <a:gd name="T9" fmla="*/ 109 h 109"/>
                <a:gd name="T10" fmla="*/ 87 w 104"/>
                <a:gd name="T11" fmla="*/ 92 h 109"/>
                <a:gd name="T12" fmla="*/ 1 w 104"/>
                <a:gd name="T13" fmla="*/ 91 h 109"/>
                <a:gd name="T14" fmla="*/ 78 w 104"/>
                <a:gd name="T15" fmla="*/ 26 h 109"/>
                <a:gd name="T16" fmla="*/ 13 w 104"/>
                <a:gd name="T17" fmla="*/ 28 h 109"/>
                <a:gd name="T18" fmla="*/ 7 w 104"/>
                <a:gd name="T19" fmla="*/ 43 h 109"/>
                <a:gd name="T20" fmla="*/ 5 w 104"/>
                <a:gd name="T21" fmla="*/ 1 h 109"/>
                <a:gd name="T22" fmla="*/ 12 w 104"/>
                <a:gd name="T23" fmla="*/ 15 h 109"/>
                <a:gd name="T24" fmla="*/ 88 w 104"/>
                <a:gd name="T25" fmla="*/ 15 h 109"/>
                <a:gd name="T26" fmla="*/ 95 w 104"/>
                <a:gd name="T27" fmla="*/ 0 h 109"/>
                <a:gd name="T28" fmla="*/ 100 w 104"/>
                <a:gd name="T2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9">
                  <a:moveTo>
                    <a:pt x="100" y="0"/>
                  </a:moveTo>
                  <a:cubicBezTo>
                    <a:pt x="100" y="10"/>
                    <a:pt x="100" y="20"/>
                    <a:pt x="100" y="30"/>
                  </a:cubicBezTo>
                  <a:cubicBezTo>
                    <a:pt x="76" y="47"/>
                    <a:pt x="52" y="66"/>
                    <a:pt x="29" y="83"/>
                  </a:cubicBezTo>
                  <a:cubicBezTo>
                    <a:pt x="52" y="86"/>
                    <a:pt x="95" y="93"/>
                    <a:pt x="96" y="68"/>
                  </a:cubicBezTo>
                  <a:cubicBezTo>
                    <a:pt x="104" y="73"/>
                    <a:pt x="100" y="100"/>
                    <a:pt x="99" y="109"/>
                  </a:cubicBezTo>
                  <a:cubicBezTo>
                    <a:pt x="91" y="107"/>
                    <a:pt x="94" y="93"/>
                    <a:pt x="87" y="92"/>
                  </a:cubicBezTo>
                  <a:cubicBezTo>
                    <a:pt x="58" y="91"/>
                    <a:pt x="27" y="95"/>
                    <a:pt x="1" y="91"/>
                  </a:cubicBezTo>
                  <a:cubicBezTo>
                    <a:pt x="22" y="63"/>
                    <a:pt x="55" y="50"/>
                    <a:pt x="78" y="26"/>
                  </a:cubicBezTo>
                  <a:cubicBezTo>
                    <a:pt x="62" y="28"/>
                    <a:pt x="29" y="24"/>
                    <a:pt x="13" y="28"/>
                  </a:cubicBezTo>
                  <a:cubicBezTo>
                    <a:pt x="10" y="30"/>
                    <a:pt x="11" y="39"/>
                    <a:pt x="7" y="43"/>
                  </a:cubicBezTo>
                  <a:cubicBezTo>
                    <a:pt x="0" y="36"/>
                    <a:pt x="3" y="10"/>
                    <a:pt x="5" y="1"/>
                  </a:cubicBezTo>
                  <a:cubicBezTo>
                    <a:pt x="12" y="1"/>
                    <a:pt x="8" y="12"/>
                    <a:pt x="12" y="15"/>
                  </a:cubicBezTo>
                  <a:cubicBezTo>
                    <a:pt x="35" y="19"/>
                    <a:pt x="66" y="21"/>
                    <a:pt x="88" y="15"/>
                  </a:cubicBezTo>
                  <a:cubicBezTo>
                    <a:pt x="91" y="11"/>
                    <a:pt x="95" y="7"/>
                    <a:pt x="95" y="0"/>
                  </a:cubicBezTo>
                  <a:cubicBezTo>
                    <a:pt x="96" y="0"/>
                    <a:pt x="99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5" name="Freeform 40">
              <a:extLst>
                <a:ext uri="{FF2B5EF4-FFF2-40B4-BE49-F238E27FC236}">
                  <a16:creationId xmlns:a16="http://schemas.microsoft.com/office/drawing/2014/main" id="{71683E3E-7FC7-D87B-D9C4-F28D7FD332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78635" y="4175760"/>
              <a:ext cx="269875" cy="271463"/>
            </a:xfrm>
            <a:custGeom>
              <a:avLst/>
              <a:gdLst>
                <a:gd name="T0" fmla="*/ 46 w 104"/>
                <a:gd name="T1" fmla="*/ 58 h 105"/>
                <a:gd name="T2" fmla="*/ 79 w 104"/>
                <a:gd name="T3" fmla="*/ 40 h 105"/>
                <a:gd name="T4" fmla="*/ 43 w 104"/>
                <a:gd name="T5" fmla="*/ 33 h 105"/>
                <a:gd name="T6" fmla="*/ 46 w 104"/>
                <a:gd name="T7" fmla="*/ 58 h 105"/>
                <a:gd name="T8" fmla="*/ 104 w 104"/>
                <a:gd name="T9" fmla="*/ 41 h 105"/>
                <a:gd name="T10" fmla="*/ 62 w 104"/>
                <a:gd name="T11" fmla="*/ 67 h 105"/>
                <a:gd name="T12" fmla="*/ 19 w 104"/>
                <a:gd name="T13" fmla="*/ 89 h 105"/>
                <a:gd name="T14" fmla="*/ 11 w 104"/>
                <a:gd name="T15" fmla="*/ 105 h 105"/>
                <a:gd name="T16" fmla="*/ 8 w 104"/>
                <a:gd name="T17" fmla="*/ 62 h 105"/>
                <a:gd name="T18" fmla="*/ 16 w 104"/>
                <a:gd name="T19" fmla="*/ 74 h 105"/>
                <a:gd name="T20" fmla="*/ 40 w 104"/>
                <a:gd name="T21" fmla="*/ 63 h 105"/>
                <a:gd name="T22" fmla="*/ 38 w 104"/>
                <a:gd name="T23" fmla="*/ 31 h 105"/>
                <a:gd name="T24" fmla="*/ 13 w 104"/>
                <a:gd name="T25" fmla="*/ 24 h 105"/>
                <a:gd name="T26" fmla="*/ 8 w 104"/>
                <a:gd name="T27" fmla="*/ 38 h 105"/>
                <a:gd name="T28" fmla="*/ 1 w 104"/>
                <a:gd name="T29" fmla="*/ 1 h 105"/>
                <a:gd name="T30" fmla="*/ 12 w 104"/>
                <a:gd name="T31" fmla="*/ 14 h 105"/>
                <a:gd name="T32" fmla="*/ 104 w 104"/>
                <a:gd name="T3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4" h="105">
                  <a:moveTo>
                    <a:pt x="46" y="58"/>
                  </a:moveTo>
                  <a:cubicBezTo>
                    <a:pt x="60" y="54"/>
                    <a:pt x="69" y="48"/>
                    <a:pt x="79" y="40"/>
                  </a:cubicBezTo>
                  <a:cubicBezTo>
                    <a:pt x="67" y="39"/>
                    <a:pt x="55" y="29"/>
                    <a:pt x="43" y="33"/>
                  </a:cubicBezTo>
                  <a:cubicBezTo>
                    <a:pt x="46" y="39"/>
                    <a:pt x="45" y="50"/>
                    <a:pt x="46" y="58"/>
                  </a:cubicBezTo>
                  <a:close/>
                  <a:moveTo>
                    <a:pt x="104" y="41"/>
                  </a:moveTo>
                  <a:cubicBezTo>
                    <a:pt x="95" y="55"/>
                    <a:pt x="77" y="59"/>
                    <a:pt x="62" y="67"/>
                  </a:cubicBezTo>
                  <a:cubicBezTo>
                    <a:pt x="47" y="74"/>
                    <a:pt x="34" y="83"/>
                    <a:pt x="19" y="89"/>
                  </a:cubicBezTo>
                  <a:cubicBezTo>
                    <a:pt x="17" y="96"/>
                    <a:pt x="17" y="105"/>
                    <a:pt x="11" y="105"/>
                  </a:cubicBezTo>
                  <a:cubicBezTo>
                    <a:pt x="12" y="89"/>
                    <a:pt x="5" y="73"/>
                    <a:pt x="8" y="62"/>
                  </a:cubicBezTo>
                  <a:cubicBezTo>
                    <a:pt x="14" y="62"/>
                    <a:pt x="12" y="71"/>
                    <a:pt x="16" y="74"/>
                  </a:cubicBezTo>
                  <a:cubicBezTo>
                    <a:pt x="25" y="72"/>
                    <a:pt x="32" y="67"/>
                    <a:pt x="40" y="63"/>
                  </a:cubicBezTo>
                  <a:cubicBezTo>
                    <a:pt x="41" y="50"/>
                    <a:pt x="38" y="43"/>
                    <a:pt x="38" y="31"/>
                  </a:cubicBezTo>
                  <a:cubicBezTo>
                    <a:pt x="32" y="22"/>
                    <a:pt x="25" y="25"/>
                    <a:pt x="13" y="24"/>
                  </a:cubicBezTo>
                  <a:cubicBezTo>
                    <a:pt x="7" y="24"/>
                    <a:pt x="13" y="36"/>
                    <a:pt x="8" y="38"/>
                  </a:cubicBezTo>
                  <a:cubicBezTo>
                    <a:pt x="0" y="33"/>
                    <a:pt x="3" y="14"/>
                    <a:pt x="1" y="1"/>
                  </a:cubicBezTo>
                  <a:cubicBezTo>
                    <a:pt x="10" y="0"/>
                    <a:pt x="8" y="10"/>
                    <a:pt x="12" y="14"/>
                  </a:cubicBezTo>
                  <a:cubicBezTo>
                    <a:pt x="41" y="24"/>
                    <a:pt x="76" y="29"/>
                    <a:pt x="104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</p:grpSp>
      <p:sp>
        <p:nvSpPr>
          <p:cNvPr id="5" name="椭圆 4">
            <a:extLst>
              <a:ext uri="{FF2B5EF4-FFF2-40B4-BE49-F238E27FC236}">
                <a16:creationId xmlns:a16="http://schemas.microsoft.com/office/drawing/2014/main" id="{32D2C551-1AF0-1441-97EE-1642CDC106F4}"/>
              </a:ext>
            </a:extLst>
          </p:cNvPr>
          <p:cNvSpPr/>
          <p:nvPr/>
        </p:nvSpPr>
        <p:spPr>
          <a:xfrm>
            <a:off x="2028715" y="1207859"/>
            <a:ext cx="377936" cy="3779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1</a:t>
            </a:r>
            <a:endParaRPr lang="zh-CN" altLang="en-US" sz="2400" dirty="0">
              <a:latin typeface="+mn-ea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669015C-A114-5D0A-C7D7-3D68548E11BD}"/>
              </a:ext>
            </a:extLst>
          </p:cNvPr>
          <p:cNvSpPr/>
          <p:nvPr/>
        </p:nvSpPr>
        <p:spPr>
          <a:xfrm>
            <a:off x="2028715" y="2029465"/>
            <a:ext cx="377936" cy="3779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2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B97842C-AB34-2318-FC72-899D0A02FBB1}"/>
              </a:ext>
            </a:extLst>
          </p:cNvPr>
          <p:cNvSpPr/>
          <p:nvPr/>
        </p:nvSpPr>
        <p:spPr>
          <a:xfrm>
            <a:off x="2028715" y="2851071"/>
            <a:ext cx="377936" cy="3779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3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BBCA9DA-C0E3-250E-2607-85F201711D92}"/>
              </a:ext>
            </a:extLst>
          </p:cNvPr>
          <p:cNvSpPr/>
          <p:nvPr/>
        </p:nvSpPr>
        <p:spPr>
          <a:xfrm>
            <a:off x="2028715" y="3672677"/>
            <a:ext cx="377936" cy="3779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4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9F4EA58-2D21-B096-DE43-601EDC08395A}"/>
              </a:ext>
            </a:extLst>
          </p:cNvPr>
          <p:cNvSpPr/>
          <p:nvPr/>
        </p:nvSpPr>
        <p:spPr>
          <a:xfrm>
            <a:off x="2028715" y="4494283"/>
            <a:ext cx="377936" cy="3779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5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FF3FB2E-7A09-15BD-B514-8CE2B8C13131}"/>
              </a:ext>
            </a:extLst>
          </p:cNvPr>
          <p:cNvSpPr/>
          <p:nvPr/>
        </p:nvSpPr>
        <p:spPr>
          <a:xfrm>
            <a:off x="2028715" y="5315887"/>
            <a:ext cx="377936" cy="3779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6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3" name="文本占位符 22">
            <a:extLst>
              <a:ext uri="{FF2B5EF4-FFF2-40B4-BE49-F238E27FC236}">
                <a16:creationId xmlns:a16="http://schemas.microsoft.com/office/drawing/2014/main" id="{37A6DDFD-E504-8E3D-1AF2-321C9CE5B1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6819" y="1144222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4" name="文本占位符 22">
            <a:extLst>
              <a:ext uri="{FF2B5EF4-FFF2-40B4-BE49-F238E27FC236}">
                <a16:creationId xmlns:a16="http://schemas.microsoft.com/office/drawing/2014/main" id="{2B5AA712-64EC-5C09-FCF6-0225BD3B1B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96819" y="1949818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5" name="文本占位符 22">
            <a:extLst>
              <a:ext uri="{FF2B5EF4-FFF2-40B4-BE49-F238E27FC236}">
                <a16:creationId xmlns:a16="http://schemas.microsoft.com/office/drawing/2014/main" id="{F3C60BF2-0AC4-FA3C-8327-243CEE8C16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6819" y="2774926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6" name="文本占位符 22">
            <a:extLst>
              <a:ext uri="{FF2B5EF4-FFF2-40B4-BE49-F238E27FC236}">
                <a16:creationId xmlns:a16="http://schemas.microsoft.com/office/drawing/2014/main" id="{EE3E7D4F-980F-4A62-ECC7-94D085ACBA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96819" y="3600034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7" name="文本占位符 22">
            <a:extLst>
              <a:ext uri="{FF2B5EF4-FFF2-40B4-BE49-F238E27FC236}">
                <a16:creationId xmlns:a16="http://schemas.microsoft.com/office/drawing/2014/main" id="{A61553FE-DC04-10B5-6D4A-0465CE167B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96819" y="4402518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8" name="文本占位符 22">
            <a:extLst>
              <a:ext uri="{FF2B5EF4-FFF2-40B4-BE49-F238E27FC236}">
                <a16:creationId xmlns:a16="http://schemas.microsoft.com/office/drawing/2014/main" id="{ADF75CB8-301A-9522-DB7A-9359F0360B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496819" y="5242886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96646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（六节_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76B31C-484D-1243-346E-0D8FEF10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36020" y="6538913"/>
            <a:ext cx="601472" cy="319088"/>
          </a:xfrm>
        </p:spPr>
        <p:txBody>
          <a:bodyPr/>
          <a:lstStyle>
            <a:lvl1pPr>
              <a:defRPr lang="en-US" altLang="zh-CN" sz="1600" kern="1200" dirty="0" smtClean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05389D-C31E-4256-1684-8F4385C7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2112" y="6538913"/>
            <a:ext cx="673608" cy="319088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C87181AA-4DAD-42D9-B724-3F8AD1554AD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8EC224A-60D3-3041-D2B7-8A3EFFA30928}"/>
              </a:ext>
            </a:extLst>
          </p:cNvPr>
          <p:cNvGrpSpPr/>
          <p:nvPr userDrawn="1"/>
        </p:nvGrpSpPr>
        <p:grpSpPr>
          <a:xfrm>
            <a:off x="9371152" y="825910"/>
            <a:ext cx="4209136" cy="5349742"/>
            <a:chOff x="1508760" y="1972310"/>
            <a:chExt cx="3309937" cy="4206875"/>
          </a:xfrm>
          <a:solidFill>
            <a:schemeClr val="accent1">
              <a:alpha val="15000"/>
            </a:schemeClr>
          </a:solidFill>
        </p:grpSpPr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B1B0C16C-5953-AFF3-A85A-6BF2B1EB5F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08760" y="1972310"/>
              <a:ext cx="3309937" cy="4206875"/>
            </a:xfrm>
            <a:custGeom>
              <a:avLst/>
              <a:gdLst>
                <a:gd name="T0" fmla="*/ 1226 w 1275"/>
                <a:gd name="T1" fmla="*/ 588 h 1621"/>
                <a:gd name="T2" fmla="*/ 1228 w 1275"/>
                <a:gd name="T3" fmla="*/ 60 h 1621"/>
                <a:gd name="T4" fmla="*/ 935 w 1275"/>
                <a:gd name="T5" fmla="*/ 117 h 1621"/>
                <a:gd name="T6" fmla="*/ 644 w 1275"/>
                <a:gd name="T7" fmla="*/ 51 h 1621"/>
                <a:gd name="T8" fmla="*/ 88 w 1275"/>
                <a:gd name="T9" fmla="*/ 72 h 1621"/>
                <a:gd name="T10" fmla="*/ 59 w 1275"/>
                <a:gd name="T11" fmla="*/ 63 h 1621"/>
                <a:gd name="T12" fmla="*/ 61 w 1275"/>
                <a:gd name="T13" fmla="*/ 589 h 1621"/>
                <a:gd name="T14" fmla="*/ 96 w 1275"/>
                <a:gd name="T15" fmla="*/ 1079 h 1621"/>
                <a:gd name="T16" fmla="*/ 308 w 1275"/>
                <a:gd name="T17" fmla="*/ 1392 h 1621"/>
                <a:gd name="T18" fmla="*/ 646 w 1275"/>
                <a:gd name="T19" fmla="*/ 1572 h 1621"/>
                <a:gd name="T20" fmla="*/ 980 w 1275"/>
                <a:gd name="T21" fmla="*/ 1392 h 1621"/>
                <a:gd name="T22" fmla="*/ 1190 w 1275"/>
                <a:gd name="T23" fmla="*/ 1079 h 1621"/>
                <a:gd name="T24" fmla="*/ 1226 w 1275"/>
                <a:gd name="T25" fmla="*/ 588 h 1621"/>
                <a:gd name="T26" fmla="*/ 1267 w 1275"/>
                <a:gd name="T27" fmla="*/ 3 h 1621"/>
                <a:gd name="T28" fmla="*/ 1265 w 1275"/>
                <a:gd name="T29" fmla="*/ 566 h 1621"/>
                <a:gd name="T30" fmla="*/ 1228 w 1275"/>
                <a:gd name="T31" fmla="*/ 1092 h 1621"/>
                <a:gd name="T32" fmla="*/ 996 w 1275"/>
                <a:gd name="T33" fmla="*/ 1418 h 1621"/>
                <a:gd name="T34" fmla="*/ 643 w 1275"/>
                <a:gd name="T35" fmla="*/ 1621 h 1621"/>
                <a:gd name="T36" fmla="*/ 336 w 1275"/>
                <a:gd name="T37" fmla="*/ 1452 h 1621"/>
                <a:gd name="T38" fmla="*/ 107 w 1275"/>
                <a:gd name="T39" fmla="*/ 1203 h 1621"/>
                <a:gd name="T40" fmla="*/ 41 w 1275"/>
                <a:gd name="T41" fmla="*/ 1028 h 1621"/>
                <a:gd name="T42" fmla="*/ 17 w 1275"/>
                <a:gd name="T43" fmla="*/ 318 h 1621"/>
                <a:gd name="T44" fmla="*/ 17 w 1275"/>
                <a:gd name="T45" fmla="*/ 0 h 1621"/>
                <a:gd name="T46" fmla="*/ 331 w 1275"/>
                <a:gd name="T47" fmla="*/ 82 h 1621"/>
                <a:gd name="T48" fmla="*/ 644 w 1275"/>
                <a:gd name="T49" fmla="*/ 7 h 1621"/>
                <a:gd name="T50" fmla="*/ 962 w 1275"/>
                <a:gd name="T51" fmla="*/ 82 h 1621"/>
                <a:gd name="T52" fmla="*/ 1238 w 1275"/>
                <a:gd name="T53" fmla="*/ 17 h 1621"/>
                <a:gd name="T54" fmla="*/ 1267 w 1275"/>
                <a:gd name="T55" fmla="*/ 3 h 1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5" h="1621">
                  <a:moveTo>
                    <a:pt x="1226" y="588"/>
                  </a:moveTo>
                  <a:cubicBezTo>
                    <a:pt x="1226" y="410"/>
                    <a:pt x="1227" y="232"/>
                    <a:pt x="1228" y="60"/>
                  </a:cubicBezTo>
                  <a:cubicBezTo>
                    <a:pt x="1146" y="96"/>
                    <a:pt x="1049" y="120"/>
                    <a:pt x="935" y="117"/>
                  </a:cubicBezTo>
                  <a:cubicBezTo>
                    <a:pt x="827" y="116"/>
                    <a:pt x="720" y="94"/>
                    <a:pt x="644" y="51"/>
                  </a:cubicBezTo>
                  <a:cubicBezTo>
                    <a:pt x="511" y="134"/>
                    <a:pt x="242" y="136"/>
                    <a:pt x="88" y="72"/>
                  </a:cubicBezTo>
                  <a:cubicBezTo>
                    <a:pt x="79" y="68"/>
                    <a:pt x="68" y="60"/>
                    <a:pt x="59" y="63"/>
                  </a:cubicBezTo>
                  <a:cubicBezTo>
                    <a:pt x="57" y="236"/>
                    <a:pt x="61" y="413"/>
                    <a:pt x="61" y="589"/>
                  </a:cubicBezTo>
                  <a:cubicBezTo>
                    <a:pt x="61" y="769"/>
                    <a:pt x="50" y="941"/>
                    <a:pt x="96" y="1079"/>
                  </a:cubicBezTo>
                  <a:cubicBezTo>
                    <a:pt x="140" y="1211"/>
                    <a:pt x="213" y="1316"/>
                    <a:pt x="308" y="1392"/>
                  </a:cubicBezTo>
                  <a:cubicBezTo>
                    <a:pt x="404" y="1466"/>
                    <a:pt x="529" y="1507"/>
                    <a:pt x="646" y="1572"/>
                  </a:cubicBezTo>
                  <a:cubicBezTo>
                    <a:pt x="760" y="1505"/>
                    <a:pt x="885" y="1467"/>
                    <a:pt x="980" y="1392"/>
                  </a:cubicBezTo>
                  <a:cubicBezTo>
                    <a:pt x="1074" y="1314"/>
                    <a:pt x="1148" y="1212"/>
                    <a:pt x="1190" y="1079"/>
                  </a:cubicBezTo>
                  <a:cubicBezTo>
                    <a:pt x="1233" y="940"/>
                    <a:pt x="1226" y="768"/>
                    <a:pt x="1226" y="588"/>
                  </a:cubicBezTo>
                  <a:close/>
                  <a:moveTo>
                    <a:pt x="1267" y="3"/>
                  </a:moveTo>
                  <a:cubicBezTo>
                    <a:pt x="1275" y="189"/>
                    <a:pt x="1259" y="379"/>
                    <a:pt x="1265" y="566"/>
                  </a:cubicBezTo>
                  <a:cubicBezTo>
                    <a:pt x="1270" y="752"/>
                    <a:pt x="1275" y="946"/>
                    <a:pt x="1228" y="1092"/>
                  </a:cubicBezTo>
                  <a:cubicBezTo>
                    <a:pt x="1183" y="1231"/>
                    <a:pt x="1098" y="1340"/>
                    <a:pt x="996" y="1418"/>
                  </a:cubicBezTo>
                  <a:cubicBezTo>
                    <a:pt x="891" y="1499"/>
                    <a:pt x="760" y="1545"/>
                    <a:pt x="643" y="1621"/>
                  </a:cubicBezTo>
                  <a:cubicBezTo>
                    <a:pt x="543" y="1551"/>
                    <a:pt x="430" y="1514"/>
                    <a:pt x="336" y="1452"/>
                  </a:cubicBezTo>
                  <a:cubicBezTo>
                    <a:pt x="242" y="1390"/>
                    <a:pt x="165" y="1307"/>
                    <a:pt x="107" y="1203"/>
                  </a:cubicBezTo>
                  <a:cubicBezTo>
                    <a:pt x="78" y="1150"/>
                    <a:pt x="54" y="1092"/>
                    <a:pt x="41" y="1028"/>
                  </a:cubicBezTo>
                  <a:cubicBezTo>
                    <a:pt x="0" y="825"/>
                    <a:pt x="33" y="554"/>
                    <a:pt x="17" y="318"/>
                  </a:cubicBezTo>
                  <a:cubicBezTo>
                    <a:pt x="17" y="212"/>
                    <a:pt x="17" y="106"/>
                    <a:pt x="17" y="0"/>
                  </a:cubicBezTo>
                  <a:cubicBezTo>
                    <a:pt x="98" y="48"/>
                    <a:pt x="205" y="82"/>
                    <a:pt x="331" y="82"/>
                  </a:cubicBezTo>
                  <a:cubicBezTo>
                    <a:pt x="452" y="82"/>
                    <a:pt x="563" y="60"/>
                    <a:pt x="644" y="7"/>
                  </a:cubicBezTo>
                  <a:cubicBezTo>
                    <a:pt x="720" y="60"/>
                    <a:pt x="837" y="82"/>
                    <a:pt x="962" y="82"/>
                  </a:cubicBezTo>
                  <a:cubicBezTo>
                    <a:pt x="1067" y="82"/>
                    <a:pt x="1166" y="55"/>
                    <a:pt x="1238" y="17"/>
                  </a:cubicBezTo>
                  <a:cubicBezTo>
                    <a:pt x="1250" y="11"/>
                    <a:pt x="1260" y="2"/>
                    <a:pt x="1267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E8FFA7DF-B644-4817-3099-3219A1B2E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7523" y="3866198"/>
              <a:ext cx="269875" cy="249238"/>
            </a:xfrm>
            <a:custGeom>
              <a:avLst/>
              <a:gdLst>
                <a:gd name="T0" fmla="*/ 98 w 104"/>
                <a:gd name="T1" fmla="*/ 26 h 96"/>
                <a:gd name="T2" fmla="*/ 98 w 104"/>
                <a:gd name="T3" fmla="*/ 73 h 96"/>
                <a:gd name="T4" fmla="*/ 93 w 104"/>
                <a:gd name="T5" fmla="*/ 58 h 96"/>
                <a:gd name="T6" fmla="*/ 15 w 104"/>
                <a:gd name="T7" fmla="*/ 82 h 96"/>
                <a:gd name="T8" fmla="*/ 6 w 104"/>
                <a:gd name="T9" fmla="*/ 96 h 96"/>
                <a:gd name="T10" fmla="*/ 5 w 104"/>
                <a:gd name="T11" fmla="*/ 53 h 96"/>
                <a:gd name="T12" fmla="*/ 10 w 104"/>
                <a:gd name="T13" fmla="*/ 66 h 96"/>
                <a:gd name="T14" fmla="*/ 51 w 104"/>
                <a:gd name="T15" fmla="*/ 47 h 96"/>
                <a:gd name="T16" fmla="*/ 15 w 104"/>
                <a:gd name="T17" fmla="*/ 22 h 96"/>
                <a:gd name="T18" fmla="*/ 6 w 104"/>
                <a:gd name="T19" fmla="*/ 35 h 96"/>
                <a:gd name="T20" fmla="*/ 5 w 104"/>
                <a:gd name="T21" fmla="*/ 0 h 96"/>
                <a:gd name="T22" fmla="*/ 10 w 104"/>
                <a:gd name="T23" fmla="*/ 0 h 96"/>
                <a:gd name="T24" fmla="*/ 92 w 104"/>
                <a:gd name="T25" fmla="*/ 40 h 96"/>
                <a:gd name="T26" fmla="*/ 98 w 104"/>
                <a:gd name="T27" fmla="*/ 2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96">
                  <a:moveTo>
                    <a:pt x="98" y="26"/>
                  </a:moveTo>
                  <a:cubicBezTo>
                    <a:pt x="104" y="35"/>
                    <a:pt x="99" y="57"/>
                    <a:pt x="98" y="73"/>
                  </a:cubicBezTo>
                  <a:cubicBezTo>
                    <a:pt x="92" y="73"/>
                    <a:pt x="97" y="62"/>
                    <a:pt x="93" y="58"/>
                  </a:cubicBezTo>
                  <a:cubicBezTo>
                    <a:pt x="56" y="49"/>
                    <a:pt x="38" y="72"/>
                    <a:pt x="15" y="82"/>
                  </a:cubicBezTo>
                  <a:cubicBezTo>
                    <a:pt x="11" y="84"/>
                    <a:pt x="10" y="92"/>
                    <a:pt x="6" y="96"/>
                  </a:cubicBezTo>
                  <a:cubicBezTo>
                    <a:pt x="0" y="90"/>
                    <a:pt x="2" y="63"/>
                    <a:pt x="5" y="53"/>
                  </a:cubicBezTo>
                  <a:cubicBezTo>
                    <a:pt x="10" y="53"/>
                    <a:pt x="9" y="62"/>
                    <a:pt x="10" y="66"/>
                  </a:cubicBezTo>
                  <a:cubicBezTo>
                    <a:pt x="26" y="62"/>
                    <a:pt x="35" y="50"/>
                    <a:pt x="51" y="47"/>
                  </a:cubicBezTo>
                  <a:cubicBezTo>
                    <a:pt x="42" y="36"/>
                    <a:pt x="28" y="29"/>
                    <a:pt x="15" y="22"/>
                  </a:cubicBezTo>
                  <a:cubicBezTo>
                    <a:pt x="6" y="20"/>
                    <a:pt x="13" y="35"/>
                    <a:pt x="6" y="35"/>
                  </a:cubicBezTo>
                  <a:cubicBezTo>
                    <a:pt x="0" y="30"/>
                    <a:pt x="7" y="11"/>
                    <a:pt x="5" y="0"/>
                  </a:cubicBezTo>
                  <a:cubicBezTo>
                    <a:pt x="6" y="0"/>
                    <a:pt x="9" y="0"/>
                    <a:pt x="10" y="0"/>
                  </a:cubicBezTo>
                  <a:cubicBezTo>
                    <a:pt x="24" y="25"/>
                    <a:pt x="53" y="47"/>
                    <a:pt x="92" y="40"/>
                  </a:cubicBezTo>
                  <a:cubicBezTo>
                    <a:pt x="97" y="39"/>
                    <a:pt x="93" y="28"/>
                    <a:pt x="98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5DBCCBBB-5E1B-5C78-2097-9355459CD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348" y="4140835"/>
              <a:ext cx="265112" cy="244475"/>
            </a:xfrm>
            <a:custGeom>
              <a:avLst/>
              <a:gdLst>
                <a:gd name="T0" fmla="*/ 98 w 102"/>
                <a:gd name="T1" fmla="*/ 27 h 94"/>
                <a:gd name="T2" fmla="*/ 98 w 102"/>
                <a:gd name="T3" fmla="*/ 72 h 94"/>
                <a:gd name="T4" fmla="*/ 93 w 102"/>
                <a:gd name="T5" fmla="*/ 58 h 94"/>
                <a:gd name="T6" fmla="*/ 10 w 102"/>
                <a:gd name="T7" fmla="*/ 53 h 94"/>
                <a:gd name="T8" fmla="*/ 28 w 102"/>
                <a:gd name="T9" fmla="*/ 89 h 94"/>
                <a:gd name="T10" fmla="*/ 0 w 102"/>
                <a:gd name="T11" fmla="*/ 89 h 94"/>
                <a:gd name="T12" fmla="*/ 3 w 102"/>
                <a:gd name="T13" fmla="*/ 3 h 94"/>
                <a:gd name="T14" fmla="*/ 30 w 102"/>
                <a:gd name="T15" fmla="*/ 5 h 94"/>
                <a:gd name="T16" fmla="*/ 10 w 102"/>
                <a:gd name="T17" fmla="*/ 37 h 94"/>
                <a:gd name="T18" fmla="*/ 89 w 102"/>
                <a:gd name="T19" fmla="*/ 40 h 94"/>
                <a:gd name="T20" fmla="*/ 98 w 102"/>
                <a:gd name="T21" fmla="*/ 2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94">
                  <a:moveTo>
                    <a:pt x="98" y="27"/>
                  </a:moveTo>
                  <a:cubicBezTo>
                    <a:pt x="102" y="33"/>
                    <a:pt x="99" y="61"/>
                    <a:pt x="98" y="72"/>
                  </a:cubicBezTo>
                  <a:cubicBezTo>
                    <a:pt x="91" y="72"/>
                    <a:pt x="93" y="65"/>
                    <a:pt x="93" y="58"/>
                  </a:cubicBezTo>
                  <a:cubicBezTo>
                    <a:pt x="67" y="53"/>
                    <a:pt x="35" y="57"/>
                    <a:pt x="10" y="53"/>
                  </a:cubicBezTo>
                  <a:cubicBezTo>
                    <a:pt x="0" y="73"/>
                    <a:pt x="21" y="78"/>
                    <a:pt x="28" y="89"/>
                  </a:cubicBezTo>
                  <a:cubicBezTo>
                    <a:pt x="21" y="94"/>
                    <a:pt x="10" y="89"/>
                    <a:pt x="0" y="89"/>
                  </a:cubicBezTo>
                  <a:cubicBezTo>
                    <a:pt x="2" y="61"/>
                    <a:pt x="2" y="32"/>
                    <a:pt x="3" y="3"/>
                  </a:cubicBezTo>
                  <a:cubicBezTo>
                    <a:pt x="12" y="4"/>
                    <a:pt x="24" y="0"/>
                    <a:pt x="30" y="5"/>
                  </a:cubicBezTo>
                  <a:cubicBezTo>
                    <a:pt x="23" y="15"/>
                    <a:pt x="3" y="14"/>
                    <a:pt x="10" y="37"/>
                  </a:cubicBezTo>
                  <a:cubicBezTo>
                    <a:pt x="35" y="40"/>
                    <a:pt x="57" y="40"/>
                    <a:pt x="89" y="40"/>
                  </a:cubicBezTo>
                  <a:cubicBezTo>
                    <a:pt x="95" y="39"/>
                    <a:pt x="91" y="28"/>
                    <a:pt x="98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AC83772D-8A91-F3BD-5AC9-C5C530D2F8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2223" y="2431098"/>
              <a:ext cx="765175" cy="695325"/>
            </a:xfrm>
            <a:custGeom>
              <a:avLst/>
              <a:gdLst>
                <a:gd name="T0" fmla="*/ 47 w 295"/>
                <a:gd name="T1" fmla="*/ 102 h 268"/>
                <a:gd name="T2" fmla="*/ 56 w 295"/>
                <a:gd name="T3" fmla="*/ 77 h 268"/>
                <a:gd name="T4" fmla="*/ 56 w 295"/>
                <a:gd name="T5" fmla="*/ 77 h 268"/>
                <a:gd name="T6" fmla="*/ 92 w 295"/>
                <a:gd name="T7" fmla="*/ 116 h 268"/>
                <a:gd name="T8" fmla="*/ 107 w 295"/>
                <a:gd name="T9" fmla="*/ 124 h 268"/>
                <a:gd name="T10" fmla="*/ 83 w 295"/>
                <a:gd name="T11" fmla="*/ 69 h 268"/>
                <a:gd name="T12" fmla="*/ 119 w 295"/>
                <a:gd name="T13" fmla="*/ 55 h 268"/>
                <a:gd name="T14" fmla="*/ 119 w 295"/>
                <a:gd name="T15" fmla="*/ 55 h 268"/>
                <a:gd name="T16" fmla="*/ 114 w 295"/>
                <a:gd name="T17" fmla="*/ 16 h 268"/>
                <a:gd name="T18" fmla="*/ 143 w 295"/>
                <a:gd name="T19" fmla="*/ 133 h 268"/>
                <a:gd name="T20" fmla="*/ 130 w 295"/>
                <a:gd name="T21" fmla="*/ 84 h 268"/>
                <a:gd name="T22" fmla="*/ 107 w 295"/>
                <a:gd name="T23" fmla="*/ 88 h 268"/>
                <a:gd name="T24" fmla="*/ 60 w 295"/>
                <a:gd name="T25" fmla="*/ 111 h 268"/>
                <a:gd name="T26" fmla="*/ 77 w 295"/>
                <a:gd name="T27" fmla="*/ 97 h 268"/>
                <a:gd name="T28" fmla="*/ 88 w 295"/>
                <a:gd name="T29" fmla="*/ 106 h 268"/>
                <a:gd name="T30" fmla="*/ 143 w 295"/>
                <a:gd name="T31" fmla="*/ 133 h 268"/>
                <a:gd name="T32" fmla="*/ 146 w 295"/>
                <a:gd name="T33" fmla="*/ 25 h 268"/>
                <a:gd name="T34" fmla="*/ 147 w 295"/>
                <a:gd name="T35" fmla="*/ 34 h 268"/>
                <a:gd name="T36" fmla="*/ 151 w 295"/>
                <a:gd name="T37" fmla="*/ 183 h 268"/>
                <a:gd name="T38" fmla="*/ 109 w 295"/>
                <a:gd name="T39" fmla="*/ 147 h 268"/>
                <a:gd name="T40" fmla="*/ 97 w 295"/>
                <a:gd name="T41" fmla="*/ 133 h 268"/>
                <a:gd name="T42" fmla="*/ 97 w 295"/>
                <a:gd name="T43" fmla="*/ 158 h 268"/>
                <a:gd name="T44" fmla="*/ 148 w 295"/>
                <a:gd name="T45" fmla="*/ 201 h 268"/>
                <a:gd name="T46" fmla="*/ 134 w 295"/>
                <a:gd name="T47" fmla="*/ 214 h 268"/>
                <a:gd name="T48" fmla="*/ 109 w 295"/>
                <a:gd name="T49" fmla="*/ 240 h 268"/>
                <a:gd name="T50" fmla="*/ 140 w 295"/>
                <a:gd name="T51" fmla="*/ 224 h 268"/>
                <a:gd name="T52" fmla="*/ 158 w 295"/>
                <a:gd name="T53" fmla="*/ 215 h 268"/>
                <a:gd name="T54" fmla="*/ 146 w 295"/>
                <a:gd name="T55" fmla="*/ 153 h 268"/>
                <a:gd name="T56" fmla="*/ 159 w 295"/>
                <a:gd name="T57" fmla="*/ 159 h 268"/>
                <a:gd name="T58" fmla="*/ 164 w 295"/>
                <a:gd name="T59" fmla="*/ 136 h 268"/>
                <a:gd name="T60" fmla="*/ 200 w 295"/>
                <a:gd name="T61" fmla="*/ 129 h 268"/>
                <a:gd name="T62" fmla="*/ 193 w 295"/>
                <a:gd name="T63" fmla="*/ 120 h 268"/>
                <a:gd name="T64" fmla="*/ 200 w 295"/>
                <a:gd name="T65" fmla="*/ 129 h 268"/>
                <a:gd name="T66" fmla="*/ 242 w 295"/>
                <a:gd name="T67" fmla="*/ 133 h 268"/>
                <a:gd name="T68" fmla="*/ 263 w 295"/>
                <a:gd name="T69" fmla="*/ 206 h 268"/>
                <a:gd name="T70" fmla="*/ 244 w 295"/>
                <a:gd name="T71" fmla="*/ 168 h 268"/>
                <a:gd name="T72" fmla="*/ 241 w 295"/>
                <a:gd name="T73" fmla="*/ 177 h 268"/>
                <a:gd name="T74" fmla="*/ 270 w 295"/>
                <a:gd name="T75" fmla="*/ 155 h 268"/>
                <a:gd name="T76" fmla="*/ 255 w 295"/>
                <a:gd name="T77" fmla="*/ 155 h 268"/>
                <a:gd name="T78" fmla="*/ 270 w 295"/>
                <a:gd name="T79" fmla="*/ 183 h 268"/>
                <a:gd name="T80" fmla="*/ 270 w 295"/>
                <a:gd name="T81" fmla="*/ 183 h 268"/>
                <a:gd name="T82" fmla="*/ 283 w 295"/>
                <a:gd name="T83" fmla="*/ 252 h 268"/>
                <a:gd name="T84" fmla="*/ 231 w 295"/>
                <a:gd name="T85" fmla="*/ 217 h 268"/>
                <a:gd name="T86" fmla="*/ 160 w 295"/>
                <a:gd name="T87" fmla="*/ 264 h 268"/>
                <a:gd name="T88" fmla="*/ 107 w 295"/>
                <a:gd name="T89" fmla="*/ 224 h 268"/>
                <a:gd name="T90" fmla="*/ 30 w 295"/>
                <a:gd name="T91" fmla="*/ 258 h 268"/>
                <a:gd name="T92" fmla="*/ 19 w 295"/>
                <a:gd name="T93" fmla="*/ 224 h 268"/>
                <a:gd name="T94" fmla="*/ 64 w 295"/>
                <a:gd name="T95" fmla="*/ 48 h 268"/>
                <a:gd name="T96" fmla="*/ 85 w 295"/>
                <a:gd name="T97" fmla="*/ 5 h 268"/>
                <a:gd name="T98" fmla="*/ 160 w 295"/>
                <a:gd name="T99" fmla="*/ 76 h 268"/>
                <a:gd name="T100" fmla="*/ 208 w 295"/>
                <a:gd name="T101" fmla="*/ 107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95" h="268">
                  <a:moveTo>
                    <a:pt x="42" y="115"/>
                  </a:moveTo>
                  <a:cubicBezTo>
                    <a:pt x="49" y="117"/>
                    <a:pt x="50" y="105"/>
                    <a:pt x="47" y="102"/>
                  </a:cubicBezTo>
                  <a:cubicBezTo>
                    <a:pt x="44" y="106"/>
                    <a:pt x="41" y="109"/>
                    <a:pt x="42" y="115"/>
                  </a:cubicBezTo>
                  <a:close/>
                  <a:moveTo>
                    <a:pt x="56" y="77"/>
                  </a:moveTo>
                  <a:cubicBezTo>
                    <a:pt x="63" y="76"/>
                    <a:pt x="68" y="73"/>
                    <a:pt x="68" y="64"/>
                  </a:cubicBezTo>
                  <a:cubicBezTo>
                    <a:pt x="61" y="60"/>
                    <a:pt x="55" y="68"/>
                    <a:pt x="56" y="77"/>
                  </a:cubicBezTo>
                  <a:close/>
                  <a:moveTo>
                    <a:pt x="107" y="124"/>
                  </a:moveTo>
                  <a:cubicBezTo>
                    <a:pt x="107" y="116"/>
                    <a:pt x="98" y="112"/>
                    <a:pt x="92" y="116"/>
                  </a:cubicBezTo>
                  <a:cubicBezTo>
                    <a:pt x="91" y="122"/>
                    <a:pt x="97" y="124"/>
                    <a:pt x="97" y="129"/>
                  </a:cubicBezTo>
                  <a:cubicBezTo>
                    <a:pt x="102" y="129"/>
                    <a:pt x="103" y="125"/>
                    <a:pt x="107" y="124"/>
                  </a:cubicBezTo>
                  <a:close/>
                  <a:moveTo>
                    <a:pt x="105" y="69"/>
                  </a:moveTo>
                  <a:cubicBezTo>
                    <a:pt x="107" y="59"/>
                    <a:pt x="83" y="59"/>
                    <a:pt x="83" y="69"/>
                  </a:cubicBezTo>
                  <a:cubicBezTo>
                    <a:pt x="90" y="72"/>
                    <a:pt x="97" y="67"/>
                    <a:pt x="105" y="69"/>
                  </a:cubicBezTo>
                  <a:close/>
                  <a:moveTo>
                    <a:pt x="119" y="55"/>
                  </a:moveTo>
                  <a:cubicBezTo>
                    <a:pt x="116" y="38"/>
                    <a:pt x="103" y="31"/>
                    <a:pt x="90" y="25"/>
                  </a:cubicBezTo>
                  <a:cubicBezTo>
                    <a:pt x="96" y="39"/>
                    <a:pt x="108" y="48"/>
                    <a:pt x="119" y="55"/>
                  </a:cubicBezTo>
                  <a:close/>
                  <a:moveTo>
                    <a:pt x="123" y="38"/>
                  </a:moveTo>
                  <a:cubicBezTo>
                    <a:pt x="118" y="33"/>
                    <a:pt x="120" y="20"/>
                    <a:pt x="114" y="16"/>
                  </a:cubicBezTo>
                  <a:cubicBezTo>
                    <a:pt x="109" y="25"/>
                    <a:pt x="115" y="36"/>
                    <a:pt x="123" y="38"/>
                  </a:cubicBezTo>
                  <a:close/>
                  <a:moveTo>
                    <a:pt x="143" y="133"/>
                  </a:moveTo>
                  <a:cubicBezTo>
                    <a:pt x="157" y="112"/>
                    <a:pt x="114" y="109"/>
                    <a:pt x="105" y="93"/>
                  </a:cubicBezTo>
                  <a:cubicBezTo>
                    <a:pt x="120" y="96"/>
                    <a:pt x="116" y="74"/>
                    <a:pt x="130" y="84"/>
                  </a:cubicBezTo>
                  <a:cubicBezTo>
                    <a:pt x="129" y="78"/>
                    <a:pt x="125" y="74"/>
                    <a:pt x="121" y="72"/>
                  </a:cubicBezTo>
                  <a:cubicBezTo>
                    <a:pt x="116" y="78"/>
                    <a:pt x="115" y="86"/>
                    <a:pt x="107" y="88"/>
                  </a:cubicBezTo>
                  <a:cubicBezTo>
                    <a:pt x="92" y="79"/>
                    <a:pt x="65" y="77"/>
                    <a:pt x="55" y="91"/>
                  </a:cubicBezTo>
                  <a:cubicBezTo>
                    <a:pt x="56" y="98"/>
                    <a:pt x="53" y="111"/>
                    <a:pt x="60" y="111"/>
                  </a:cubicBezTo>
                  <a:cubicBezTo>
                    <a:pt x="66" y="106"/>
                    <a:pt x="64" y="93"/>
                    <a:pt x="72" y="91"/>
                  </a:cubicBezTo>
                  <a:cubicBezTo>
                    <a:pt x="75" y="92"/>
                    <a:pt x="77" y="95"/>
                    <a:pt x="77" y="97"/>
                  </a:cubicBezTo>
                  <a:cubicBezTo>
                    <a:pt x="74" y="103"/>
                    <a:pt x="75" y="112"/>
                    <a:pt x="77" y="120"/>
                  </a:cubicBezTo>
                  <a:cubicBezTo>
                    <a:pt x="86" y="120"/>
                    <a:pt x="82" y="109"/>
                    <a:pt x="88" y="106"/>
                  </a:cubicBezTo>
                  <a:cubicBezTo>
                    <a:pt x="107" y="98"/>
                    <a:pt x="108" y="120"/>
                    <a:pt x="125" y="112"/>
                  </a:cubicBezTo>
                  <a:cubicBezTo>
                    <a:pt x="132" y="119"/>
                    <a:pt x="137" y="126"/>
                    <a:pt x="143" y="133"/>
                  </a:cubicBezTo>
                  <a:close/>
                  <a:moveTo>
                    <a:pt x="147" y="34"/>
                  </a:moveTo>
                  <a:cubicBezTo>
                    <a:pt x="148" y="30"/>
                    <a:pt x="147" y="28"/>
                    <a:pt x="146" y="25"/>
                  </a:cubicBezTo>
                  <a:cubicBezTo>
                    <a:pt x="143" y="25"/>
                    <a:pt x="142" y="25"/>
                    <a:pt x="140" y="25"/>
                  </a:cubicBezTo>
                  <a:cubicBezTo>
                    <a:pt x="141" y="29"/>
                    <a:pt x="142" y="34"/>
                    <a:pt x="147" y="34"/>
                  </a:cubicBezTo>
                  <a:close/>
                  <a:moveTo>
                    <a:pt x="148" y="201"/>
                  </a:moveTo>
                  <a:cubicBezTo>
                    <a:pt x="152" y="195"/>
                    <a:pt x="151" y="191"/>
                    <a:pt x="151" y="183"/>
                  </a:cubicBezTo>
                  <a:cubicBezTo>
                    <a:pt x="132" y="176"/>
                    <a:pt x="103" y="179"/>
                    <a:pt x="102" y="154"/>
                  </a:cubicBezTo>
                  <a:cubicBezTo>
                    <a:pt x="101" y="149"/>
                    <a:pt x="110" y="154"/>
                    <a:pt x="109" y="147"/>
                  </a:cubicBezTo>
                  <a:cubicBezTo>
                    <a:pt x="104" y="143"/>
                    <a:pt x="99" y="154"/>
                    <a:pt x="93" y="149"/>
                  </a:cubicBezTo>
                  <a:cubicBezTo>
                    <a:pt x="93" y="143"/>
                    <a:pt x="102" y="138"/>
                    <a:pt x="97" y="133"/>
                  </a:cubicBezTo>
                  <a:cubicBezTo>
                    <a:pt x="96" y="139"/>
                    <a:pt x="85" y="135"/>
                    <a:pt x="77" y="136"/>
                  </a:cubicBezTo>
                  <a:cubicBezTo>
                    <a:pt x="77" y="150"/>
                    <a:pt x="82" y="159"/>
                    <a:pt x="97" y="158"/>
                  </a:cubicBezTo>
                  <a:cubicBezTo>
                    <a:pt x="101" y="167"/>
                    <a:pt x="105" y="176"/>
                    <a:pt x="114" y="181"/>
                  </a:cubicBezTo>
                  <a:cubicBezTo>
                    <a:pt x="129" y="177"/>
                    <a:pt x="136" y="196"/>
                    <a:pt x="148" y="201"/>
                  </a:cubicBezTo>
                  <a:close/>
                  <a:moveTo>
                    <a:pt x="158" y="215"/>
                  </a:moveTo>
                  <a:cubicBezTo>
                    <a:pt x="148" y="221"/>
                    <a:pt x="143" y="207"/>
                    <a:pt x="134" y="214"/>
                  </a:cubicBezTo>
                  <a:cubicBezTo>
                    <a:pt x="129" y="211"/>
                    <a:pt x="136" y="198"/>
                    <a:pt x="127" y="198"/>
                  </a:cubicBezTo>
                  <a:cubicBezTo>
                    <a:pt x="130" y="219"/>
                    <a:pt x="121" y="231"/>
                    <a:pt x="109" y="240"/>
                  </a:cubicBezTo>
                  <a:cubicBezTo>
                    <a:pt x="119" y="244"/>
                    <a:pt x="125" y="244"/>
                    <a:pt x="135" y="240"/>
                  </a:cubicBezTo>
                  <a:cubicBezTo>
                    <a:pt x="138" y="236"/>
                    <a:pt x="135" y="225"/>
                    <a:pt x="140" y="224"/>
                  </a:cubicBezTo>
                  <a:cubicBezTo>
                    <a:pt x="151" y="224"/>
                    <a:pt x="140" y="245"/>
                    <a:pt x="151" y="244"/>
                  </a:cubicBezTo>
                  <a:cubicBezTo>
                    <a:pt x="149" y="227"/>
                    <a:pt x="149" y="224"/>
                    <a:pt x="158" y="215"/>
                  </a:cubicBezTo>
                  <a:close/>
                  <a:moveTo>
                    <a:pt x="159" y="159"/>
                  </a:moveTo>
                  <a:cubicBezTo>
                    <a:pt x="162" y="150"/>
                    <a:pt x="151" y="148"/>
                    <a:pt x="146" y="153"/>
                  </a:cubicBezTo>
                  <a:cubicBezTo>
                    <a:pt x="146" y="154"/>
                    <a:pt x="146" y="155"/>
                    <a:pt x="146" y="158"/>
                  </a:cubicBezTo>
                  <a:cubicBezTo>
                    <a:pt x="149" y="159"/>
                    <a:pt x="153" y="160"/>
                    <a:pt x="159" y="159"/>
                  </a:cubicBezTo>
                  <a:close/>
                  <a:moveTo>
                    <a:pt x="167" y="147"/>
                  </a:moveTo>
                  <a:cubicBezTo>
                    <a:pt x="170" y="145"/>
                    <a:pt x="170" y="136"/>
                    <a:pt x="164" y="136"/>
                  </a:cubicBezTo>
                  <a:cubicBezTo>
                    <a:pt x="163" y="138"/>
                    <a:pt x="159" y="149"/>
                    <a:pt x="167" y="147"/>
                  </a:cubicBezTo>
                  <a:close/>
                  <a:moveTo>
                    <a:pt x="200" y="129"/>
                  </a:moveTo>
                  <a:cubicBezTo>
                    <a:pt x="200" y="126"/>
                    <a:pt x="200" y="124"/>
                    <a:pt x="200" y="120"/>
                  </a:cubicBezTo>
                  <a:cubicBezTo>
                    <a:pt x="197" y="120"/>
                    <a:pt x="196" y="120"/>
                    <a:pt x="193" y="120"/>
                  </a:cubicBezTo>
                  <a:cubicBezTo>
                    <a:pt x="191" y="125"/>
                    <a:pt x="190" y="125"/>
                    <a:pt x="192" y="131"/>
                  </a:cubicBezTo>
                  <a:cubicBezTo>
                    <a:pt x="196" y="131"/>
                    <a:pt x="196" y="129"/>
                    <a:pt x="200" y="129"/>
                  </a:cubicBezTo>
                  <a:close/>
                  <a:moveTo>
                    <a:pt x="214" y="122"/>
                  </a:moveTo>
                  <a:cubicBezTo>
                    <a:pt x="217" y="134"/>
                    <a:pt x="233" y="140"/>
                    <a:pt x="242" y="133"/>
                  </a:cubicBezTo>
                  <a:cubicBezTo>
                    <a:pt x="237" y="120"/>
                    <a:pt x="228" y="122"/>
                    <a:pt x="214" y="122"/>
                  </a:cubicBezTo>
                  <a:close/>
                  <a:moveTo>
                    <a:pt x="263" y="206"/>
                  </a:moveTo>
                  <a:cubicBezTo>
                    <a:pt x="268" y="215"/>
                    <a:pt x="253" y="222"/>
                    <a:pt x="259" y="231"/>
                  </a:cubicBezTo>
                  <a:cubicBezTo>
                    <a:pt x="295" y="210"/>
                    <a:pt x="242" y="195"/>
                    <a:pt x="244" y="168"/>
                  </a:cubicBezTo>
                  <a:cubicBezTo>
                    <a:pt x="235" y="177"/>
                    <a:pt x="228" y="160"/>
                    <a:pt x="220" y="171"/>
                  </a:cubicBezTo>
                  <a:cubicBezTo>
                    <a:pt x="226" y="176"/>
                    <a:pt x="230" y="181"/>
                    <a:pt x="241" y="177"/>
                  </a:cubicBezTo>
                  <a:cubicBezTo>
                    <a:pt x="244" y="191"/>
                    <a:pt x="250" y="203"/>
                    <a:pt x="263" y="206"/>
                  </a:cubicBezTo>
                  <a:close/>
                  <a:moveTo>
                    <a:pt x="270" y="155"/>
                  </a:moveTo>
                  <a:cubicBezTo>
                    <a:pt x="270" y="147"/>
                    <a:pt x="262" y="145"/>
                    <a:pt x="256" y="141"/>
                  </a:cubicBezTo>
                  <a:cubicBezTo>
                    <a:pt x="257" y="148"/>
                    <a:pt x="256" y="152"/>
                    <a:pt x="255" y="155"/>
                  </a:cubicBezTo>
                  <a:cubicBezTo>
                    <a:pt x="259" y="155"/>
                    <a:pt x="264" y="155"/>
                    <a:pt x="270" y="155"/>
                  </a:cubicBezTo>
                  <a:close/>
                  <a:moveTo>
                    <a:pt x="270" y="183"/>
                  </a:moveTo>
                  <a:cubicBezTo>
                    <a:pt x="273" y="177"/>
                    <a:pt x="272" y="169"/>
                    <a:pt x="264" y="168"/>
                  </a:cubicBezTo>
                  <a:cubicBezTo>
                    <a:pt x="266" y="174"/>
                    <a:pt x="263" y="184"/>
                    <a:pt x="270" y="183"/>
                  </a:cubicBezTo>
                  <a:close/>
                  <a:moveTo>
                    <a:pt x="273" y="136"/>
                  </a:moveTo>
                  <a:cubicBezTo>
                    <a:pt x="291" y="164"/>
                    <a:pt x="274" y="217"/>
                    <a:pt x="283" y="252"/>
                  </a:cubicBezTo>
                  <a:cubicBezTo>
                    <a:pt x="269" y="260"/>
                    <a:pt x="246" y="268"/>
                    <a:pt x="225" y="264"/>
                  </a:cubicBezTo>
                  <a:cubicBezTo>
                    <a:pt x="211" y="248"/>
                    <a:pt x="228" y="230"/>
                    <a:pt x="231" y="217"/>
                  </a:cubicBezTo>
                  <a:cubicBezTo>
                    <a:pt x="221" y="207"/>
                    <a:pt x="207" y="222"/>
                    <a:pt x="193" y="222"/>
                  </a:cubicBezTo>
                  <a:cubicBezTo>
                    <a:pt x="190" y="244"/>
                    <a:pt x="176" y="254"/>
                    <a:pt x="160" y="264"/>
                  </a:cubicBezTo>
                  <a:cubicBezTo>
                    <a:pt x="138" y="265"/>
                    <a:pt x="88" y="268"/>
                    <a:pt x="88" y="244"/>
                  </a:cubicBezTo>
                  <a:cubicBezTo>
                    <a:pt x="88" y="230"/>
                    <a:pt x="102" y="236"/>
                    <a:pt x="107" y="224"/>
                  </a:cubicBezTo>
                  <a:cubicBezTo>
                    <a:pt x="101" y="212"/>
                    <a:pt x="83" y="211"/>
                    <a:pt x="76" y="214"/>
                  </a:cubicBezTo>
                  <a:cubicBezTo>
                    <a:pt x="55" y="220"/>
                    <a:pt x="60" y="260"/>
                    <a:pt x="30" y="258"/>
                  </a:cubicBezTo>
                  <a:cubicBezTo>
                    <a:pt x="19" y="258"/>
                    <a:pt x="0" y="249"/>
                    <a:pt x="1" y="230"/>
                  </a:cubicBezTo>
                  <a:cubicBezTo>
                    <a:pt x="5" y="225"/>
                    <a:pt x="14" y="227"/>
                    <a:pt x="19" y="224"/>
                  </a:cubicBezTo>
                  <a:cubicBezTo>
                    <a:pt x="35" y="207"/>
                    <a:pt x="35" y="169"/>
                    <a:pt x="15" y="158"/>
                  </a:cubicBezTo>
                  <a:cubicBezTo>
                    <a:pt x="5" y="95"/>
                    <a:pt x="44" y="81"/>
                    <a:pt x="64" y="48"/>
                  </a:cubicBezTo>
                  <a:cubicBezTo>
                    <a:pt x="65" y="39"/>
                    <a:pt x="60" y="35"/>
                    <a:pt x="60" y="25"/>
                  </a:cubicBezTo>
                  <a:cubicBezTo>
                    <a:pt x="66" y="16"/>
                    <a:pt x="85" y="16"/>
                    <a:pt x="85" y="5"/>
                  </a:cubicBezTo>
                  <a:cubicBezTo>
                    <a:pt x="101" y="3"/>
                    <a:pt x="115" y="3"/>
                    <a:pt x="131" y="0"/>
                  </a:cubicBezTo>
                  <a:cubicBezTo>
                    <a:pt x="152" y="11"/>
                    <a:pt x="165" y="47"/>
                    <a:pt x="160" y="76"/>
                  </a:cubicBezTo>
                  <a:cubicBezTo>
                    <a:pt x="159" y="88"/>
                    <a:pt x="147" y="96"/>
                    <a:pt x="148" y="110"/>
                  </a:cubicBezTo>
                  <a:cubicBezTo>
                    <a:pt x="168" y="125"/>
                    <a:pt x="190" y="109"/>
                    <a:pt x="208" y="107"/>
                  </a:cubicBezTo>
                  <a:cubicBezTo>
                    <a:pt x="231" y="106"/>
                    <a:pt x="261" y="117"/>
                    <a:pt x="273" y="1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D074E224-9669-CCD2-CFFD-10B3D6103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6248" y="4424998"/>
              <a:ext cx="282575" cy="149225"/>
            </a:xfrm>
            <a:custGeom>
              <a:avLst/>
              <a:gdLst>
                <a:gd name="T0" fmla="*/ 104 w 109"/>
                <a:gd name="T1" fmla="*/ 12 h 58"/>
                <a:gd name="T2" fmla="*/ 98 w 109"/>
                <a:gd name="T3" fmla="*/ 57 h 58"/>
                <a:gd name="T4" fmla="*/ 95 w 109"/>
                <a:gd name="T5" fmla="*/ 43 h 58"/>
                <a:gd name="T6" fmla="*/ 17 w 109"/>
                <a:gd name="T7" fmla="*/ 31 h 58"/>
                <a:gd name="T8" fmla="*/ 9 w 109"/>
                <a:gd name="T9" fmla="*/ 44 h 58"/>
                <a:gd name="T10" fmla="*/ 10 w 109"/>
                <a:gd name="T11" fmla="*/ 0 h 58"/>
                <a:gd name="T12" fmla="*/ 15 w 109"/>
                <a:gd name="T13" fmla="*/ 0 h 58"/>
                <a:gd name="T14" fmla="*/ 17 w 109"/>
                <a:gd name="T15" fmla="*/ 14 h 58"/>
                <a:gd name="T16" fmla="*/ 92 w 109"/>
                <a:gd name="T17" fmla="*/ 26 h 58"/>
                <a:gd name="T18" fmla="*/ 104 w 109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58">
                  <a:moveTo>
                    <a:pt x="104" y="12"/>
                  </a:moveTo>
                  <a:cubicBezTo>
                    <a:pt x="109" y="20"/>
                    <a:pt x="103" y="48"/>
                    <a:pt x="98" y="57"/>
                  </a:cubicBezTo>
                  <a:cubicBezTo>
                    <a:pt x="92" y="58"/>
                    <a:pt x="100" y="45"/>
                    <a:pt x="95" y="43"/>
                  </a:cubicBezTo>
                  <a:cubicBezTo>
                    <a:pt x="70" y="38"/>
                    <a:pt x="44" y="34"/>
                    <a:pt x="17" y="31"/>
                  </a:cubicBezTo>
                  <a:cubicBezTo>
                    <a:pt x="11" y="33"/>
                    <a:pt x="12" y="42"/>
                    <a:pt x="9" y="44"/>
                  </a:cubicBezTo>
                  <a:cubicBezTo>
                    <a:pt x="0" y="34"/>
                    <a:pt x="11" y="14"/>
                    <a:pt x="10" y="0"/>
                  </a:cubicBezTo>
                  <a:cubicBezTo>
                    <a:pt x="12" y="0"/>
                    <a:pt x="14" y="0"/>
                    <a:pt x="15" y="0"/>
                  </a:cubicBezTo>
                  <a:cubicBezTo>
                    <a:pt x="16" y="5"/>
                    <a:pt x="15" y="11"/>
                    <a:pt x="17" y="14"/>
                  </a:cubicBezTo>
                  <a:cubicBezTo>
                    <a:pt x="39" y="20"/>
                    <a:pt x="69" y="20"/>
                    <a:pt x="92" y="26"/>
                  </a:cubicBezTo>
                  <a:cubicBezTo>
                    <a:pt x="100" y="26"/>
                    <a:pt x="99" y="16"/>
                    <a:pt x="10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1C7F82E7-E337-4359-7117-62B87B423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985" y="4577398"/>
              <a:ext cx="312737" cy="236538"/>
            </a:xfrm>
            <a:custGeom>
              <a:avLst/>
              <a:gdLst>
                <a:gd name="T0" fmla="*/ 71 w 120"/>
                <a:gd name="T1" fmla="*/ 80 h 91"/>
                <a:gd name="T2" fmla="*/ 109 w 120"/>
                <a:gd name="T3" fmla="*/ 48 h 91"/>
                <a:gd name="T4" fmla="*/ 98 w 120"/>
                <a:gd name="T5" fmla="*/ 33 h 91"/>
                <a:gd name="T6" fmla="*/ 52 w 120"/>
                <a:gd name="T7" fmla="*/ 70 h 91"/>
                <a:gd name="T8" fmla="*/ 26 w 120"/>
                <a:gd name="T9" fmla="*/ 15 h 91"/>
                <a:gd name="T10" fmla="*/ 24 w 120"/>
                <a:gd name="T11" fmla="*/ 5 h 91"/>
                <a:gd name="T12" fmla="*/ 55 w 120"/>
                <a:gd name="T13" fmla="*/ 14 h 91"/>
                <a:gd name="T14" fmla="*/ 31 w 120"/>
                <a:gd name="T15" fmla="*/ 23 h 91"/>
                <a:gd name="T16" fmla="*/ 38 w 120"/>
                <a:gd name="T17" fmla="*/ 57 h 91"/>
                <a:gd name="T18" fmla="*/ 102 w 120"/>
                <a:gd name="T19" fmla="*/ 21 h 91"/>
                <a:gd name="T20" fmla="*/ 102 w 120"/>
                <a:gd name="T21" fmla="*/ 80 h 91"/>
                <a:gd name="T22" fmla="*/ 103 w 120"/>
                <a:gd name="T23" fmla="*/ 91 h 91"/>
                <a:gd name="T24" fmla="*/ 71 w 120"/>
                <a:gd name="T25" fmla="*/ 8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1">
                  <a:moveTo>
                    <a:pt x="71" y="80"/>
                  </a:moveTo>
                  <a:cubicBezTo>
                    <a:pt x="88" y="71"/>
                    <a:pt x="113" y="76"/>
                    <a:pt x="109" y="48"/>
                  </a:cubicBezTo>
                  <a:cubicBezTo>
                    <a:pt x="108" y="43"/>
                    <a:pt x="104" y="36"/>
                    <a:pt x="98" y="33"/>
                  </a:cubicBezTo>
                  <a:cubicBezTo>
                    <a:pt x="72" y="26"/>
                    <a:pt x="77" y="60"/>
                    <a:pt x="52" y="70"/>
                  </a:cubicBezTo>
                  <a:cubicBezTo>
                    <a:pt x="19" y="83"/>
                    <a:pt x="0" y="37"/>
                    <a:pt x="26" y="15"/>
                  </a:cubicBezTo>
                  <a:cubicBezTo>
                    <a:pt x="26" y="12"/>
                    <a:pt x="22" y="10"/>
                    <a:pt x="24" y="5"/>
                  </a:cubicBezTo>
                  <a:cubicBezTo>
                    <a:pt x="33" y="8"/>
                    <a:pt x="52" y="10"/>
                    <a:pt x="55" y="14"/>
                  </a:cubicBezTo>
                  <a:cubicBezTo>
                    <a:pt x="51" y="24"/>
                    <a:pt x="40" y="18"/>
                    <a:pt x="31" y="23"/>
                  </a:cubicBezTo>
                  <a:cubicBezTo>
                    <a:pt x="19" y="31"/>
                    <a:pt x="14" y="59"/>
                    <a:pt x="38" y="57"/>
                  </a:cubicBezTo>
                  <a:cubicBezTo>
                    <a:pt x="58" y="56"/>
                    <a:pt x="69" y="0"/>
                    <a:pt x="102" y="21"/>
                  </a:cubicBezTo>
                  <a:cubicBezTo>
                    <a:pt x="117" y="29"/>
                    <a:pt x="120" y="65"/>
                    <a:pt x="102" y="80"/>
                  </a:cubicBezTo>
                  <a:cubicBezTo>
                    <a:pt x="98" y="84"/>
                    <a:pt x="109" y="85"/>
                    <a:pt x="103" y="91"/>
                  </a:cubicBezTo>
                  <a:cubicBezTo>
                    <a:pt x="92" y="88"/>
                    <a:pt x="76" y="89"/>
                    <a:pt x="71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651EC3F4-F241-AE7C-7CD4-261203C2EC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0198" y="4723448"/>
              <a:ext cx="334962" cy="347663"/>
            </a:xfrm>
            <a:custGeom>
              <a:avLst/>
              <a:gdLst>
                <a:gd name="T0" fmla="*/ 56 w 129"/>
                <a:gd name="T1" fmla="*/ 85 h 134"/>
                <a:gd name="T2" fmla="*/ 32 w 129"/>
                <a:gd name="T3" fmla="*/ 44 h 134"/>
                <a:gd name="T4" fmla="*/ 19 w 129"/>
                <a:gd name="T5" fmla="*/ 66 h 134"/>
                <a:gd name="T6" fmla="*/ 56 w 129"/>
                <a:gd name="T7" fmla="*/ 85 h 134"/>
                <a:gd name="T8" fmla="*/ 128 w 129"/>
                <a:gd name="T9" fmla="*/ 48 h 134"/>
                <a:gd name="T10" fmla="*/ 115 w 129"/>
                <a:gd name="T11" fmla="*/ 75 h 134"/>
                <a:gd name="T12" fmla="*/ 61 w 129"/>
                <a:gd name="T13" fmla="*/ 85 h 134"/>
                <a:gd name="T14" fmla="*/ 90 w 129"/>
                <a:gd name="T15" fmla="*/ 105 h 134"/>
                <a:gd name="T16" fmla="*/ 102 w 129"/>
                <a:gd name="T17" fmla="*/ 96 h 134"/>
                <a:gd name="T18" fmla="*/ 83 w 129"/>
                <a:gd name="T19" fmla="*/ 134 h 134"/>
                <a:gd name="T20" fmla="*/ 83 w 129"/>
                <a:gd name="T21" fmla="*/ 121 h 134"/>
                <a:gd name="T22" fmla="*/ 16 w 129"/>
                <a:gd name="T23" fmla="*/ 82 h 134"/>
                <a:gd name="T24" fmla="*/ 0 w 129"/>
                <a:gd name="T25" fmla="*/ 89 h 134"/>
                <a:gd name="T26" fmla="*/ 70 w 129"/>
                <a:gd name="T27" fmla="*/ 46 h 134"/>
                <a:gd name="T28" fmla="*/ 68 w 129"/>
                <a:gd name="T29" fmla="*/ 63 h 134"/>
                <a:gd name="T30" fmla="*/ 128 w 129"/>
                <a:gd name="T31" fmla="*/ 48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9" h="134">
                  <a:moveTo>
                    <a:pt x="56" y="85"/>
                  </a:moveTo>
                  <a:cubicBezTo>
                    <a:pt x="67" y="67"/>
                    <a:pt x="59" y="39"/>
                    <a:pt x="32" y="44"/>
                  </a:cubicBezTo>
                  <a:cubicBezTo>
                    <a:pt x="27" y="51"/>
                    <a:pt x="21" y="56"/>
                    <a:pt x="19" y="66"/>
                  </a:cubicBezTo>
                  <a:cubicBezTo>
                    <a:pt x="32" y="72"/>
                    <a:pt x="43" y="80"/>
                    <a:pt x="56" y="85"/>
                  </a:cubicBezTo>
                  <a:close/>
                  <a:moveTo>
                    <a:pt x="128" y="48"/>
                  </a:moveTo>
                  <a:cubicBezTo>
                    <a:pt x="129" y="56"/>
                    <a:pt x="121" y="68"/>
                    <a:pt x="115" y="75"/>
                  </a:cubicBezTo>
                  <a:cubicBezTo>
                    <a:pt x="94" y="77"/>
                    <a:pt x="68" y="73"/>
                    <a:pt x="61" y="85"/>
                  </a:cubicBezTo>
                  <a:cubicBezTo>
                    <a:pt x="66" y="97"/>
                    <a:pt x="81" y="97"/>
                    <a:pt x="90" y="105"/>
                  </a:cubicBezTo>
                  <a:cubicBezTo>
                    <a:pt x="98" y="105"/>
                    <a:pt x="96" y="96"/>
                    <a:pt x="102" y="96"/>
                  </a:cubicBezTo>
                  <a:cubicBezTo>
                    <a:pt x="102" y="108"/>
                    <a:pt x="89" y="129"/>
                    <a:pt x="83" y="134"/>
                  </a:cubicBezTo>
                  <a:cubicBezTo>
                    <a:pt x="76" y="134"/>
                    <a:pt x="87" y="128"/>
                    <a:pt x="83" y="121"/>
                  </a:cubicBezTo>
                  <a:cubicBezTo>
                    <a:pt x="63" y="105"/>
                    <a:pt x="39" y="95"/>
                    <a:pt x="16" y="82"/>
                  </a:cubicBezTo>
                  <a:cubicBezTo>
                    <a:pt x="7" y="80"/>
                    <a:pt x="10" y="91"/>
                    <a:pt x="0" y="89"/>
                  </a:cubicBezTo>
                  <a:cubicBezTo>
                    <a:pt x="8" y="61"/>
                    <a:pt x="43" y="0"/>
                    <a:pt x="70" y="46"/>
                  </a:cubicBezTo>
                  <a:cubicBezTo>
                    <a:pt x="70" y="52"/>
                    <a:pt x="71" y="61"/>
                    <a:pt x="68" y="63"/>
                  </a:cubicBezTo>
                  <a:cubicBezTo>
                    <a:pt x="90" y="61"/>
                    <a:pt x="116" y="61"/>
                    <a:pt x="128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8" name="Freeform 23">
              <a:extLst>
                <a:ext uri="{FF2B5EF4-FFF2-40B4-BE49-F238E27FC236}">
                  <a16:creationId xmlns:a16="http://schemas.microsoft.com/office/drawing/2014/main" id="{CD3B8DEF-4639-A650-CB7B-03FC30DD7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7323" y="4993323"/>
              <a:ext cx="327025" cy="312738"/>
            </a:xfrm>
            <a:custGeom>
              <a:avLst/>
              <a:gdLst>
                <a:gd name="T0" fmla="*/ 103 w 126"/>
                <a:gd name="T1" fmla="*/ 40 h 121"/>
                <a:gd name="T2" fmla="*/ 126 w 126"/>
                <a:gd name="T3" fmla="*/ 58 h 121"/>
                <a:gd name="T4" fmla="*/ 71 w 126"/>
                <a:gd name="T5" fmla="*/ 121 h 121"/>
                <a:gd name="T6" fmla="*/ 74 w 126"/>
                <a:gd name="T7" fmla="*/ 107 h 121"/>
                <a:gd name="T8" fmla="*/ 16 w 126"/>
                <a:gd name="T9" fmla="*/ 55 h 121"/>
                <a:gd name="T10" fmla="*/ 0 w 126"/>
                <a:gd name="T11" fmla="*/ 60 h 121"/>
                <a:gd name="T12" fmla="*/ 46 w 126"/>
                <a:gd name="T13" fmla="*/ 0 h 121"/>
                <a:gd name="T14" fmla="*/ 63 w 126"/>
                <a:gd name="T15" fmla="*/ 15 h 121"/>
                <a:gd name="T16" fmla="*/ 43 w 126"/>
                <a:gd name="T17" fmla="*/ 17 h 121"/>
                <a:gd name="T18" fmla="*/ 22 w 126"/>
                <a:gd name="T19" fmla="*/ 39 h 121"/>
                <a:gd name="T20" fmla="*/ 50 w 126"/>
                <a:gd name="T21" fmla="*/ 64 h 121"/>
                <a:gd name="T22" fmla="*/ 57 w 126"/>
                <a:gd name="T23" fmla="*/ 31 h 121"/>
                <a:gd name="T24" fmla="*/ 90 w 126"/>
                <a:gd name="T25" fmla="*/ 55 h 121"/>
                <a:gd name="T26" fmla="*/ 57 w 126"/>
                <a:gd name="T27" fmla="*/ 67 h 121"/>
                <a:gd name="T28" fmla="*/ 87 w 126"/>
                <a:gd name="T29" fmla="*/ 92 h 121"/>
                <a:gd name="T30" fmla="*/ 103 w 126"/>
                <a:gd name="T31" fmla="*/ 4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6" h="121">
                  <a:moveTo>
                    <a:pt x="103" y="40"/>
                  </a:moveTo>
                  <a:cubicBezTo>
                    <a:pt x="111" y="39"/>
                    <a:pt x="116" y="55"/>
                    <a:pt x="126" y="58"/>
                  </a:cubicBezTo>
                  <a:cubicBezTo>
                    <a:pt x="107" y="78"/>
                    <a:pt x="92" y="110"/>
                    <a:pt x="71" y="121"/>
                  </a:cubicBezTo>
                  <a:cubicBezTo>
                    <a:pt x="71" y="115"/>
                    <a:pt x="78" y="111"/>
                    <a:pt x="74" y="107"/>
                  </a:cubicBezTo>
                  <a:cubicBezTo>
                    <a:pt x="57" y="87"/>
                    <a:pt x="35" y="72"/>
                    <a:pt x="16" y="55"/>
                  </a:cubicBezTo>
                  <a:cubicBezTo>
                    <a:pt x="8" y="54"/>
                    <a:pt x="6" y="66"/>
                    <a:pt x="0" y="60"/>
                  </a:cubicBezTo>
                  <a:cubicBezTo>
                    <a:pt x="13" y="38"/>
                    <a:pt x="33" y="21"/>
                    <a:pt x="46" y="0"/>
                  </a:cubicBezTo>
                  <a:cubicBezTo>
                    <a:pt x="52" y="4"/>
                    <a:pt x="63" y="11"/>
                    <a:pt x="63" y="15"/>
                  </a:cubicBezTo>
                  <a:cubicBezTo>
                    <a:pt x="62" y="24"/>
                    <a:pt x="51" y="14"/>
                    <a:pt x="43" y="17"/>
                  </a:cubicBezTo>
                  <a:cubicBezTo>
                    <a:pt x="41" y="20"/>
                    <a:pt x="22" y="34"/>
                    <a:pt x="22" y="39"/>
                  </a:cubicBezTo>
                  <a:cubicBezTo>
                    <a:pt x="23" y="49"/>
                    <a:pt x="44" y="54"/>
                    <a:pt x="50" y="64"/>
                  </a:cubicBezTo>
                  <a:cubicBezTo>
                    <a:pt x="63" y="60"/>
                    <a:pt x="65" y="41"/>
                    <a:pt x="57" y="31"/>
                  </a:cubicBezTo>
                  <a:cubicBezTo>
                    <a:pt x="68" y="31"/>
                    <a:pt x="78" y="49"/>
                    <a:pt x="90" y="55"/>
                  </a:cubicBezTo>
                  <a:cubicBezTo>
                    <a:pt x="81" y="58"/>
                    <a:pt x="61" y="52"/>
                    <a:pt x="57" y="67"/>
                  </a:cubicBezTo>
                  <a:cubicBezTo>
                    <a:pt x="66" y="76"/>
                    <a:pt x="74" y="93"/>
                    <a:pt x="87" y="92"/>
                  </a:cubicBezTo>
                  <a:cubicBezTo>
                    <a:pt x="105" y="92"/>
                    <a:pt x="116" y="60"/>
                    <a:pt x="103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9" name="Freeform 24">
              <a:extLst>
                <a:ext uri="{FF2B5EF4-FFF2-40B4-BE49-F238E27FC236}">
                  <a16:creationId xmlns:a16="http://schemas.microsoft.com/office/drawing/2014/main" id="{523FE168-E3E4-0675-00A8-1C6BF4B273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1535" y="3228023"/>
              <a:ext cx="2111375" cy="2195513"/>
            </a:xfrm>
            <a:custGeom>
              <a:avLst/>
              <a:gdLst>
                <a:gd name="T0" fmla="*/ 316 w 813"/>
                <a:gd name="T1" fmla="*/ 720 h 846"/>
                <a:gd name="T2" fmla="*/ 313 w 813"/>
                <a:gd name="T3" fmla="*/ 652 h 846"/>
                <a:gd name="T4" fmla="*/ 294 w 813"/>
                <a:gd name="T5" fmla="*/ 673 h 846"/>
                <a:gd name="T6" fmla="*/ 309 w 813"/>
                <a:gd name="T7" fmla="*/ 671 h 846"/>
                <a:gd name="T8" fmla="*/ 313 w 813"/>
                <a:gd name="T9" fmla="*/ 720 h 846"/>
                <a:gd name="T10" fmla="*/ 316 w 813"/>
                <a:gd name="T11" fmla="*/ 720 h 846"/>
                <a:gd name="T12" fmla="*/ 377 w 813"/>
                <a:gd name="T13" fmla="*/ 720 h 846"/>
                <a:gd name="T14" fmla="*/ 391 w 813"/>
                <a:gd name="T15" fmla="*/ 671 h 846"/>
                <a:gd name="T16" fmla="*/ 349 w 813"/>
                <a:gd name="T17" fmla="*/ 667 h 846"/>
                <a:gd name="T18" fmla="*/ 384 w 813"/>
                <a:gd name="T19" fmla="*/ 692 h 846"/>
                <a:gd name="T20" fmla="*/ 366 w 813"/>
                <a:gd name="T21" fmla="*/ 715 h 846"/>
                <a:gd name="T22" fmla="*/ 353 w 813"/>
                <a:gd name="T23" fmla="*/ 704 h 846"/>
                <a:gd name="T24" fmla="*/ 377 w 813"/>
                <a:gd name="T25" fmla="*/ 720 h 846"/>
                <a:gd name="T26" fmla="*/ 417 w 813"/>
                <a:gd name="T27" fmla="*/ 716 h 846"/>
                <a:gd name="T28" fmla="*/ 419 w 813"/>
                <a:gd name="T29" fmla="*/ 656 h 846"/>
                <a:gd name="T30" fmla="*/ 417 w 813"/>
                <a:gd name="T31" fmla="*/ 716 h 846"/>
                <a:gd name="T32" fmla="*/ 481 w 813"/>
                <a:gd name="T33" fmla="*/ 714 h 846"/>
                <a:gd name="T34" fmla="*/ 514 w 813"/>
                <a:gd name="T35" fmla="*/ 668 h 846"/>
                <a:gd name="T36" fmla="*/ 475 w 813"/>
                <a:gd name="T37" fmla="*/ 672 h 846"/>
                <a:gd name="T38" fmla="*/ 490 w 813"/>
                <a:gd name="T39" fmla="*/ 659 h 846"/>
                <a:gd name="T40" fmla="*/ 506 w 813"/>
                <a:gd name="T41" fmla="*/ 668 h 846"/>
                <a:gd name="T42" fmla="*/ 470 w 813"/>
                <a:gd name="T43" fmla="*/ 720 h 846"/>
                <a:gd name="T44" fmla="*/ 514 w 813"/>
                <a:gd name="T45" fmla="*/ 715 h 846"/>
                <a:gd name="T46" fmla="*/ 481 w 813"/>
                <a:gd name="T47" fmla="*/ 714 h 846"/>
                <a:gd name="T48" fmla="*/ 415 w 813"/>
                <a:gd name="T49" fmla="*/ 465 h 846"/>
                <a:gd name="T50" fmla="*/ 628 w 813"/>
                <a:gd name="T51" fmla="*/ 461 h 846"/>
                <a:gd name="T52" fmla="*/ 478 w 813"/>
                <a:gd name="T53" fmla="*/ 353 h 846"/>
                <a:gd name="T54" fmla="*/ 545 w 813"/>
                <a:gd name="T55" fmla="*/ 362 h 846"/>
                <a:gd name="T56" fmla="*/ 441 w 813"/>
                <a:gd name="T57" fmla="*/ 229 h 846"/>
                <a:gd name="T58" fmla="*/ 483 w 813"/>
                <a:gd name="T59" fmla="*/ 237 h 846"/>
                <a:gd name="T60" fmla="*/ 441 w 813"/>
                <a:gd name="T61" fmla="*/ 162 h 846"/>
                <a:gd name="T62" fmla="*/ 408 w 813"/>
                <a:gd name="T63" fmla="*/ 80 h 846"/>
                <a:gd name="T64" fmla="*/ 346 w 813"/>
                <a:gd name="T65" fmla="*/ 220 h 846"/>
                <a:gd name="T66" fmla="*/ 340 w 813"/>
                <a:gd name="T67" fmla="*/ 237 h 846"/>
                <a:gd name="T68" fmla="*/ 381 w 813"/>
                <a:gd name="T69" fmla="*/ 229 h 846"/>
                <a:gd name="T70" fmla="*/ 275 w 813"/>
                <a:gd name="T71" fmla="*/ 360 h 846"/>
                <a:gd name="T72" fmla="*/ 344 w 813"/>
                <a:gd name="T73" fmla="*/ 353 h 846"/>
                <a:gd name="T74" fmla="*/ 344 w 813"/>
                <a:gd name="T75" fmla="*/ 355 h 846"/>
                <a:gd name="T76" fmla="*/ 342 w 813"/>
                <a:gd name="T77" fmla="*/ 357 h 846"/>
                <a:gd name="T78" fmla="*/ 211 w 813"/>
                <a:gd name="T79" fmla="*/ 446 h 846"/>
                <a:gd name="T80" fmla="*/ 192 w 813"/>
                <a:gd name="T81" fmla="*/ 461 h 846"/>
                <a:gd name="T82" fmla="*/ 415 w 813"/>
                <a:gd name="T83" fmla="*/ 465 h 846"/>
                <a:gd name="T84" fmla="*/ 450 w 813"/>
                <a:gd name="T85" fmla="*/ 532 h 846"/>
                <a:gd name="T86" fmla="*/ 677 w 813"/>
                <a:gd name="T87" fmla="*/ 532 h 846"/>
                <a:gd name="T88" fmla="*/ 649 w 813"/>
                <a:gd name="T89" fmla="*/ 492 h 846"/>
                <a:gd name="T90" fmla="*/ 413 w 813"/>
                <a:gd name="T91" fmla="*/ 482 h 846"/>
                <a:gd name="T92" fmla="*/ 217 w 813"/>
                <a:gd name="T93" fmla="*/ 489 h 846"/>
                <a:gd name="T94" fmla="*/ 172 w 813"/>
                <a:gd name="T95" fmla="*/ 495 h 846"/>
                <a:gd name="T96" fmla="*/ 145 w 813"/>
                <a:gd name="T97" fmla="*/ 532 h 846"/>
                <a:gd name="T98" fmla="*/ 377 w 813"/>
                <a:gd name="T99" fmla="*/ 532 h 846"/>
                <a:gd name="T100" fmla="*/ 375 w 813"/>
                <a:gd name="T101" fmla="*/ 551 h 846"/>
                <a:gd name="T102" fmla="*/ 450 w 813"/>
                <a:gd name="T103" fmla="*/ 551 h 846"/>
                <a:gd name="T104" fmla="*/ 450 w 813"/>
                <a:gd name="T105" fmla="*/ 532 h 846"/>
                <a:gd name="T106" fmla="*/ 794 w 813"/>
                <a:gd name="T107" fmla="*/ 0 h 846"/>
                <a:gd name="T108" fmla="*/ 749 w 813"/>
                <a:gd name="T109" fmla="*/ 575 h 846"/>
                <a:gd name="T110" fmla="*/ 408 w 813"/>
                <a:gd name="T111" fmla="*/ 846 h 846"/>
                <a:gd name="T112" fmla="*/ 66 w 813"/>
                <a:gd name="T113" fmla="*/ 579 h 846"/>
                <a:gd name="T114" fmla="*/ 18 w 813"/>
                <a:gd name="T115" fmla="*/ 5 h 846"/>
                <a:gd name="T116" fmla="*/ 22 w 813"/>
                <a:gd name="T117" fmla="*/ 0 h 846"/>
                <a:gd name="T118" fmla="*/ 794 w 813"/>
                <a:gd name="T119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13" h="846">
                  <a:moveTo>
                    <a:pt x="316" y="720"/>
                  </a:moveTo>
                  <a:cubicBezTo>
                    <a:pt x="318" y="703"/>
                    <a:pt x="324" y="665"/>
                    <a:pt x="313" y="652"/>
                  </a:cubicBezTo>
                  <a:cubicBezTo>
                    <a:pt x="310" y="663"/>
                    <a:pt x="297" y="662"/>
                    <a:pt x="294" y="673"/>
                  </a:cubicBezTo>
                  <a:cubicBezTo>
                    <a:pt x="299" y="681"/>
                    <a:pt x="307" y="666"/>
                    <a:pt x="309" y="671"/>
                  </a:cubicBezTo>
                  <a:cubicBezTo>
                    <a:pt x="311" y="686"/>
                    <a:pt x="305" y="711"/>
                    <a:pt x="313" y="720"/>
                  </a:cubicBezTo>
                  <a:cubicBezTo>
                    <a:pt x="314" y="720"/>
                    <a:pt x="315" y="720"/>
                    <a:pt x="316" y="720"/>
                  </a:cubicBezTo>
                  <a:close/>
                  <a:moveTo>
                    <a:pt x="377" y="720"/>
                  </a:moveTo>
                  <a:cubicBezTo>
                    <a:pt x="392" y="716"/>
                    <a:pt x="395" y="684"/>
                    <a:pt x="391" y="671"/>
                  </a:cubicBezTo>
                  <a:cubicBezTo>
                    <a:pt x="385" y="644"/>
                    <a:pt x="353" y="653"/>
                    <a:pt x="349" y="667"/>
                  </a:cubicBezTo>
                  <a:cubicBezTo>
                    <a:pt x="340" y="705"/>
                    <a:pt x="376" y="699"/>
                    <a:pt x="384" y="692"/>
                  </a:cubicBezTo>
                  <a:cubicBezTo>
                    <a:pt x="382" y="704"/>
                    <a:pt x="380" y="715"/>
                    <a:pt x="366" y="715"/>
                  </a:cubicBezTo>
                  <a:cubicBezTo>
                    <a:pt x="358" y="716"/>
                    <a:pt x="362" y="704"/>
                    <a:pt x="353" y="704"/>
                  </a:cubicBezTo>
                  <a:cubicBezTo>
                    <a:pt x="349" y="720"/>
                    <a:pt x="364" y="724"/>
                    <a:pt x="377" y="720"/>
                  </a:cubicBezTo>
                  <a:close/>
                  <a:moveTo>
                    <a:pt x="417" y="716"/>
                  </a:moveTo>
                  <a:cubicBezTo>
                    <a:pt x="454" y="753"/>
                    <a:pt x="475" y="629"/>
                    <a:pt x="419" y="656"/>
                  </a:cubicBezTo>
                  <a:cubicBezTo>
                    <a:pt x="409" y="668"/>
                    <a:pt x="404" y="705"/>
                    <a:pt x="417" y="716"/>
                  </a:cubicBezTo>
                  <a:close/>
                  <a:moveTo>
                    <a:pt x="481" y="714"/>
                  </a:moveTo>
                  <a:cubicBezTo>
                    <a:pt x="489" y="696"/>
                    <a:pt x="517" y="692"/>
                    <a:pt x="514" y="668"/>
                  </a:cubicBezTo>
                  <a:cubicBezTo>
                    <a:pt x="511" y="646"/>
                    <a:pt x="469" y="648"/>
                    <a:pt x="475" y="672"/>
                  </a:cubicBezTo>
                  <a:cubicBezTo>
                    <a:pt x="485" y="671"/>
                    <a:pt x="481" y="661"/>
                    <a:pt x="490" y="659"/>
                  </a:cubicBezTo>
                  <a:cubicBezTo>
                    <a:pt x="497" y="658"/>
                    <a:pt x="503" y="661"/>
                    <a:pt x="506" y="668"/>
                  </a:cubicBezTo>
                  <a:cubicBezTo>
                    <a:pt x="511" y="690"/>
                    <a:pt x="468" y="699"/>
                    <a:pt x="470" y="720"/>
                  </a:cubicBezTo>
                  <a:cubicBezTo>
                    <a:pt x="484" y="718"/>
                    <a:pt x="509" y="727"/>
                    <a:pt x="514" y="715"/>
                  </a:cubicBezTo>
                  <a:cubicBezTo>
                    <a:pt x="506" y="711"/>
                    <a:pt x="491" y="714"/>
                    <a:pt x="481" y="714"/>
                  </a:cubicBezTo>
                  <a:close/>
                  <a:moveTo>
                    <a:pt x="415" y="465"/>
                  </a:moveTo>
                  <a:cubicBezTo>
                    <a:pt x="469" y="406"/>
                    <a:pt x="550" y="477"/>
                    <a:pt x="628" y="461"/>
                  </a:cubicBezTo>
                  <a:cubicBezTo>
                    <a:pt x="577" y="425"/>
                    <a:pt x="517" y="400"/>
                    <a:pt x="478" y="353"/>
                  </a:cubicBezTo>
                  <a:cubicBezTo>
                    <a:pt x="496" y="360"/>
                    <a:pt x="518" y="363"/>
                    <a:pt x="545" y="362"/>
                  </a:cubicBezTo>
                  <a:cubicBezTo>
                    <a:pt x="511" y="318"/>
                    <a:pt x="456" y="287"/>
                    <a:pt x="441" y="229"/>
                  </a:cubicBezTo>
                  <a:cubicBezTo>
                    <a:pt x="454" y="233"/>
                    <a:pt x="465" y="237"/>
                    <a:pt x="483" y="237"/>
                  </a:cubicBezTo>
                  <a:cubicBezTo>
                    <a:pt x="468" y="213"/>
                    <a:pt x="453" y="189"/>
                    <a:pt x="441" y="162"/>
                  </a:cubicBezTo>
                  <a:cubicBezTo>
                    <a:pt x="429" y="137"/>
                    <a:pt x="420" y="108"/>
                    <a:pt x="408" y="80"/>
                  </a:cubicBezTo>
                  <a:cubicBezTo>
                    <a:pt x="397" y="134"/>
                    <a:pt x="370" y="184"/>
                    <a:pt x="346" y="220"/>
                  </a:cubicBezTo>
                  <a:cubicBezTo>
                    <a:pt x="343" y="225"/>
                    <a:pt x="337" y="231"/>
                    <a:pt x="340" y="237"/>
                  </a:cubicBezTo>
                  <a:cubicBezTo>
                    <a:pt x="357" y="237"/>
                    <a:pt x="368" y="233"/>
                    <a:pt x="381" y="229"/>
                  </a:cubicBezTo>
                  <a:cubicBezTo>
                    <a:pt x="359" y="287"/>
                    <a:pt x="313" y="319"/>
                    <a:pt x="275" y="360"/>
                  </a:cubicBezTo>
                  <a:cubicBezTo>
                    <a:pt x="302" y="361"/>
                    <a:pt x="325" y="360"/>
                    <a:pt x="344" y="353"/>
                  </a:cubicBezTo>
                  <a:cubicBezTo>
                    <a:pt x="344" y="355"/>
                    <a:pt x="344" y="355"/>
                    <a:pt x="344" y="355"/>
                  </a:cubicBezTo>
                  <a:cubicBezTo>
                    <a:pt x="343" y="355"/>
                    <a:pt x="342" y="355"/>
                    <a:pt x="342" y="357"/>
                  </a:cubicBezTo>
                  <a:cubicBezTo>
                    <a:pt x="304" y="391"/>
                    <a:pt x="258" y="423"/>
                    <a:pt x="211" y="446"/>
                  </a:cubicBezTo>
                  <a:cubicBezTo>
                    <a:pt x="204" y="449"/>
                    <a:pt x="195" y="453"/>
                    <a:pt x="192" y="461"/>
                  </a:cubicBezTo>
                  <a:cubicBezTo>
                    <a:pt x="266" y="473"/>
                    <a:pt x="357" y="410"/>
                    <a:pt x="415" y="465"/>
                  </a:cubicBezTo>
                  <a:close/>
                  <a:moveTo>
                    <a:pt x="450" y="532"/>
                  </a:moveTo>
                  <a:cubicBezTo>
                    <a:pt x="525" y="532"/>
                    <a:pt x="601" y="532"/>
                    <a:pt x="677" y="532"/>
                  </a:cubicBezTo>
                  <a:cubicBezTo>
                    <a:pt x="670" y="517"/>
                    <a:pt x="659" y="505"/>
                    <a:pt x="649" y="492"/>
                  </a:cubicBezTo>
                  <a:cubicBezTo>
                    <a:pt x="572" y="496"/>
                    <a:pt x="480" y="424"/>
                    <a:pt x="413" y="482"/>
                  </a:cubicBezTo>
                  <a:cubicBezTo>
                    <a:pt x="357" y="433"/>
                    <a:pt x="277" y="479"/>
                    <a:pt x="217" y="489"/>
                  </a:cubicBezTo>
                  <a:cubicBezTo>
                    <a:pt x="201" y="492"/>
                    <a:pt x="183" y="490"/>
                    <a:pt x="172" y="495"/>
                  </a:cubicBezTo>
                  <a:cubicBezTo>
                    <a:pt x="159" y="500"/>
                    <a:pt x="151" y="523"/>
                    <a:pt x="145" y="532"/>
                  </a:cubicBezTo>
                  <a:cubicBezTo>
                    <a:pt x="222" y="532"/>
                    <a:pt x="299" y="532"/>
                    <a:pt x="377" y="532"/>
                  </a:cubicBezTo>
                  <a:cubicBezTo>
                    <a:pt x="377" y="539"/>
                    <a:pt x="374" y="542"/>
                    <a:pt x="375" y="551"/>
                  </a:cubicBezTo>
                  <a:cubicBezTo>
                    <a:pt x="401" y="551"/>
                    <a:pt x="425" y="551"/>
                    <a:pt x="450" y="551"/>
                  </a:cubicBezTo>
                  <a:cubicBezTo>
                    <a:pt x="451" y="544"/>
                    <a:pt x="445" y="537"/>
                    <a:pt x="450" y="532"/>
                  </a:cubicBezTo>
                  <a:close/>
                  <a:moveTo>
                    <a:pt x="794" y="0"/>
                  </a:moveTo>
                  <a:cubicBezTo>
                    <a:pt x="794" y="208"/>
                    <a:pt x="813" y="432"/>
                    <a:pt x="749" y="575"/>
                  </a:cubicBezTo>
                  <a:cubicBezTo>
                    <a:pt x="686" y="721"/>
                    <a:pt x="550" y="780"/>
                    <a:pt x="408" y="846"/>
                  </a:cubicBezTo>
                  <a:cubicBezTo>
                    <a:pt x="265" y="782"/>
                    <a:pt x="132" y="721"/>
                    <a:pt x="66" y="579"/>
                  </a:cubicBezTo>
                  <a:cubicBezTo>
                    <a:pt x="0" y="437"/>
                    <a:pt x="23" y="215"/>
                    <a:pt x="18" y="5"/>
                  </a:cubicBezTo>
                  <a:cubicBezTo>
                    <a:pt x="18" y="1"/>
                    <a:pt x="19" y="0"/>
                    <a:pt x="22" y="0"/>
                  </a:cubicBezTo>
                  <a:cubicBezTo>
                    <a:pt x="280" y="0"/>
                    <a:pt x="538" y="0"/>
                    <a:pt x="79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0" name="Freeform 25">
              <a:extLst>
                <a:ext uri="{FF2B5EF4-FFF2-40B4-BE49-F238E27FC236}">
                  <a16:creationId xmlns:a16="http://schemas.microsoft.com/office/drawing/2014/main" id="{1113EAA8-B1BC-54F6-3B24-E7F027ADC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3010" y="5166360"/>
              <a:ext cx="269875" cy="298450"/>
            </a:xfrm>
            <a:custGeom>
              <a:avLst/>
              <a:gdLst>
                <a:gd name="T0" fmla="*/ 74 w 104"/>
                <a:gd name="T1" fmla="*/ 15 h 115"/>
                <a:gd name="T2" fmla="*/ 96 w 104"/>
                <a:gd name="T3" fmla="*/ 115 h 115"/>
                <a:gd name="T4" fmla="*/ 17 w 104"/>
                <a:gd name="T5" fmla="*/ 64 h 115"/>
                <a:gd name="T6" fmla="*/ 0 w 104"/>
                <a:gd name="T7" fmla="*/ 67 h 115"/>
                <a:gd name="T8" fmla="*/ 25 w 104"/>
                <a:gd name="T9" fmla="*/ 50 h 115"/>
                <a:gd name="T10" fmla="*/ 84 w 104"/>
                <a:gd name="T11" fmla="*/ 88 h 115"/>
                <a:gd name="T12" fmla="*/ 66 w 104"/>
                <a:gd name="T13" fmla="*/ 21 h 115"/>
                <a:gd name="T14" fmla="*/ 50 w 104"/>
                <a:gd name="T15" fmla="*/ 28 h 115"/>
                <a:gd name="T16" fmla="*/ 75 w 104"/>
                <a:gd name="T17" fmla="*/ 0 h 115"/>
                <a:gd name="T18" fmla="*/ 74 w 104"/>
                <a:gd name="T19" fmla="*/ 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5">
                  <a:moveTo>
                    <a:pt x="74" y="15"/>
                  </a:moveTo>
                  <a:cubicBezTo>
                    <a:pt x="73" y="47"/>
                    <a:pt x="104" y="86"/>
                    <a:pt x="96" y="115"/>
                  </a:cubicBezTo>
                  <a:cubicBezTo>
                    <a:pt x="71" y="99"/>
                    <a:pt x="43" y="82"/>
                    <a:pt x="17" y="64"/>
                  </a:cubicBezTo>
                  <a:cubicBezTo>
                    <a:pt x="8" y="63"/>
                    <a:pt x="5" y="71"/>
                    <a:pt x="0" y="67"/>
                  </a:cubicBezTo>
                  <a:cubicBezTo>
                    <a:pt x="6" y="54"/>
                    <a:pt x="46" y="26"/>
                    <a:pt x="25" y="50"/>
                  </a:cubicBezTo>
                  <a:cubicBezTo>
                    <a:pt x="43" y="66"/>
                    <a:pt x="64" y="77"/>
                    <a:pt x="84" y="88"/>
                  </a:cubicBezTo>
                  <a:cubicBezTo>
                    <a:pt x="84" y="67"/>
                    <a:pt x="73" y="42"/>
                    <a:pt x="66" y="21"/>
                  </a:cubicBezTo>
                  <a:cubicBezTo>
                    <a:pt x="60" y="23"/>
                    <a:pt x="56" y="26"/>
                    <a:pt x="50" y="28"/>
                  </a:cubicBezTo>
                  <a:cubicBezTo>
                    <a:pt x="50" y="16"/>
                    <a:pt x="69" y="10"/>
                    <a:pt x="75" y="0"/>
                  </a:cubicBezTo>
                  <a:cubicBezTo>
                    <a:pt x="83" y="6"/>
                    <a:pt x="74" y="7"/>
                    <a:pt x="7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1" name="Freeform 26">
              <a:extLst>
                <a:ext uri="{FF2B5EF4-FFF2-40B4-BE49-F238E27FC236}">
                  <a16:creationId xmlns:a16="http://schemas.microsoft.com/office/drawing/2014/main" id="{CB2FACE7-4F4E-D7A0-4B14-BFB212822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010" y="5358448"/>
              <a:ext cx="204787" cy="273050"/>
            </a:xfrm>
            <a:custGeom>
              <a:avLst/>
              <a:gdLst>
                <a:gd name="T0" fmla="*/ 62 w 79"/>
                <a:gd name="T1" fmla="*/ 84 h 105"/>
                <a:gd name="T2" fmla="*/ 79 w 79"/>
                <a:gd name="T3" fmla="*/ 87 h 105"/>
                <a:gd name="T4" fmla="*/ 40 w 79"/>
                <a:gd name="T5" fmla="*/ 105 h 105"/>
                <a:gd name="T6" fmla="*/ 50 w 79"/>
                <a:gd name="T7" fmla="*/ 93 h 105"/>
                <a:gd name="T8" fmla="*/ 16 w 79"/>
                <a:gd name="T9" fmla="*/ 19 h 105"/>
                <a:gd name="T10" fmla="*/ 0 w 79"/>
                <a:gd name="T11" fmla="*/ 19 h 105"/>
                <a:gd name="T12" fmla="*/ 40 w 79"/>
                <a:gd name="T13" fmla="*/ 0 h 105"/>
                <a:gd name="T14" fmla="*/ 29 w 79"/>
                <a:gd name="T15" fmla="*/ 12 h 105"/>
                <a:gd name="T16" fmla="*/ 62 w 79"/>
                <a:gd name="T17" fmla="*/ 8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105">
                  <a:moveTo>
                    <a:pt x="62" y="84"/>
                  </a:moveTo>
                  <a:cubicBezTo>
                    <a:pt x="68" y="89"/>
                    <a:pt x="76" y="81"/>
                    <a:pt x="79" y="87"/>
                  </a:cubicBezTo>
                  <a:cubicBezTo>
                    <a:pt x="71" y="95"/>
                    <a:pt x="52" y="104"/>
                    <a:pt x="40" y="105"/>
                  </a:cubicBezTo>
                  <a:cubicBezTo>
                    <a:pt x="40" y="98"/>
                    <a:pt x="50" y="100"/>
                    <a:pt x="50" y="93"/>
                  </a:cubicBezTo>
                  <a:cubicBezTo>
                    <a:pt x="40" y="68"/>
                    <a:pt x="28" y="43"/>
                    <a:pt x="16" y="19"/>
                  </a:cubicBezTo>
                  <a:cubicBezTo>
                    <a:pt x="10" y="17"/>
                    <a:pt x="3" y="25"/>
                    <a:pt x="0" y="19"/>
                  </a:cubicBezTo>
                  <a:cubicBezTo>
                    <a:pt x="10" y="11"/>
                    <a:pt x="28" y="0"/>
                    <a:pt x="40" y="0"/>
                  </a:cubicBezTo>
                  <a:cubicBezTo>
                    <a:pt x="38" y="6"/>
                    <a:pt x="32" y="7"/>
                    <a:pt x="29" y="12"/>
                  </a:cubicBezTo>
                  <a:cubicBezTo>
                    <a:pt x="40" y="36"/>
                    <a:pt x="52" y="60"/>
                    <a:pt x="6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2" name="Freeform 27">
              <a:extLst>
                <a:ext uri="{FF2B5EF4-FFF2-40B4-BE49-F238E27FC236}">
                  <a16:creationId xmlns:a16="http://schemas.microsoft.com/office/drawing/2014/main" id="{8847B595-3F71-C621-588D-223F76363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148" y="5423535"/>
              <a:ext cx="314325" cy="342900"/>
            </a:xfrm>
            <a:custGeom>
              <a:avLst/>
              <a:gdLst>
                <a:gd name="T0" fmla="*/ 121 w 121"/>
                <a:gd name="T1" fmla="*/ 98 h 132"/>
                <a:gd name="T2" fmla="*/ 78 w 121"/>
                <a:gd name="T3" fmla="*/ 79 h 132"/>
                <a:gd name="T4" fmla="*/ 33 w 121"/>
                <a:gd name="T5" fmla="*/ 54 h 132"/>
                <a:gd name="T6" fmla="*/ 59 w 121"/>
                <a:gd name="T7" fmla="*/ 115 h 132"/>
                <a:gd name="T8" fmla="*/ 78 w 121"/>
                <a:gd name="T9" fmla="*/ 116 h 132"/>
                <a:gd name="T10" fmla="*/ 39 w 121"/>
                <a:gd name="T11" fmla="*/ 132 h 132"/>
                <a:gd name="T12" fmla="*/ 48 w 121"/>
                <a:gd name="T13" fmla="*/ 118 h 132"/>
                <a:gd name="T14" fmla="*/ 17 w 121"/>
                <a:gd name="T15" fmla="*/ 46 h 132"/>
                <a:gd name="T16" fmla="*/ 1 w 121"/>
                <a:gd name="T17" fmla="*/ 46 h 132"/>
                <a:gd name="T18" fmla="*/ 25 w 121"/>
                <a:gd name="T19" fmla="*/ 32 h 132"/>
                <a:gd name="T20" fmla="*/ 102 w 121"/>
                <a:gd name="T21" fmla="*/ 77 h 132"/>
                <a:gd name="T22" fmla="*/ 78 w 121"/>
                <a:gd name="T23" fmla="*/ 20 h 132"/>
                <a:gd name="T24" fmla="*/ 60 w 121"/>
                <a:gd name="T25" fmla="*/ 20 h 132"/>
                <a:gd name="T26" fmla="*/ 95 w 121"/>
                <a:gd name="T27" fmla="*/ 0 h 132"/>
                <a:gd name="T28" fmla="*/ 88 w 121"/>
                <a:gd name="T29" fmla="*/ 16 h 132"/>
                <a:gd name="T30" fmla="*/ 121 w 121"/>
                <a:gd name="T31" fmla="*/ 9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1" h="132">
                  <a:moveTo>
                    <a:pt x="121" y="98"/>
                  </a:moveTo>
                  <a:cubicBezTo>
                    <a:pt x="105" y="103"/>
                    <a:pt x="92" y="87"/>
                    <a:pt x="78" y="79"/>
                  </a:cubicBezTo>
                  <a:cubicBezTo>
                    <a:pt x="62" y="70"/>
                    <a:pt x="47" y="62"/>
                    <a:pt x="33" y="54"/>
                  </a:cubicBezTo>
                  <a:cubicBezTo>
                    <a:pt x="39" y="77"/>
                    <a:pt x="48" y="96"/>
                    <a:pt x="59" y="115"/>
                  </a:cubicBezTo>
                  <a:cubicBezTo>
                    <a:pt x="65" y="116"/>
                    <a:pt x="73" y="113"/>
                    <a:pt x="78" y="116"/>
                  </a:cubicBezTo>
                  <a:cubicBezTo>
                    <a:pt x="67" y="124"/>
                    <a:pt x="50" y="132"/>
                    <a:pt x="39" y="132"/>
                  </a:cubicBezTo>
                  <a:cubicBezTo>
                    <a:pt x="39" y="126"/>
                    <a:pt x="48" y="126"/>
                    <a:pt x="48" y="118"/>
                  </a:cubicBezTo>
                  <a:cubicBezTo>
                    <a:pt x="51" y="98"/>
                    <a:pt x="23" y="63"/>
                    <a:pt x="17" y="46"/>
                  </a:cubicBezTo>
                  <a:cubicBezTo>
                    <a:pt x="11" y="44"/>
                    <a:pt x="5" y="51"/>
                    <a:pt x="1" y="46"/>
                  </a:cubicBezTo>
                  <a:cubicBezTo>
                    <a:pt x="0" y="39"/>
                    <a:pt x="18" y="37"/>
                    <a:pt x="25" y="32"/>
                  </a:cubicBezTo>
                  <a:cubicBezTo>
                    <a:pt x="51" y="45"/>
                    <a:pt x="75" y="63"/>
                    <a:pt x="102" y="77"/>
                  </a:cubicBezTo>
                  <a:cubicBezTo>
                    <a:pt x="97" y="55"/>
                    <a:pt x="87" y="37"/>
                    <a:pt x="78" y="20"/>
                  </a:cubicBezTo>
                  <a:cubicBezTo>
                    <a:pt x="70" y="17"/>
                    <a:pt x="65" y="24"/>
                    <a:pt x="60" y="20"/>
                  </a:cubicBezTo>
                  <a:cubicBezTo>
                    <a:pt x="67" y="8"/>
                    <a:pt x="86" y="8"/>
                    <a:pt x="95" y="0"/>
                  </a:cubicBezTo>
                  <a:cubicBezTo>
                    <a:pt x="104" y="7"/>
                    <a:pt x="88" y="7"/>
                    <a:pt x="88" y="16"/>
                  </a:cubicBezTo>
                  <a:cubicBezTo>
                    <a:pt x="97" y="46"/>
                    <a:pt x="110" y="72"/>
                    <a:pt x="121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3" name="Freeform 28">
              <a:extLst>
                <a:ext uri="{FF2B5EF4-FFF2-40B4-BE49-F238E27FC236}">
                  <a16:creationId xmlns:a16="http://schemas.microsoft.com/office/drawing/2014/main" id="{D6CC2DCF-188B-BCF2-0A9D-2DDD3BC63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198" y="2524760"/>
              <a:ext cx="238125" cy="295275"/>
            </a:xfrm>
            <a:custGeom>
              <a:avLst/>
              <a:gdLst>
                <a:gd name="T0" fmla="*/ 74 w 92"/>
                <a:gd name="T1" fmla="*/ 19 h 114"/>
                <a:gd name="T2" fmla="*/ 71 w 92"/>
                <a:gd name="T3" fmla="*/ 114 h 114"/>
                <a:gd name="T4" fmla="*/ 65 w 92"/>
                <a:gd name="T5" fmla="*/ 100 h 114"/>
                <a:gd name="T6" fmla="*/ 3 w 92"/>
                <a:gd name="T7" fmla="*/ 79 h 114"/>
                <a:gd name="T8" fmla="*/ 69 w 92"/>
                <a:gd name="T9" fmla="*/ 83 h 114"/>
                <a:gd name="T10" fmla="*/ 51 w 92"/>
                <a:gd name="T11" fmla="*/ 66 h 114"/>
                <a:gd name="T12" fmla="*/ 2 w 92"/>
                <a:gd name="T13" fmla="*/ 52 h 114"/>
                <a:gd name="T14" fmla="*/ 69 w 92"/>
                <a:gd name="T15" fmla="*/ 54 h 114"/>
                <a:gd name="T16" fmla="*/ 2 w 92"/>
                <a:gd name="T17" fmla="*/ 24 h 114"/>
                <a:gd name="T18" fmla="*/ 62 w 92"/>
                <a:gd name="T19" fmla="*/ 23 h 114"/>
                <a:gd name="T20" fmla="*/ 74 w 92"/>
                <a:gd name="T21" fmla="*/ 1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4">
                  <a:moveTo>
                    <a:pt x="74" y="19"/>
                  </a:moveTo>
                  <a:cubicBezTo>
                    <a:pt x="88" y="36"/>
                    <a:pt x="92" y="103"/>
                    <a:pt x="71" y="114"/>
                  </a:cubicBezTo>
                  <a:cubicBezTo>
                    <a:pt x="63" y="114"/>
                    <a:pt x="64" y="107"/>
                    <a:pt x="65" y="100"/>
                  </a:cubicBezTo>
                  <a:cubicBezTo>
                    <a:pt x="51" y="86"/>
                    <a:pt x="14" y="99"/>
                    <a:pt x="3" y="79"/>
                  </a:cubicBezTo>
                  <a:cubicBezTo>
                    <a:pt x="24" y="65"/>
                    <a:pt x="49" y="83"/>
                    <a:pt x="69" y="83"/>
                  </a:cubicBezTo>
                  <a:cubicBezTo>
                    <a:pt x="73" y="69"/>
                    <a:pt x="58" y="69"/>
                    <a:pt x="51" y="66"/>
                  </a:cubicBezTo>
                  <a:cubicBezTo>
                    <a:pt x="36" y="61"/>
                    <a:pt x="14" y="62"/>
                    <a:pt x="2" y="52"/>
                  </a:cubicBezTo>
                  <a:cubicBezTo>
                    <a:pt x="14" y="31"/>
                    <a:pt x="49" y="52"/>
                    <a:pt x="69" y="54"/>
                  </a:cubicBezTo>
                  <a:cubicBezTo>
                    <a:pt x="65" y="24"/>
                    <a:pt x="22" y="36"/>
                    <a:pt x="2" y="24"/>
                  </a:cubicBezTo>
                  <a:cubicBezTo>
                    <a:pt x="0" y="0"/>
                    <a:pt x="48" y="18"/>
                    <a:pt x="62" y="23"/>
                  </a:cubicBezTo>
                  <a:cubicBezTo>
                    <a:pt x="68" y="24"/>
                    <a:pt x="70" y="13"/>
                    <a:pt x="74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4" name="Freeform 29">
              <a:extLst>
                <a:ext uri="{FF2B5EF4-FFF2-40B4-BE49-F238E27FC236}">
                  <a16:creationId xmlns:a16="http://schemas.microsoft.com/office/drawing/2014/main" id="{EB752082-84C0-E697-7DD8-C16F744194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0185" y="2210435"/>
              <a:ext cx="796925" cy="906463"/>
            </a:xfrm>
            <a:custGeom>
              <a:avLst/>
              <a:gdLst>
                <a:gd name="T0" fmla="*/ 220 w 307"/>
                <a:gd name="T1" fmla="*/ 268 h 349"/>
                <a:gd name="T2" fmla="*/ 111 w 307"/>
                <a:gd name="T3" fmla="*/ 268 h 349"/>
                <a:gd name="T4" fmla="*/ 220 w 307"/>
                <a:gd name="T5" fmla="*/ 268 h 349"/>
                <a:gd name="T6" fmla="*/ 173 w 307"/>
                <a:gd name="T7" fmla="*/ 123 h 349"/>
                <a:gd name="T8" fmla="*/ 194 w 307"/>
                <a:gd name="T9" fmla="*/ 123 h 349"/>
                <a:gd name="T10" fmla="*/ 162 w 307"/>
                <a:gd name="T11" fmla="*/ 45 h 349"/>
                <a:gd name="T12" fmla="*/ 137 w 307"/>
                <a:gd name="T13" fmla="*/ 123 h 349"/>
                <a:gd name="T14" fmla="*/ 156 w 307"/>
                <a:gd name="T15" fmla="*/ 123 h 349"/>
                <a:gd name="T16" fmla="*/ 168 w 307"/>
                <a:gd name="T17" fmla="*/ 105 h 349"/>
                <a:gd name="T18" fmla="*/ 173 w 307"/>
                <a:gd name="T19" fmla="*/ 123 h 349"/>
                <a:gd name="T20" fmla="*/ 253 w 307"/>
                <a:gd name="T21" fmla="*/ 300 h 349"/>
                <a:gd name="T22" fmla="*/ 286 w 307"/>
                <a:gd name="T23" fmla="*/ 257 h 349"/>
                <a:gd name="T24" fmla="*/ 45 w 307"/>
                <a:gd name="T25" fmla="*/ 259 h 349"/>
                <a:gd name="T26" fmla="*/ 79 w 307"/>
                <a:gd name="T27" fmla="*/ 300 h 349"/>
                <a:gd name="T28" fmla="*/ 109 w 307"/>
                <a:gd name="T29" fmla="*/ 294 h 349"/>
                <a:gd name="T30" fmla="*/ 83 w 307"/>
                <a:gd name="T31" fmla="*/ 264 h 349"/>
                <a:gd name="T32" fmla="*/ 178 w 307"/>
                <a:gd name="T33" fmla="*/ 244 h 349"/>
                <a:gd name="T34" fmla="*/ 248 w 307"/>
                <a:gd name="T35" fmla="*/ 266 h 349"/>
                <a:gd name="T36" fmla="*/ 222 w 307"/>
                <a:gd name="T37" fmla="*/ 291 h 349"/>
                <a:gd name="T38" fmla="*/ 253 w 307"/>
                <a:gd name="T39" fmla="*/ 300 h 349"/>
                <a:gd name="T40" fmla="*/ 274 w 307"/>
                <a:gd name="T41" fmla="*/ 75 h 349"/>
                <a:gd name="T42" fmla="*/ 302 w 307"/>
                <a:gd name="T43" fmla="*/ 133 h 349"/>
                <a:gd name="T44" fmla="*/ 264 w 307"/>
                <a:gd name="T45" fmla="*/ 85 h 349"/>
                <a:gd name="T46" fmla="*/ 187 w 307"/>
                <a:gd name="T47" fmla="*/ 47 h 349"/>
                <a:gd name="T48" fmla="*/ 210 w 307"/>
                <a:gd name="T49" fmla="*/ 121 h 349"/>
                <a:gd name="T50" fmla="*/ 175 w 307"/>
                <a:gd name="T51" fmla="*/ 139 h 349"/>
                <a:gd name="T52" fmla="*/ 173 w 307"/>
                <a:gd name="T53" fmla="*/ 173 h 349"/>
                <a:gd name="T54" fmla="*/ 225 w 307"/>
                <a:gd name="T55" fmla="*/ 175 h 349"/>
                <a:gd name="T56" fmla="*/ 173 w 307"/>
                <a:gd name="T57" fmla="*/ 188 h 349"/>
                <a:gd name="T58" fmla="*/ 166 w 307"/>
                <a:gd name="T59" fmla="*/ 219 h 349"/>
                <a:gd name="T60" fmla="*/ 305 w 307"/>
                <a:gd name="T61" fmla="*/ 250 h 349"/>
                <a:gd name="T62" fmla="*/ 256 w 307"/>
                <a:gd name="T63" fmla="*/ 318 h 349"/>
                <a:gd name="T64" fmla="*/ 192 w 307"/>
                <a:gd name="T65" fmla="*/ 338 h 349"/>
                <a:gd name="T66" fmla="*/ 232 w 307"/>
                <a:gd name="T67" fmla="*/ 312 h 349"/>
                <a:gd name="T68" fmla="*/ 183 w 307"/>
                <a:gd name="T69" fmla="*/ 304 h 349"/>
                <a:gd name="T70" fmla="*/ 181 w 307"/>
                <a:gd name="T71" fmla="*/ 343 h 349"/>
                <a:gd name="T72" fmla="*/ 132 w 307"/>
                <a:gd name="T73" fmla="*/ 334 h 349"/>
                <a:gd name="T74" fmla="*/ 168 w 307"/>
                <a:gd name="T75" fmla="*/ 330 h 349"/>
                <a:gd name="T76" fmla="*/ 166 w 307"/>
                <a:gd name="T77" fmla="*/ 304 h 349"/>
                <a:gd name="T78" fmla="*/ 100 w 307"/>
                <a:gd name="T79" fmla="*/ 311 h 349"/>
                <a:gd name="T80" fmla="*/ 123 w 307"/>
                <a:gd name="T81" fmla="*/ 334 h 349"/>
                <a:gd name="T82" fmla="*/ 25 w 307"/>
                <a:gd name="T83" fmla="*/ 252 h 349"/>
                <a:gd name="T84" fmla="*/ 161 w 307"/>
                <a:gd name="T85" fmla="*/ 221 h 349"/>
                <a:gd name="T86" fmla="*/ 157 w 307"/>
                <a:gd name="T87" fmla="*/ 191 h 349"/>
                <a:gd name="T88" fmla="*/ 104 w 307"/>
                <a:gd name="T89" fmla="*/ 182 h 349"/>
                <a:gd name="T90" fmla="*/ 156 w 307"/>
                <a:gd name="T91" fmla="*/ 173 h 349"/>
                <a:gd name="T92" fmla="*/ 157 w 307"/>
                <a:gd name="T93" fmla="*/ 140 h 349"/>
                <a:gd name="T94" fmla="*/ 104 w 307"/>
                <a:gd name="T95" fmla="*/ 132 h 349"/>
                <a:gd name="T96" fmla="*/ 121 w 307"/>
                <a:gd name="T97" fmla="*/ 123 h 349"/>
                <a:gd name="T98" fmla="*/ 144 w 307"/>
                <a:gd name="T99" fmla="*/ 51 h 349"/>
                <a:gd name="T100" fmla="*/ 34 w 307"/>
                <a:gd name="T101" fmla="*/ 143 h 349"/>
                <a:gd name="T102" fmla="*/ 95 w 307"/>
                <a:gd name="T103" fmla="*/ 140 h 349"/>
                <a:gd name="T104" fmla="*/ 28 w 307"/>
                <a:gd name="T105" fmla="*/ 173 h 349"/>
                <a:gd name="T106" fmla="*/ 95 w 307"/>
                <a:gd name="T107" fmla="*/ 171 h 349"/>
                <a:gd name="T108" fmla="*/ 28 w 307"/>
                <a:gd name="T109" fmla="*/ 204 h 349"/>
                <a:gd name="T110" fmla="*/ 91 w 307"/>
                <a:gd name="T111" fmla="*/ 201 h 349"/>
                <a:gd name="T112" fmla="*/ 33 w 307"/>
                <a:gd name="T113" fmla="*/ 221 h 349"/>
                <a:gd name="T114" fmla="*/ 28 w 307"/>
                <a:gd name="T115" fmla="*/ 239 h 349"/>
                <a:gd name="T116" fmla="*/ 12 w 307"/>
                <a:gd name="T117" fmla="*/ 213 h 349"/>
                <a:gd name="T118" fmla="*/ 150 w 307"/>
                <a:gd name="T119" fmla="*/ 29 h 349"/>
                <a:gd name="T120" fmla="*/ 177 w 307"/>
                <a:gd name="T121" fmla="*/ 29 h 349"/>
                <a:gd name="T122" fmla="*/ 274 w 307"/>
                <a:gd name="T123" fmla="*/ 75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7" h="349">
                  <a:moveTo>
                    <a:pt x="220" y="268"/>
                  </a:moveTo>
                  <a:cubicBezTo>
                    <a:pt x="190" y="258"/>
                    <a:pt x="144" y="258"/>
                    <a:pt x="111" y="268"/>
                  </a:cubicBezTo>
                  <a:cubicBezTo>
                    <a:pt x="129" y="292"/>
                    <a:pt x="201" y="292"/>
                    <a:pt x="220" y="268"/>
                  </a:cubicBezTo>
                  <a:close/>
                  <a:moveTo>
                    <a:pt x="173" y="123"/>
                  </a:moveTo>
                  <a:cubicBezTo>
                    <a:pt x="181" y="123"/>
                    <a:pt x="187" y="123"/>
                    <a:pt x="194" y="123"/>
                  </a:cubicBezTo>
                  <a:cubicBezTo>
                    <a:pt x="184" y="96"/>
                    <a:pt x="181" y="64"/>
                    <a:pt x="162" y="45"/>
                  </a:cubicBezTo>
                  <a:cubicBezTo>
                    <a:pt x="154" y="71"/>
                    <a:pt x="143" y="95"/>
                    <a:pt x="137" y="123"/>
                  </a:cubicBezTo>
                  <a:cubicBezTo>
                    <a:pt x="143" y="123"/>
                    <a:pt x="149" y="123"/>
                    <a:pt x="156" y="123"/>
                  </a:cubicBezTo>
                  <a:cubicBezTo>
                    <a:pt x="156" y="113"/>
                    <a:pt x="159" y="106"/>
                    <a:pt x="168" y="105"/>
                  </a:cubicBezTo>
                  <a:cubicBezTo>
                    <a:pt x="173" y="107"/>
                    <a:pt x="173" y="114"/>
                    <a:pt x="173" y="123"/>
                  </a:cubicBezTo>
                  <a:close/>
                  <a:moveTo>
                    <a:pt x="253" y="300"/>
                  </a:moveTo>
                  <a:cubicBezTo>
                    <a:pt x="266" y="288"/>
                    <a:pt x="278" y="276"/>
                    <a:pt x="286" y="257"/>
                  </a:cubicBezTo>
                  <a:cubicBezTo>
                    <a:pt x="219" y="230"/>
                    <a:pt x="105" y="229"/>
                    <a:pt x="45" y="259"/>
                  </a:cubicBezTo>
                  <a:cubicBezTo>
                    <a:pt x="54" y="276"/>
                    <a:pt x="67" y="287"/>
                    <a:pt x="79" y="300"/>
                  </a:cubicBezTo>
                  <a:cubicBezTo>
                    <a:pt x="90" y="299"/>
                    <a:pt x="96" y="292"/>
                    <a:pt x="109" y="294"/>
                  </a:cubicBezTo>
                  <a:cubicBezTo>
                    <a:pt x="105" y="280"/>
                    <a:pt x="85" y="281"/>
                    <a:pt x="83" y="264"/>
                  </a:cubicBezTo>
                  <a:cubicBezTo>
                    <a:pt x="100" y="247"/>
                    <a:pt x="143" y="242"/>
                    <a:pt x="178" y="244"/>
                  </a:cubicBezTo>
                  <a:cubicBezTo>
                    <a:pt x="205" y="247"/>
                    <a:pt x="238" y="249"/>
                    <a:pt x="248" y="266"/>
                  </a:cubicBezTo>
                  <a:cubicBezTo>
                    <a:pt x="244" y="280"/>
                    <a:pt x="228" y="281"/>
                    <a:pt x="222" y="291"/>
                  </a:cubicBezTo>
                  <a:cubicBezTo>
                    <a:pt x="232" y="294"/>
                    <a:pt x="243" y="297"/>
                    <a:pt x="253" y="300"/>
                  </a:cubicBezTo>
                  <a:close/>
                  <a:moveTo>
                    <a:pt x="274" y="75"/>
                  </a:moveTo>
                  <a:cubicBezTo>
                    <a:pt x="287" y="88"/>
                    <a:pt x="307" y="110"/>
                    <a:pt x="302" y="133"/>
                  </a:cubicBezTo>
                  <a:cubicBezTo>
                    <a:pt x="283" y="125"/>
                    <a:pt x="278" y="100"/>
                    <a:pt x="264" y="85"/>
                  </a:cubicBezTo>
                  <a:cubicBezTo>
                    <a:pt x="244" y="64"/>
                    <a:pt x="217" y="57"/>
                    <a:pt x="187" y="47"/>
                  </a:cubicBezTo>
                  <a:cubicBezTo>
                    <a:pt x="192" y="75"/>
                    <a:pt x="204" y="94"/>
                    <a:pt x="210" y="121"/>
                  </a:cubicBezTo>
                  <a:cubicBezTo>
                    <a:pt x="252" y="134"/>
                    <a:pt x="201" y="145"/>
                    <a:pt x="175" y="139"/>
                  </a:cubicBezTo>
                  <a:cubicBezTo>
                    <a:pt x="171" y="147"/>
                    <a:pt x="175" y="162"/>
                    <a:pt x="173" y="173"/>
                  </a:cubicBezTo>
                  <a:cubicBezTo>
                    <a:pt x="187" y="177"/>
                    <a:pt x="210" y="168"/>
                    <a:pt x="225" y="175"/>
                  </a:cubicBezTo>
                  <a:cubicBezTo>
                    <a:pt x="225" y="202"/>
                    <a:pt x="197" y="185"/>
                    <a:pt x="173" y="188"/>
                  </a:cubicBezTo>
                  <a:cubicBezTo>
                    <a:pt x="173" y="202"/>
                    <a:pt x="175" y="215"/>
                    <a:pt x="166" y="219"/>
                  </a:cubicBezTo>
                  <a:cubicBezTo>
                    <a:pt x="220" y="223"/>
                    <a:pt x="271" y="226"/>
                    <a:pt x="305" y="250"/>
                  </a:cubicBezTo>
                  <a:cubicBezTo>
                    <a:pt x="297" y="277"/>
                    <a:pt x="278" y="302"/>
                    <a:pt x="256" y="318"/>
                  </a:cubicBezTo>
                  <a:cubicBezTo>
                    <a:pt x="239" y="330"/>
                    <a:pt x="215" y="342"/>
                    <a:pt x="192" y="338"/>
                  </a:cubicBezTo>
                  <a:cubicBezTo>
                    <a:pt x="192" y="315"/>
                    <a:pt x="222" y="325"/>
                    <a:pt x="232" y="312"/>
                  </a:cubicBezTo>
                  <a:cubicBezTo>
                    <a:pt x="220" y="305"/>
                    <a:pt x="201" y="305"/>
                    <a:pt x="183" y="304"/>
                  </a:cubicBezTo>
                  <a:cubicBezTo>
                    <a:pt x="182" y="311"/>
                    <a:pt x="187" y="335"/>
                    <a:pt x="181" y="343"/>
                  </a:cubicBezTo>
                  <a:cubicBezTo>
                    <a:pt x="166" y="349"/>
                    <a:pt x="129" y="347"/>
                    <a:pt x="132" y="334"/>
                  </a:cubicBezTo>
                  <a:cubicBezTo>
                    <a:pt x="134" y="323"/>
                    <a:pt x="154" y="330"/>
                    <a:pt x="168" y="330"/>
                  </a:cubicBezTo>
                  <a:cubicBezTo>
                    <a:pt x="168" y="321"/>
                    <a:pt x="168" y="311"/>
                    <a:pt x="166" y="304"/>
                  </a:cubicBezTo>
                  <a:cubicBezTo>
                    <a:pt x="140" y="302"/>
                    <a:pt x="120" y="306"/>
                    <a:pt x="100" y="311"/>
                  </a:cubicBezTo>
                  <a:cubicBezTo>
                    <a:pt x="105" y="321"/>
                    <a:pt x="129" y="318"/>
                    <a:pt x="123" y="334"/>
                  </a:cubicBezTo>
                  <a:cubicBezTo>
                    <a:pt x="76" y="330"/>
                    <a:pt x="44" y="294"/>
                    <a:pt x="25" y="252"/>
                  </a:cubicBezTo>
                  <a:cubicBezTo>
                    <a:pt x="57" y="228"/>
                    <a:pt x="109" y="224"/>
                    <a:pt x="161" y="221"/>
                  </a:cubicBezTo>
                  <a:cubicBezTo>
                    <a:pt x="161" y="216"/>
                    <a:pt x="155" y="204"/>
                    <a:pt x="157" y="191"/>
                  </a:cubicBezTo>
                  <a:cubicBezTo>
                    <a:pt x="142" y="182"/>
                    <a:pt x="111" y="200"/>
                    <a:pt x="104" y="182"/>
                  </a:cubicBezTo>
                  <a:cubicBezTo>
                    <a:pt x="109" y="164"/>
                    <a:pt x="139" y="178"/>
                    <a:pt x="156" y="173"/>
                  </a:cubicBezTo>
                  <a:cubicBezTo>
                    <a:pt x="160" y="166"/>
                    <a:pt x="156" y="151"/>
                    <a:pt x="157" y="140"/>
                  </a:cubicBezTo>
                  <a:cubicBezTo>
                    <a:pt x="138" y="133"/>
                    <a:pt x="113" y="151"/>
                    <a:pt x="104" y="132"/>
                  </a:cubicBezTo>
                  <a:cubicBezTo>
                    <a:pt x="105" y="124"/>
                    <a:pt x="112" y="123"/>
                    <a:pt x="121" y="123"/>
                  </a:cubicBezTo>
                  <a:cubicBezTo>
                    <a:pt x="124" y="95"/>
                    <a:pt x="137" y="76"/>
                    <a:pt x="144" y="51"/>
                  </a:cubicBezTo>
                  <a:cubicBezTo>
                    <a:pt x="88" y="54"/>
                    <a:pt x="52" y="94"/>
                    <a:pt x="34" y="143"/>
                  </a:cubicBezTo>
                  <a:cubicBezTo>
                    <a:pt x="52" y="142"/>
                    <a:pt x="83" y="124"/>
                    <a:pt x="95" y="140"/>
                  </a:cubicBezTo>
                  <a:cubicBezTo>
                    <a:pt x="83" y="162"/>
                    <a:pt x="34" y="142"/>
                    <a:pt x="28" y="173"/>
                  </a:cubicBezTo>
                  <a:cubicBezTo>
                    <a:pt x="41" y="177"/>
                    <a:pt x="79" y="152"/>
                    <a:pt x="95" y="171"/>
                  </a:cubicBezTo>
                  <a:cubicBezTo>
                    <a:pt x="83" y="192"/>
                    <a:pt x="30" y="172"/>
                    <a:pt x="28" y="204"/>
                  </a:cubicBezTo>
                  <a:cubicBezTo>
                    <a:pt x="43" y="206"/>
                    <a:pt x="76" y="183"/>
                    <a:pt x="91" y="201"/>
                  </a:cubicBezTo>
                  <a:cubicBezTo>
                    <a:pt x="84" y="220"/>
                    <a:pt x="45" y="207"/>
                    <a:pt x="33" y="221"/>
                  </a:cubicBezTo>
                  <a:cubicBezTo>
                    <a:pt x="30" y="225"/>
                    <a:pt x="35" y="238"/>
                    <a:pt x="28" y="239"/>
                  </a:cubicBezTo>
                  <a:cubicBezTo>
                    <a:pt x="16" y="237"/>
                    <a:pt x="13" y="223"/>
                    <a:pt x="12" y="213"/>
                  </a:cubicBezTo>
                  <a:cubicBezTo>
                    <a:pt x="0" y="105"/>
                    <a:pt x="69" y="44"/>
                    <a:pt x="150" y="29"/>
                  </a:cubicBezTo>
                  <a:cubicBezTo>
                    <a:pt x="155" y="9"/>
                    <a:pt x="176" y="0"/>
                    <a:pt x="177" y="29"/>
                  </a:cubicBezTo>
                  <a:cubicBezTo>
                    <a:pt x="214" y="35"/>
                    <a:pt x="250" y="51"/>
                    <a:pt x="274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5" name="Freeform 30">
              <a:extLst>
                <a:ext uri="{FF2B5EF4-FFF2-40B4-BE49-F238E27FC236}">
                  <a16:creationId xmlns:a16="http://schemas.microsoft.com/office/drawing/2014/main" id="{A579D0CD-B52B-5ECE-3128-0C4ECBF10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698" y="5542598"/>
              <a:ext cx="265112" cy="306388"/>
            </a:xfrm>
            <a:custGeom>
              <a:avLst/>
              <a:gdLst>
                <a:gd name="T0" fmla="*/ 100 w 102"/>
                <a:gd name="T1" fmla="*/ 5 h 118"/>
                <a:gd name="T2" fmla="*/ 89 w 102"/>
                <a:gd name="T3" fmla="*/ 13 h 118"/>
                <a:gd name="T4" fmla="*/ 86 w 102"/>
                <a:gd name="T5" fmla="*/ 83 h 118"/>
                <a:gd name="T6" fmla="*/ 21 w 102"/>
                <a:gd name="T7" fmla="*/ 99 h 118"/>
                <a:gd name="T8" fmla="*/ 12 w 102"/>
                <a:gd name="T9" fmla="*/ 16 h 118"/>
                <a:gd name="T10" fmla="*/ 0 w 102"/>
                <a:gd name="T11" fmla="*/ 8 h 118"/>
                <a:gd name="T12" fmla="*/ 42 w 102"/>
                <a:gd name="T13" fmla="*/ 5 h 118"/>
                <a:gd name="T14" fmla="*/ 30 w 102"/>
                <a:gd name="T15" fmla="*/ 13 h 118"/>
                <a:gd name="T16" fmla="*/ 48 w 102"/>
                <a:gd name="T17" fmla="*/ 99 h 118"/>
                <a:gd name="T18" fmla="*/ 74 w 102"/>
                <a:gd name="T19" fmla="*/ 13 h 118"/>
                <a:gd name="T20" fmla="*/ 61 w 102"/>
                <a:gd name="T21" fmla="*/ 8 h 118"/>
                <a:gd name="T22" fmla="*/ 100 w 102"/>
                <a:gd name="T23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" h="118">
                  <a:moveTo>
                    <a:pt x="100" y="5"/>
                  </a:moveTo>
                  <a:cubicBezTo>
                    <a:pt x="102" y="13"/>
                    <a:pt x="91" y="9"/>
                    <a:pt x="89" y="13"/>
                  </a:cubicBezTo>
                  <a:cubicBezTo>
                    <a:pt x="78" y="33"/>
                    <a:pt x="91" y="61"/>
                    <a:pt x="86" y="83"/>
                  </a:cubicBezTo>
                  <a:cubicBezTo>
                    <a:pt x="80" y="107"/>
                    <a:pt x="39" y="118"/>
                    <a:pt x="21" y="99"/>
                  </a:cubicBezTo>
                  <a:cubicBezTo>
                    <a:pt x="1" y="80"/>
                    <a:pt x="23" y="45"/>
                    <a:pt x="12" y="16"/>
                  </a:cubicBezTo>
                  <a:cubicBezTo>
                    <a:pt x="11" y="9"/>
                    <a:pt x="3" y="12"/>
                    <a:pt x="0" y="8"/>
                  </a:cubicBezTo>
                  <a:cubicBezTo>
                    <a:pt x="8" y="0"/>
                    <a:pt x="33" y="4"/>
                    <a:pt x="42" y="5"/>
                  </a:cubicBezTo>
                  <a:cubicBezTo>
                    <a:pt x="43" y="13"/>
                    <a:pt x="32" y="9"/>
                    <a:pt x="30" y="13"/>
                  </a:cubicBezTo>
                  <a:cubicBezTo>
                    <a:pt x="28" y="43"/>
                    <a:pt x="20" y="95"/>
                    <a:pt x="48" y="99"/>
                  </a:cubicBezTo>
                  <a:cubicBezTo>
                    <a:pt x="83" y="105"/>
                    <a:pt x="85" y="48"/>
                    <a:pt x="74" y="13"/>
                  </a:cubicBezTo>
                  <a:cubicBezTo>
                    <a:pt x="71" y="9"/>
                    <a:pt x="61" y="13"/>
                    <a:pt x="61" y="8"/>
                  </a:cubicBezTo>
                  <a:cubicBezTo>
                    <a:pt x="67" y="0"/>
                    <a:pt x="92" y="4"/>
                    <a:pt x="10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6" name="Freeform 31">
              <a:extLst>
                <a:ext uri="{FF2B5EF4-FFF2-40B4-BE49-F238E27FC236}">
                  <a16:creationId xmlns:a16="http://schemas.microsoft.com/office/drawing/2014/main" id="{18784BCF-A725-3ABD-F6A0-0E2C99305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685" y="4912360"/>
              <a:ext cx="98425" cy="196850"/>
            </a:xfrm>
            <a:custGeom>
              <a:avLst/>
              <a:gdLst>
                <a:gd name="T0" fmla="*/ 27 w 38"/>
                <a:gd name="T1" fmla="*/ 12 h 76"/>
                <a:gd name="T2" fmla="*/ 11 w 38"/>
                <a:gd name="T3" fmla="*/ 65 h 76"/>
                <a:gd name="T4" fmla="*/ 27 w 38"/>
                <a:gd name="T5" fmla="*/ 1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6">
                  <a:moveTo>
                    <a:pt x="27" y="12"/>
                  </a:moveTo>
                  <a:cubicBezTo>
                    <a:pt x="35" y="26"/>
                    <a:pt x="38" y="76"/>
                    <a:pt x="11" y="65"/>
                  </a:cubicBezTo>
                  <a:cubicBezTo>
                    <a:pt x="2" y="51"/>
                    <a:pt x="0" y="0"/>
                    <a:pt x="2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7" name="Freeform 32">
              <a:extLst>
                <a:ext uri="{FF2B5EF4-FFF2-40B4-BE49-F238E27FC236}">
                  <a16:creationId xmlns:a16="http://schemas.microsoft.com/office/drawing/2014/main" id="{150DEFEC-500E-F1BC-CF2B-BDACE97E1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235" y="4909185"/>
              <a:ext cx="98425" cy="127000"/>
            </a:xfrm>
            <a:custGeom>
              <a:avLst/>
              <a:gdLst>
                <a:gd name="T0" fmla="*/ 32 w 38"/>
                <a:gd name="T1" fmla="*/ 13 h 49"/>
                <a:gd name="T2" fmla="*/ 30 w 38"/>
                <a:gd name="T3" fmla="*/ 42 h 49"/>
                <a:gd name="T4" fmla="*/ 32 w 38"/>
                <a:gd name="T5" fmla="*/ 1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49">
                  <a:moveTo>
                    <a:pt x="32" y="13"/>
                  </a:moveTo>
                  <a:cubicBezTo>
                    <a:pt x="38" y="23"/>
                    <a:pt x="38" y="34"/>
                    <a:pt x="30" y="42"/>
                  </a:cubicBezTo>
                  <a:cubicBezTo>
                    <a:pt x="0" y="49"/>
                    <a:pt x="7" y="0"/>
                    <a:pt x="32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8" name="Freeform 33">
              <a:extLst>
                <a:ext uri="{FF2B5EF4-FFF2-40B4-BE49-F238E27FC236}">
                  <a16:creationId xmlns:a16="http://schemas.microsoft.com/office/drawing/2014/main" id="{22F2B0CB-454C-0A2C-E4D1-9FE8FE5A7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735" y="5240973"/>
              <a:ext cx="273050" cy="349250"/>
            </a:xfrm>
            <a:custGeom>
              <a:avLst/>
              <a:gdLst>
                <a:gd name="T0" fmla="*/ 96 w 105"/>
                <a:gd name="T1" fmla="*/ 51 h 134"/>
                <a:gd name="T2" fmla="*/ 105 w 105"/>
                <a:gd name="T3" fmla="*/ 51 h 134"/>
                <a:gd name="T4" fmla="*/ 85 w 105"/>
                <a:gd name="T5" fmla="*/ 81 h 134"/>
                <a:gd name="T6" fmla="*/ 73 w 105"/>
                <a:gd name="T7" fmla="*/ 33 h 134"/>
                <a:gd name="T8" fmla="*/ 15 w 105"/>
                <a:gd name="T9" fmla="*/ 81 h 134"/>
                <a:gd name="T10" fmla="*/ 60 w 105"/>
                <a:gd name="T11" fmla="*/ 97 h 134"/>
                <a:gd name="T12" fmla="*/ 51 w 105"/>
                <a:gd name="T13" fmla="*/ 81 h 134"/>
                <a:gd name="T14" fmla="*/ 87 w 105"/>
                <a:gd name="T15" fmla="*/ 107 h 134"/>
                <a:gd name="T16" fmla="*/ 76 w 105"/>
                <a:gd name="T17" fmla="*/ 106 h 134"/>
                <a:gd name="T18" fmla="*/ 56 w 105"/>
                <a:gd name="T19" fmla="*/ 132 h 134"/>
                <a:gd name="T20" fmla="*/ 1 w 105"/>
                <a:gd name="T21" fmla="*/ 77 h 134"/>
                <a:gd name="T22" fmla="*/ 96 w 105"/>
                <a:gd name="T23" fmla="*/ 5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5" h="134">
                  <a:moveTo>
                    <a:pt x="96" y="51"/>
                  </a:moveTo>
                  <a:cubicBezTo>
                    <a:pt x="100" y="51"/>
                    <a:pt x="101" y="47"/>
                    <a:pt x="105" y="51"/>
                  </a:cubicBezTo>
                  <a:cubicBezTo>
                    <a:pt x="104" y="59"/>
                    <a:pt x="95" y="75"/>
                    <a:pt x="85" y="81"/>
                  </a:cubicBezTo>
                  <a:cubicBezTo>
                    <a:pt x="88" y="64"/>
                    <a:pt x="89" y="39"/>
                    <a:pt x="73" y="33"/>
                  </a:cubicBezTo>
                  <a:cubicBezTo>
                    <a:pt x="51" y="23"/>
                    <a:pt x="17" y="52"/>
                    <a:pt x="15" y="81"/>
                  </a:cubicBezTo>
                  <a:cubicBezTo>
                    <a:pt x="12" y="114"/>
                    <a:pt x="51" y="134"/>
                    <a:pt x="60" y="97"/>
                  </a:cubicBezTo>
                  <a:cubicBezTo>
                    <a:pt x="60" y="88"/>
                    <a:pt x="49" y="91"/>
                    <a:pt x="51" y="81"/>
                  </a:cubicBezTo>
                  <a:cubicBezTo>
                    <a:pt x="63" y="88"/>
                    <a:pt x="78" y="95"/>
                    <a:pt x="87" y="107"/>
                  </a:cubicBezTo>
                  <a:cubicBezTo>
                    <a:pt x="83" y="113"/>
                    <a:pt x="81" y="105"/>
                    <a:pt x="76" y="106"/>
                  </a:cubicBezTo>
                  <a:cubicBezTo>
                    <a:pt x="66" y="111"/>
                    <a:pt x="62" y="123"/>
                    <a:pt x="56" y="132"/>
                  </a:cubicBezTo>
                  <a:cubicBezTo>
                    <a:pt x="27" y="124"/>
                    <a:pt x="1" y="110"/>
                    <a:pt x="1" y="77"/>
                  </a:cubicBezTo>
                  <a:cubicBezTo>
                    <a:pt x="0" y="25"/>
                    <a:pt x="73" y="0"/>
                    <a:pt x="96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9" name="Freeform 34">
              <a:extLst>
                <a:ext uri="{FF2B5EF4-FFF2-40B4-BE49-F238E27FC236}">
                  <a16:creationId xmlns:a16="http://schemas.microsoft.com/office/drawing/2014/main" id="{34988525-1D85-232C-6F51-5C9F440F58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15148" y="2423160"/>
              <a:ext cx="771525" cy="731838"/>
            </a:xfrm>
            <a:custGeom>
              <a:avLst/>
              <a:gdLst>
                <a:gd name="T0" fmla="*/ 26 w 297"/>
                <a:gd name="T1" fmla="*/ 174 h 282"/>
                <a:gd name="T2" fmla="*/ 40 w 297"/>
                <a:gd name="T3" fmla="*/ 158 h 282"/>
                <a:gd name="T4" fmla="*/ 24 w 297"/>
                <a:gd name="T5" fmla="*/ 158 h 282"/>
                <a:gd name="T6" fmla="*/ 73 w 297"/>
                <a:gd name="T7" fmla="*/ 171 h 282"/>
                <a:gd name="T8" fmla="*/ 35 w 297"/>
                <a:gd name="T9" fmla="*/ 234 h 282"/>
                <a:gd name="T10" fmla="*/ 53 w 297"/>
                <a:gd name="T11" fmla="*/ 180 h 282"/>
                <a:gd name="T12" fmla="*/ 80 w 297"/>
                <a:gd name="T13" fmla="*/ 127 h 282"/>
                <a:gd name="T14" fmla="*/ 59 w 297"/>
                <a:gd name="T15" fmla="*/ 141 h 282"/>
                <a:gd name="T16" fmla="*/ 101 w 297"/>
                <a:gd name="T17" fmla="*/ 136 h 282"/>
                <a:gd name="T18" fmla="*/ 101 w 297"/>
                <a:gd name="T19" fmla="*/ 136 h 282"/>
                <a:gd name="T20" fmla="*/ 126 w 297"/>
                <a:gd name="T21" fmla="*/ 139 h 282"/>
                <a:gd name="T22" fmla="*/ 134 w 297"/>
                <a:gd name="T23" fmla="*/ 161 h 282"/>
                <a:gd name="T24" fmla="*/ 134 w 297"/>
                <a:gd name="T25" fmla="*/ 161 h 282"/>
                <a:gd name="T26" fmla="*/ 151 w 297"/>
                <a:gd name="T27" fmla="*/ 27 h 282"/>
                <a:gd name="T28" fmla="*/ 157 w 297"/>
                <a:gd name="T29" fmla="*/ 239 h 282"/>
                <a:gd name="T30" fmla="*/ 163 w 297"/>
                <a:gd name="T31" fmla="*/ 200 h 282"/>
                <a:gd name="T32" fmla="*/ 139 w 297"/>
                <a:gd name="T33" fmla="*/ 218 h 282"/>
                <a:gd name="T34" fmla="*/ 156 w 297"/>
                <a:gd name="T35" fmla="*/ 227 h 282"/>
                <a:gd name="T36" fmla="*/ 173 w 297"/>
                <a:gd name="T37" fmla="*/ 39 h 282"/>
                <a:gd name="T38" fmla="*/ 173 w 297"/>
                <a:gd name="T39" fmla="*/ 39 h 282"/>
                <a:gd name="T40" fmla="*/ 173 w 297"/>
                <a:gd name="T41" fmla="*/ 58 h 282"/>
                <a:gd name="T42" fmla="*/ 157 w 297"/>
                <a:gd name="T43" fmla="*/ 191 h 282"/>
                <a:gd name="T44" fmla="*/ 143 w 297"/>
                <a:gd name="T45" fmla="*/ 186 h 282"/>
                <a:gd name="T46" fmla="*/ 157 w 297"/>
                <a:gd name="T47" fmla="*/ 191 h 282"/>
                <a:gd name="T48" fmla="*/ 186 w 297"/>
                <a:gd name="T49" fmla="*/ 127 h 282"/>
                <a:gd name="T50" fmla="*/ 202 w 297"/>
                <a:gd name="T51" fmla="*/ 119 h 282"/>
                <a:gd name="T52" fmla="*/ 198 w 297"/>
                <a:gd name="T53" fmla="*/ 67 h 282"/>
                <a:gd name="T54" fmla="*/ 189 w 297"/>
                <a:gd name="T55" fmla="*/ 72 h 282"/>
                <a:gd name="T56" fmla="*/ 209 w 297"/>
                <a:gd name="T57" fmla="*/ 66 h 282"/>
                <a:gd name="T58" fmla="*/ 211 w 297"/>
                <a:gd name="T59" fmla="*/ 72 h 282"/>
                <a:gd name="T60" fmla="*/ 217 w 297"/>
                <a:gd name="T61" fmla="*/ 139 h 282"/>
                <a:gd name="T62" fmla="*/ 201 w 297"/>
                <a:gd name="T63" fmla="*/ 150 h 282"/>
                <a:gd name="T64" fmla="*/ 192 w 297"/>
                <a:gd name="T65" fmla="*/ 166 h 282"/>
                <a:gd name="T66" fmla="*/ 227 w 297"/>
                <a:gd name="T67" fmla="*/ 67 h 282"/>
                <a:gd name="T68" fmla="*/ 235 w 297"/>
                <a:gd name="T69" fmla="*/ 115 h 282"/>
                <a:gd name="T70" fmla="*/ 184 w 297"/>
                <a:gd name="T71" fmla="*/ 91 h 282"/>
                <a:gd name="T72" fmla="*/ 173 w 297"/>
                <a:gd name="T73" fmla="*/ 84 h 282"/>
                <a:gd name="T74" fmla="*/ 154 w 297"/>
                <a:gd name="T75" fmla="*/ 136 h 282"/>
                <a:gd name="T76" fmla="*/ 206 w 297"/>
                <a:gd name="T77" fmla="*/ 109 h 282"/>
                <a:gd name="T78" fmla="*/ 217 w 297"/>
                <a:gd name="T79" fmla="*/ 96 h 282"/>
                <a:gd name="T80" fmla="*/ 235 w 297"/>
                <a:gd name="T81" fmla="*/ 115 h 282"/>
                <a:gd name="T82" fmla="*/ 251 w 297"/>
                <a:gd name="T83" fmla="*/ 106 h 282"/>
                <a:gd name="T84" fmla="*/ 249 w 297"/>
                <a:gd name="T85" fmla="*/ 119 h 282"/>
                <a:gd name="T86" fmla="*/ 263 w 297"/>
                <a:gd name="T87" fmla="*/ 261 h 282"/>
                <a:gd name="T88" fmla="*/ 185 w 297"/>
                <a:gd name="T89" fmla="*/ 225 h 282"/>
                <a:gd name="T90" fmla="*/ 131 w 297"/>
                <a:gd name="T91" fmla="*/ 267 h 282"/>
                <a:gd name="T92" fmla="*/ 62 w 297"/>
                <a:gd name="T93" fmla="*/ 218 h 282"/>
                <a:gd name="T94" fmla="*/ 10 w 297"/>
                <a:gd name="T95" fmla="*/ 256 h 282"/>
                <a:gd name="T96" fmla="*/ 97 w 297"/>
                <a:gd name="T97" fmla="*/ 113 h 282"/>
                <a:gd name="T98" fmla="*/ 134 w 297"/>
                <a:gd name="T99" fmla="*/ 82 h 282"/>
                <a:gd name="T100" fmla="*/ 207 w 297"/>
                <a:gd name="T101" fmla="*/ 8 h 282"/>
                <a:gd name="T102" fmla="*/ 234 w 297"/>
                <a:gd name="T103" fmla="*/ 27 h 282"/>
                <a:gd name="T104" fmla="*/ 263 w 297"/>
                <a:gd name="T105" fmla="*/ 184 h 282"/>
                <a:gd name="T106" fmla="*/ 290 w 297"/>
                <a:gd name="T107" fmla="*/ 23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7" h="282">
                  <a:moveTo>
                    <a:pt x="24" y="186"/>
                  </a:moveTo>
                  <a:cubicBezTo>
                    <a:pt x="30" y="187"/>
                    <a:pt x="32" y="172"/>
                    <a:pt x="26" y="174"/>
                  </a:cubicBezTo>
                  <a:cubicBezTo>
                    <a:pt x="22" y="175"/>
                    <a:pt x="21" y="182"/>
                    <a:pt x="24" y="186"/>
                  </a:cubicBezTo>
                  <a:close/>
                  <a:moveTo>
                    <a:pt x="40" y="158"/>
                  </a:moveTo>
                  <a:cubicBezTo>
                    <a:pt x="40" y="155"/>
                    <a:pt x="37" y="152"/>
                    <a:pt x="38" y="147"/>
                  </a:cubicBezTo>
                  <a:cubicBezTo>
                    <a:pt x="30" y="147"/>
                    <a:pt x="24" y="151"/>
                    <a:pt x="24" y="158"/>
                  </a:cubicBezTo>
                  <a:cubicBezTo>
                    <a:pt x="32" y="160"/>
                    <a:pt x="31" y="160"/>
                    <a:pt x="40" y="158"/>
                  </a:cubicBezTo>
                  <a:close/>
                  <a:moveTo>
                    <a:pt x="73" y="171"/>
                  </a:moveTo>
                  <a:cubicBezTo>
                    <a:pt x="64" y="166"/>
                    <a:pt x="59" y="180"/>
                    <a:pt x="52" y="171"/>
                  </a:cubicBezTo>
                  <a:cubicBezTo>
                    <a:pt x="51" y="195"/>
                    <a:pt x="0" y="214"/>
                    <a:pt x="35" y="234"/>
                  </a:cubicBezTo>
                  <a:cubicBezTo>
                    <a:pt x="41" y="225"/>
                    <a:pt x="30" y="220"/>
                    <a:pt x="29" y="213"/>
                  </a:cubicBezTo>
                  <a:cubicBezTo>
                    <a:pt x="42" y="205"/>
                    <a:pt x="52" y="194"/>
                    <a:pt x="53" y="180"/>
                  </a:cubicBezTo>
                  <a:cubicBezTo>
                    <a:pt x="59" y="180"/>
                    <a:pt x="70" y="184"/>
                    <a:pt x="73" y="171"/>
                  </a:cubicBezTo>
                  <a:close/>
                  <a:moveTo>
                    <a:pt x="80" y="127"/>
                  </a:moveTo>
                  <a:cubicBezTo>
                    <a:pt x="70" y="120"/>
                    <a:pt x="55" y="125"/>
                    <a:pt x="52" y="136"/>
                  </a:cubicBezTo>
                  <a:cubicBezTo>
                    <a:pt x="57" y="134"/>
                    <a:pt x="54" y="142"/>
                    <a:pt x="59" y="141"/>
                  </a:cubicBezTo>
                  <a:cubicBezTo>
                    <a:pt x="66" y="137"/>
                    <a:pt x="76" y="136"/>
                    <a:pt x="80" y="127"/>
                  </a:cubicBezTo>
                  <a:close/>
                  <a:moveTo>
                    <a:pt x="101" y="136"/>
                  </a:moveTo>
                  <a:cubicBezTo>
                    <a:pt x="104" y="131"/>
                    <a:pt x="104" y="123"/>
                    <a:pt x="95" y="123"/>
                  </a:cubicBezTo>
                  <a:cubicBezTo>
                    <a:pt x="95" y="131"/>
                    <a:pt x="96" y="134"/>
                    <a:pt x="101" y="136"/>
                  </a:cubicBezTo>
                  <a:close/>
                  <a:moveTo>
                    <a:pt x="131" y="150"/>
                  </a:moveTo>
                  <a:cubicBezTo>
                    <a:pt x="131" y="144"/>
                    <a:pt x="131" y="139"/>
                    <a:pt x="126" y="139"/>
                  </a:cubicBezTo>
                  <a:cubicBezTo>
                    <a:pt x="124" y="144"/>
                    <a:pt x="124" y="151"/>
                    <a:pt x="131" y="150"/>
                  </a:cubicBezTo>
                  <a:close/>
                  <a:moveTo>
                    <a:pt x="134" y="161"/>
                  </a:moveTo>
                  <a:cubicBezTo>
                    <a:pt x="137" y="163"/>
                    <a:pt x="151" y="165"/>
                    <a:pt x="151" y="157"/>
                  </a:cubicBezTo>
                  <a:cubicBezTo>
                    <a:pt x="147" y="151"/>
                    <a:pt x="134" y="153"/>
                    <a:pt x="134" y="161"/>
                  </a:cubicBezTo>
                  <a:close/>
                  <a:moveTo>
                    <a:pt x="151" y="37"/>
                  </a:moveTo>
                  <a:cubicBezTo>
                    <a:pt x="152" y="36"/>
                    <a:pt x="158" y="25"/>
                    <a:pt x="151" y="27"/>
                  </a:cubicBezTo>
                  <a:cubicBezTo>
                    <a:pt x="148" y="28"/>
                    <a:pt x="142" y="37"/>
                    <a:pt x="151" y="37"/>
                  </a:cubicBezTo>
                  <a:close/>
                  <a:moveTo>
                    <a:pt x="157" y="239"/>
                  </a:moveTo>
                  <a:cubicBezTo>
                    <a:pt x="163" y="247"/>
                    <a:pt x="176" y="249"/>
                    <a:pt x="185" y="243"/>
                  </a:cubicBezTo>
                  <a:cubicBezTo>
                    <a:pt x="170" y="237"/>
                    <a:pt x="168" y="218"/>
                    <a:pt x="163" y="200"/>
                  </a:cubicBezTo>
                  <a:cubicBezTo>
                    <a:pt x="158" y="208"/>
                    <a:pt x="165" y="212"/>
                    <a:pt x="159" y="217"/>
                  </a:cubicBezTo>
                  <a:cubicBezTo>
                    <a:pt x="151" y="209"/>
                    <a:pt x="146" y="224"/>
                    <a:pt x="139" y="218"/>
                  </a:cubicBezTo>
                  <a:cubicBezTo>
                    <a:pt x="142" y="225"/>
                    <a:pt x="145" y="234"/>
                    <a:pt x="143" y="247"/>
                  </a:cubicBezTo>
                  <a:cubicBezTo>
                    <a:pt x="154" y="247"/>
                    <a:pt x="143" y="225"/>
                    <a:pt x="156" y="227"/>
                  </a:cubicBezTo>
                  <a:cubicBezTo>
                    <a:pt x="158" y="229"/>
                    <a:pt x="157" y="234"/>
                    <a:pt x="157" y="239"/>
                  </a:cubicBezTo>
                  <a:close/>
                  <a:moveTo>
                    <a:pt x="173" y="39"/>
                  </a:moveTo>
                  <a:cubicBezTo>
                    <a:pt x="181" y="37"/>
                    <a:pt x="187" y="25"/>
                    <a:pt x="178" y="20"/>
                  </a:cubicBezTo>
                  <a:cubicBezTo>
                    <a:pt x="176" y="28"/>
                    <a:pt x="174" y="32"/>
                    <a:pt x="173" y="39"/>
                  </a:cubicBezTo>
                  <a:close/>
                  <a:moveTo>
                    <a:pt x="202" y="28"/>
                  </a:moveTo>
                  <a:cubicBezTo>
                    <a:pt x="190" y="36"/>
                    <a:pt x="178" y="43"/>
                    <a:pt x="173" y="58"/>
                  </a:cubicBezTo>
                  <a:cubicBezTo>
                    <a:pt x="187" y="53"/>
                    <a:pt x="197" y="42"/>
                    <a:pt x="202" y="28"/>
                  </a:cubicBezTo>
                  <a:close/>
                  <a:moveTo>
                    <a:pt x="157" y="191"/>
                  </a:moveTo>
                  <a:cubicBezTo>
                    <a:pt x="168" y="186"/>
                    <a:pt x="196" y="181"/>
                    <a:pt x="189" y="170"/>
                  </a:cubicBezTo>
                  <a:cubicBezTo>
                    <a:pt x="175" y="177"/>
                    <a:pt x="163" y="182"/>
                    <a:pt x="143" y="186"/>
                  </a:cubicBezTo>
                  <a:cubicBezTo>
                    <a:pt x="143" y="193"/>
                    <a:pt x="142" y="200"/>
                    <a:pt x="145" y="204"/>
                  </a:cubicBezTo>
                  <a:cubicBezTo>
                    <a:pt x="154" y="205"/>
                    <a:pt x="153" y="195"/>
                    <a:pt x="157" y="191"/>
                  </a:cubicBezTo>
                  <a:close/>
                  <a:moveTo>
                    <a:pt x="202" y="119"/>
                  </a:moveTo>
                  <a:cubicBezTo>
                    <a:pt x="196" y="117"/>
                    <a:pt x="187" y="119"/>
                    <a:pt x="186" y="127"/>
                  </a:cubicBezTo>
                  <a:cubicBezTo>
                    <a:pt x="192" y="125"/>
                    <a:pt x="191" y="133"/>
                    <a:pt x="197" y="132"/>
                  </a:cubicBezTo>
                  <a:cubicBezTo>
                    <a:pt x="197" y="125"/>
                    <a:pt x="202" y="125"/>
                    <a:pt x="202" y="119"/>
                  </a:cubicBezTo>
                  <a:close/>
                  <a:moveTo>
                    <a:pt x="189" y="72"/>
                  </a:moveTo>
                  <a:cubicBezTo>
                    <a:pt x="194" y="72"/>
                    <a:pt x="198" y="74"/>
                    <a:pt x="198" y="67"/>
                  </a:cubicBezTo>
                  <a:cubicBezTo>
                    <a:pt x="197" y="66"/>
                    <a:pt x="195" y="66"/>
                    <a:pt x="189" y="66"/>
                  </a:cubicBezTo>
                  <a:cubicBezTo>
                    <a:pt x="189" y="69"/>
                    <a:pt x="189" y="71"/>
                    <a:pt x="189" y="72"/>
                  </a:cubicBezTo>
                  <a:close/>
                  <a:moveTo>
                    <a:pt x="211" y="72"/>
                  </a:moveTo>
                  <a:cubicBezTo>
                    <a:pt x="212" y="70"/>
                    <a:pt x="209" y="69"/>
                    <a:pt x="209" y="66"/>
                  </a:cubicBezTo>
                  <a:cubicBezTo>
                    <a:pt x="206" y="65"/>
                    <a:pt x="202" y="66"/>
                    <a:pt x="201" y="67"/>
                  </a:cubicBezTo>
                  <a:cubicBezTo>
                    <a:pt x="200" y="74"/>
                    <a:pt x="208" y="75"/>
                    <a:pt x="211" y="72"/>
                  </a:cubicBezTo>
                  <a:close/>
                  <a:moveTo>
                    <a:pt x="192" y="166"/>
                  </a:moveTo>
                  <a:cubicBezTo>
                    <a:pt x="202" y="160"/>
                    <a:pt x="219" y="160"/>
                    <a:pt x="217" y="139"/>
                  </a:cubicBezTo>
                  <a:cubicBezTo>
                    <a:pt x="208" y="139"/>
                    <a:pt x="201" y="139"/>
                    <a:pt x="196" y="137"/>
                  </a:cubicBezTo>
                  <a:cubicBezTo>
                    <a:pt x="195" y="144"/>
                    <a:pt x="200" y="144"/>
                    <a:pt x="201" y="150"/>
                  </a:cubicBezTo>
                  <a:cubicBezTo>
                    <a:pt x="195" y="156"/>
                    <a:pt x="191" y="148"/>
                    <a:pt x="185" y="148"/>
                  </a:cubicBezTo>
                  <a:cubicBezTo>
                    <a:pt x="186" y="156"/>
                    <a:pt x="195" y="155"/>
                    <a:pt x="192" y="166"/>
                  </a:cubicBezTo>
                  <a:close/>
                  <a:moveTo>
                    <a:pt x="238" y="80"/>
                  </a:moveTo>
                  <a:cubicBezTo>
                    <a:pt x="238" y="72"/>
                    <a:pt x="234" y="62"/>
                    <a:pt x="227" y="67"/>
                  </a:cubicBezTo>
                  <a:cubicBezTo>
                    <a:pt x="227" y="76"/>
                    <a:pt x="233" y="77"/>
                    <a:pt x="238" y="80"/>
                  </a:cubicBezTo>
                  <a:close/>
                  <a:moveTo>
                    <a:pt x="235" y="115"/>
                  </a:moveTo>
                  <a:cubicBezTo>
                    <a:pt x="239" y="110"/>
                    <a:pt x="240" y="104"/>
                    <a:pt x="239" y="94"/>
                  </a:cubicBezTo>
                  <a:cubicBezTo>
                    <a:pt x="228" y="79"/>
                    <a:pt x="200" y="84"/>
                    <a:pt x="184" y="91"/>
                  </a:cubicBezTo>
                  <a:cubicBezTo>
                    <a:pt x="180" y="81"/>
                    <a:pt x="167" y="69"/>
                    <a:pt x="164" y="87"/>
                  </a:cubicBezTo>
                  <a:cubicBezTo>
                    <a:pt x="169" y="87"/>
                    <a:pt x="169" y="85"/>
                    <a:pt x="173" y="84"/>
                  </a:cubicBezTo>
                  <a:cubicBezTo>
                    <a:pt x="176" y="90"/>
                    <a:pt x="180" y="96"/>
                    <a:pt x="189" y="98"/>
                  </a:cubicBezTo>
                  <a:cubicBezTo>
                    <a:pt x="180" y="106"/>
                    <a:pt x="132" y="122"/>
                    <a:pt x="154" y="136"/>
                  </a:cubicBezTo>
                  <a:cubicBezTo>
                    <a:pt x="156" y="122"/>
                    <a:pt x="167" y="115"/>
                    <a:pt x="181" y="118"/>
                  </a:cubicBezTo>
                  <a:cubicBezTo>
                    <a:pt x="187" y="109"/>
                    <a:pt x="192" y="106"/>
                    <a:pt x="206" y="109"/>
                  </a:cubicBezTo>
                  <a:cubicBezTo>
                    <a:pt x="211" y="112"/>
                    <a:pt x="208" y="123"/>
                    <a:pt x="217" y="123"/>
                  </a:cubicBezTo>
                  <a:cubicBezTo>
                    <a:pt x="220" y="113"/>
                    <a:pt x="218" y="106"/>
                    <a:pt x="217" y="96"/>
                  </a:cubicBezTo>
                  <a:cubicBezTo>
                    <a:pt x="218" y="95"/>
                    <a:pt x="219" y="94"/>
                    <a:pt x="223" y="94"/>
                  </a:cubicBezTo>
                  <a:cubicBezTo>
                    <a:pt x="230" y="99"/>
                    <a:pt x="227" y="113"/>
                    <a:pt x="235" y="115"/>
                  </a:cubicBezTo>
                  <a:close/>
                  <a:moveTo>
                    <a:pt x="249" y="119"/>
                  </a:moveTo>
                  <a:cubicBezTo>
                    <a:pt x="253" y="115"/>
                    <a:pt x="252" y="114"/>
                    <a:pt x="251" y="106"/>
                  </a:cubicBezTo>
                  <a:cubicBezTo>
                    <a:pt x="249" y="106"/>
                    <a:pt x="247" y="106"/>
                    <a:pt x="246" y="106"/>
                  </a:cubicBezTo>
                  <a:cubicBezTo>
                    <a:pt x="246" y="112"/>
                    <a:pt x="244" y="119"/>
                    <a:pt x="249" y="119"/>
                  </a:cubicBezTo>
                  <a:close/>
                  <a:moveTo>
                    <a:pt x="290" y="233"/>
                  </a:moveTo>
                  <a:cubicBezTo>
                    <a:pt x="297" y="251"/>
                    <a:pt x="272" y="261"/>
                    <a:pt x="263" y="261"/>
                  </a:cubicBezTo>
                  <a:cubicBezTo>
                    <a:pt x="235" y="262"/>
                    <a:pt x="235" y="227"/>
                    <a:pt x="219" y="217"/>
                  </a:cubicBezTo>
                  <a:cubicBezTo>
                    <a:pt x="206" y="218"/>
                    <a:pt x="190" y="215"/>
                    <a:pt x="185" y="225"/>
                  </a:cubicBezTo>
                  <a:cubicBezTo>
                    <a:pt x="187" y="239"/>
                    <a:pt x="203" y="232"/>
                    <a:pt x="206" y="243"/>
                  </a:cubicBezTo>
                  <a:cubicBezTo>
                    <a:pt x="211" y="266"/>
                    <a:pt x="157" y="273"/>
                    <a:pt x="131" y="267"/>
                  </a:cubicBezTo>
                  <a:cubicBezTo>
                    <a:pt x="113" y="262"/>
                    <a:pt x="104" y="241"/>
                    <a:pt x="98" y="224"/>
                  </a:cubicBezTo>
                  <a:cubicBezTo>
                    <a:pt x="85" y="224"/>
                    <a:pt x="75" y="213"/>
                    <a:pt x="62" y="218"/>
                  </a:cubicBezTo>
                  <a:cubicBezTo>
                    <a:pt x="60" y="232"/>
                    <a:pt x="73" y="233"/>
                    <a:pt x="74" y="247"/>
                  </a:cubicBezTo>
                  <a:cubicBezTo>
                    <a:pt x="77" y="282"/>
                    <a:pt x="35" y="266"/>
                    <a:pt x="10" y="256"/>
                  </a:cubicBezTo>
                  <a:cubicBezTo>
                    <a:pt x="24" y="218"/>
                    <a:pt x="2" y="167"/>
                    <a:pt x="20" y="137"/>
                  </a:cubicBezTo>
                  <a:cubicBezTo>
                    <a:pt x="32" y="118"/>
                    <a:pt x="64" y="108"/>
                    <a:pt x="97" y="113"/>
                  </a:cubicBezTo>
                  <a:cubicBezTo>
                    <a:pt x="107" y="114"/>
                    <a:pt x="136" y="127"/>
                    <a:pt x="145" y="110"/>
                  </a:cubicBezTo>
                  <a:cubicBezTo>
                    <a:pt x="145" y="98"/>
                    <a:pt x="139" y="90"/>
                    <a:pt x="134" y="82"/>
                  </a:cubicBezTo>
                  <a:cubicBezTo>
                    <a:pt x="137" y="63"/>
                    <a:pt x="131" y="50"/>
                    <a:pt x="135" y="36"/>
                  </a:cubicBezTo>
                  <a:cubicBezTo>
                    <a:pt x="143" y="0"/>
                    <a:pt x="173" y="3"/>
                    <a:pt x="207" y="8"/>
                  </a:cubicBezTo>
                  <a:cubicBezTo>
                    <a:pt x="213" y="6"/>
                    <a:pt x="211" y="14"/>
                    <a:pt x="211" y="18"/>
                  </a:cubicBezTo>
                  <a:cubicBezTo>
                    <a:pt x="216" y="18"/>
                    <a:pt x="228" y="22"/>
                    <a:pt x="234" y="27"/>
                  </a:cubicBezTo>
                  <a:cubicBezTo>
                    <a:pt x="224" y="61"/>
                    <a:pt x="251" y="79"/>
                    <a:pt x="269" y="96"/>
                  </a:cubicBezTo>
                  <a:cubicBezTo>
                    <a:pt x="282" y="123"/>
                    <a:pt x="285" y="167"/>
                    <a:pt x="263" y="184"/>
                  </a:cubicBezTo>
                  <a:cubicBezTo>
                    <a:pt x="262" y="204"/>
                    <a:pt x="268" y="218"/>
                    <a:pt x="275" y="229"/>
                  </a:cubicBezTo>
                  <a:cubicBezTo>
                    <a:pt x="282" y="229"/>
                    <a:pt x="289" y="228"/>
                    <a:pt x="290" y="2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0" name="Freeform 35">
              <a:extLst>
                <a:ext uri="{FF2B5EF4-FFF2-40B4-BE49-F238E27FC236}">
                  <a16:creationId xmlns:a16="http://schemas.microsoft.com/office/drawing/2014/main" id="{A66A0811-B010-B46B-D787-EBFBA71EA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098" y="5055235"/>
              <a:ext cx="357187" cy="352425"/>
            </a:xfrm>
            <a:custGeom>
              <a:avLst/>
              <a:gdLst>
                <a:gd name="T0" fmla="*/ 138 w 138"/>
                <a:gd name="T1" fmla="*/ 77 h 136"/>
                <a:gd name="T2" fmla="*/ 125 w 138"/>
                <a:gd name="T3" fmla="*/ 72 h 136"/>
                <a:gd name="T4" fmla="*/ 58 w 138"/>
                <a:gd name="T5" fmla="*/ 136 h 136"/>
                <a:gd name="T6" fmla="*/ 67 w 138"/>
                <a:gd name="T7" fmla="*/ 36 h 136"/>
                <a:gd name="T8" fmla="*/ 29 w 138"/>
                <a:gd name="T9" fmla="*/ 101 h 136"/>
                <a:gd name="T10" fmla="*/ 0 w 138"/>
                <a:gd name="T11" fmla="*/ 72 h 136"/>
                <a:gd name="T12" fmla="*/ 41 w 138"/>
                <a:gd name="T13" fmla="*/ 50 h 136"/>
                <a:gd name="T14" fmla="*/ 62 w 138"/>
                <a:gd name="T15" fmla="*/ 2 h 136"/>
                <a:gd name="T16" fmla="*/ 84 w 138"/>
                <a:gd name="T17" fmla="*/ 20 h 136"/>
                <a:gd name="T18" fmla="*/ 72 w 138"/>
                <a:gd name="T19" fmla="*/ 110 h 136"/>
                <a:gd name="T20" fmla="*/ 113 w 138"/>
                <a:gd name="T21" fmla="*/ 67 h 136"/>
                <a:gd name="T22" fmla="*/ 108 w 138"/>
                <a:gd name="T23" fmla="*/ 49 h 136"/>
                <a:gd name="T24" fmla="*/ 138 w 138"/>
                <a:gd name="T25" fmla="*/ 77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136">
                  <a:moveTo>
                    <a:pt x="138" y="77"/>
                  </a:moveTo>
                  <a:cubicBezTo>
                    <a:pt x="134" y="81"/>
                    <a:pt x="130" y="73"/>
                    <a:pt x="125" y="72"/>
                  </a:cubicBezTo>
                  <a:cubicBezTo>
                    <a:pt x="99" y="88"/>
                    <a:pt x="84" y="117"/>
                    <a:pt x="58" y="136"/>
                  </a:cubicBezTo>
                  <a:cubicBezTo>
                    <a:pt x="56" y="105"/>
                    <a:pt x="66" y="71"/>
                    <a:pt x="67" y="36"/>
                  </a:cubicBezTo>
                  <a:cubicBezTo>
                    <a:pt x="50" y="52"/>
                    <a:pt x="15" y="74"/>
                    <a:pt x="29" y="101"/>
                  </a:cubicBezTo>
                  <a:cubicBezTo>
                    <a:pt x="18" y="98"/>
                    <a:pt x="7" y="83"/>
                    <a:pt x="0" y="72"/>
                  </a:cubicBezTo>
                  <a:cubicBezTo>
                    <a:pt x="15" y="82"/>
                    <a:pt x="26" y="67"/>
                    <a:pt x="41" y="50"/>
                  </a:cubicBezTo>
                  <a:cubicBezTo>
                    <a:pt x="57" y="33"/>
                    <a:pt x="72" y="24"/>
                    <a:pt x="62" y="2"/>
                  </a:cubicBezTo>
                  <a:cubicBezTo>
                    <a:pt x="70" y="0"/>
                    <a:pt x="75" y="16"/>
                    <a:pt x="84" y="20"/>
                  </a:cubicBezTo>
                  <a:cubicBezTo>
                    <a:pt x="79" y="49"/>
                    <a:pt x="78" y="82"/>
                    <a:pt x="72" y="110"/>
                  </a:cubicBezTo>
                  <a:cubicBezTo>
                    <a:pt x="90" y="100"/>
                    <a:pt x="100" y="82"/>
                    <a:pt x="113" y="67"/>
                  </a:cubicBezTo>
                  <a:cubicBezTo>
                    <a:pt x="114" y="58"/>
                    <a:pt x="108" y="57"/>
                    <a:pt x="108" y="49"/>
                  </a:cubicBezTo>
                  <a:cubicBezTo>
                    <a:pt x="117" y="52"/>
                    <a:pt x="136" y="68"/>
                    <a:pt x="138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1" name="Freeform 36">
              <a:extLst>
                <a:ext uri="{FF2B5EF4-FFF2-40B4-BE49-F238E27FC236}">
                  <a16:creationId xmlns:a16="http://schemas.microsoft.com/office/drawing/2014/main" id="{73BCD84A-8793-9DEB-E7B5-D92B950D7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873" y="4920298"/>
              <a:ext cx="265112" cy="242888"/>
            </a:xfrm>
            <a:custGeom>
              <a:avLst/>
              <a:gdLst>
                <a:gd name="T0" fmla="*/ 74 w 102"/>
                <a:gd name="T1" fmla="*/ 0 h 94"/>
                <a:gd name="T2" fmla="*/ 102 w 102"/>
                <a:gd name="T3" fmla="*/ 37 h 94"/>
                <a:gd name="T4" fmla="*/ 87 w 102"/>
                <a:gd name="T5" fmla="*/ 29 h 94"/>
                <a:gd name="T6" fmla="*/ 25 w 102"/>
                <a:gd name="T7" fmla="*/ 80 h 94"/>
                <a:gd name="T8" fmla="*/ 28 w 102"/>
                <a:gd name="T9" fmla="*/ 94 h 94"/>
                <a:gd name="T10" fmla="*/ 0 w 102"/>
                <a:gd name="T11" fmla="*/ 58 h 94"/>
                <a:gd name="T12" fmla="*/ 15 w 102"/>
                <a:gd name="T13" fmla="*/ 64 h 94"/>
                <a:gd name="T14" fmla="*/ 77 w 102"/>
                <a:gd name="T15" fmla="*/ 15 h 94"/>
                <a:gd name="T16" fmla="*/ 74 w 102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94">
                  <a:moveTo>
                    <a:pt x="74" y="0"/>
                  </a:moveTo>
                  <a:cubicBezTo>
                    <a:pt x="85" y="2"/>
                    <a:pt x="99" y="25"/>
                    <a:pt x="102" y="37"/>
                  </a:cubicBezTo>
                  <a:cubicBezTo>
                    <a:pt x="94" y="35"/>
                    <a:pt x="94" y="29"/>
                    <a:pt x="87" y="29"/>
                  </a:cubicBezTo>
                  <a:cubicBezTo>
                    <a:pt x="66" y="44"/>
                    <a:pt x="44" y="61"/>
                    <a:pt x="25" y="80"/>
                  </a:cubicBezTo>
                  <a:cubicBezTo>
                    <a:pt x="25" y="86"/>
                    <a:pt x="32" y="88"/>
                    <a:pt x="28" y="94"/>
                  </a:cubicBezTo>
                  <a:cubicBezTo>
                    <a:pt x="16" y="85"/>
                    <a:pt x="9" y="72"/>
                    <a:pt x="0" y="58"/>
                  </a:cubicBezTo>
                  <a:cubicBezTo>
                    <a:pt x="6" y="53"/>
                    <a:pt x="9" y="64"/>
                    <a:pt x="15" y="64"/>
                  </a:cubicBezTo>
                  <a:cubicBezTo>
                    <a:pt x="36" y="49"/>
                    <a:pt x="59" y="34"/>
                    <a:pt x="77" y="15"/>
                  </a:cubicBezTo>
                  <a:cubicBezTo>
                    <a:pt x="79" y="7"/>
                    <a:pt x="74" y="6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2" name="Freeform 37">
              <a:extLst>
                <a:ext uri="{FF2B5EF4-FFF2-40B4-BE49-F238E27FC236}">
                  <a16:creationId xmlns:a16="http://schemas.microsoft.com/office/drawing/2014/main" id="{4C1F425D-B2DB-D9D4-4120-E430F9A74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710" y="4769485"/>
              <a:ext cx="320675" cy="184150"/>
            </a:xfrm>
            <a:custGeom>
              <a:avLst/>
              <a:gdLst>
                <a:gd name="T0" fmla="*/ 124 w 124"/>
                <a:gd name="T1" fmla="*/ 36 h 71"/>
                <a:gd name="T2" fmla="*/ 113 w 124"/>
                <a:gd name="T3" fmla="*/ 30 h 71"/>
                <a:gd name="T4" fmla="*/ 36 w 124"/>
                <a:gd name="T5" fmla="*/ 64 h 71"/>
                <a:gd name="T6" fmla="*/ 38 w 124"/>
                <a:gd name="T7" fmla="*/ 11 h 71"/>
                <a:gd name="T8" fmla="*/ 43 w 124"/>
                <a:gd name="T9" fmla="*/ 24 h 71"/>
                <a:gd name="T10" fmla="*/ 41 w 124"/>
                <a:gd name="T11" fmla="*/ 28 h 71"/>
                <a:gd name="T12" fmla="*/ 22 w 124"/>
                <a:gd name="T13" fmla="*/ 30 h 71"/>
                <a:gd name="T14" fmla="*/ 27 w 124"/>
                <a:gd name="T15" fmla="*/ 52 h 71"/>
                <a:gd name="T16" fmla="*/ 103 w 124"/>
                <a:gd name="T17" fmla="*/ 14 h 71"/>
                <a:gd name="T18" fmla="*/ 102 w 124"/>
                <a:gd name="T19" fmla="*/ 0 h 71"/>
                <a:gd name="T20" fmla="*/ 124 w 124"/>
                <a:gd name="T21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4" h="71">
                  <a:moveTo>
                    <a:pt x="124" y="36"/>
                  </a:moveTo>
                  <a:cubicBezTo>
                    <a:pt x="119" y="41"/>
                    <a:pt x="119" y="29"/>
                    <a:pt x="113" y="30"/>
                  </a:cubicBezTo>
                  <a:cubicBezTo>
                    <a:pt x="91" y="30"/>
                    <a:pt x="65" y="71"/>
                    <a:pt x="36" y="64"/>
                  </a:cubicBezTo>
                  <a:cubicBezTo>
                    <a:pt x="15" y="59"/>
                    <a:pt x="0" y="14"/>
                    <a:pt x="38" y="11"/>
                  </a:cubicBezTo>
                  <a:cubicBezTo>
                    <a:pt x="39" y="16"/>
                    <a:pt x="43" y="17"/>
                    <a:pt x="43" y="24"/>
                  </a:cubicBezTo>
                  <a:cubicBezTo>
                    <a:pt x="41" y="24"/>
                    <a:pt x="42" y="26"/>
                    <a:pt x="41" y="28"/>
                  </a:cubicBezTo>
                  <a:cubicBezTo>
                    <a:pt x="33" y="31"/>
                    <a:pt x="28" y="31"/>
                    <a:pt x="22" y="30"/>
                  </a:cubicBezTo>
                  <a:cubicBezTo>
                    <a:pt x="17" y="38"/>
                    <a:pt x="23" y="47"/>
                    <a:pt x="27" y="52"/>
                  </a:cubicBezTo>
                  <a:cubicBezTo>
                    <a:pt x="63" y="48"/>
                    <a:pt x="80" y="28"/>
                    <a:pt x="103" y="14"/>
                  </a:cubicBezTo>
                  <a:cubicBezTo>
                    <a:pt x="107" y="6"/>
                    <a:pt x="97" y="2"/>
                    <a:pt x="102" y="0"/>
                  </a:cubicBezTo>
                  <a:cubicBezTo>
                    <a:pt x="110" y="2"/>
                    <a:pt x="121" y="28"/>
                    <a:pt x="124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3" name="Freeform 38">
              <a:extLst>
                <a:ext uri="{FF2B5EF4-FFF2-40B4-BE49-F238E27FC236}">
                  <a16:creationId xmlns:a16="http://schemas.microsoft.com/office/drawing/2014/main" id="{C290AF30-39B5-8A06-559C-28C5571A92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560" y="4437698"/>
              <a:ext cx="307975" cy="287338"/>
            </a:xfrm>
            <a:custGeom>
              <a:avLst/>
              <a:gdLst>
                <a:gd name="T0" fmla="*/ 119 w 119"/>
                <a:gd name="T1" fmla="*/ 107 h 111"/>
                <a:gd name="T2" fmla="*/ 104 w 119"/>
                <a:gd name="T3" fmla="*/ 95 h 111"/>
                <a:gd name="T4" fmla="*/ 19 w 119"/>
                <a:gd name="T5" fmla="*/ 111 h 111"/>
                <a:gd name="T6" fmla="*/ 78 w 119"/>
                <a:gd name="T7" fmla="*/ 32 h 111"/>
                <a:gd name="T8" fmla="*/ 16 w 119"/>
                <a:gd name="T9" fmla="*/ 47 h 111"/>
                <a:gd name="T10" fmla="*/ 12 w 119"/>
                <a:gd name="T11" fmla="*/ 64 h 111"/>
                <a:gd name="T12" fmla="*/ 0 w 119"/>
                <a:gd name="T13" fmla="*/ 23 h 111"/>
                <a:gd name="T14" fmla="*/ 15 w 119"/>
                <a:gd name="T15" fmla="*/ 35 h 111"/>
                <a:gd name="T16" fmla="*/ 94 w 119"/>
                <a:gd name="T17" fmla="*/ 0 h 111"/>
                <a:gd name="T18" fmla="*/ 44 w 119"/>
                <a:gd name="T19" fmla="*/ 99 h 111"/>
                <a:gd name="T20" fmla="*/ 103 w 119"/>
                <a:gd name="T21" fmla="*/ 85 h 111"/>
                <a:gd name="T22" fmla="*/ 107 w 119"/>
                <a:gd name="T23" fmla="*/ 66 h 111"/>
                <a:gd name="T24" fmla="*/ 119 w 119"/>
                <a:gd name="T25" fmla="*/ 107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" h="111">
                  <a:moveTo>
                    <a:pt x="119" y="107"/>
                  </a:moveTo>
                  <a:cubicBezTo>
                    <a:pt x="108" y="109"/>
                    <a:pt x="111" y="96"/>
                    <a:pt x="104" y="95"/>
                  </a:cubicBezTo>
                  <a:cubicBezTo>
                    <a:pt x="77" y="96"/>
                    <a:pt x="45" y="110"/>
                    <a:pt x="19" y="111"/>
                  </a:cubicBezTo>
                  <a:cubicBezTo>
                    <a:pt x="33" y="80"/>
                    <a:pt x="61" y="61"/>
                    <a:pt x="78" y="32"/>
                  </a:cubicBezTo>
                  <a:cubicBezTo>
                    <a:pt x="61" y="33"/>
                    <a:pt x="34" y="39"/>
                    <a:pt x="16" y="47"/>
                  </a:cubicBezTo>
                  <a:cubicBezTo>
                    <a:pt x="14" y="51"/>
                    <a:pt x="16" y="61"/>
                    <a:pt x="12" y="64"/>
                  </a:cubicBezTo>
                  <a:cubicBezTo>
                    <a:pt x="4" y="56"/>
                    <a:pt x="5" y="37"/>
                    <a:pt x="0" y="23"/>
                  </a:cubicBezTo>
                  <a:cubicBezTo>
                    <a:pt x="11" y="21"/>
                    <a:pt x="8" y="34"/>
                    <a:pt x="15" y="35"/>
                  </a:cubicBezTo>
                  <a:cubicBezTo>
                    <a:pt x="45" y="29"/>
                    <a:pt x="88" y="33"/>
                    <a:pt x="94" y="0"/>
                  </a:cubicBezTo>
                  <a:cubicBezTo>
                    <a:pt x="118" y="42"/>
                    <a:pt x="56" y="68"/>
                    <a:pt x="44" y="99"/>
                  </a:cubicBezTo>
                  <a:cubicBezTo>
                    <a:pt x="65" y="95"/>
                    <a:pt x="85" y="91"/>
                    <a:pt x="103" y="85"/>
                  </a:cubicBezTo>
                  <a:cubicBezTo>
                    <a:pt x="105" y="80"/>
                    <a:pt x="103" y="71"/>
                    <a:pt x="107" y="66"/>
                  </a:cubicBezTo>
                  <a:cubicBezTo>
                    <a:pt x="115" y="75"/>
                    <a:pt x="114" y="95"/>
                    <a:pt x="119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4" name="Freeform 39">
              <a:extLst>
                <a:ext uri="{FF2B5EF4-FFF2-40B4-BE49-F238E27FC236}">
                  <a16:creationId xmlns:a16="http://schemas.microsoft.com/office/drawing/2014/main" id="{EC5ABF3C-40F8-0BEF-57C8-CD5583857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635" y="3866198"/>
              <a:ext cx="269875" cy="282575"/>
            </a:xfrm>
            <a:custGeom>
              <a:avLst/>
              <a:gdLst>
                <a:gd name="T0" fmla="*/ 100 w 104"/>
                <a:gd name="T1" fmla="*/ 0 h 109"/>
                <a:gd name="T2" fmla="*/ 100 w 104"/>
                <a:gd name="T3" fmla="*/ 30 h 109"/>
                <a:gd name="T4" fmla="*/ 29 w 104"/>
                <a:gd name="T5" fmla="*/ 83 h 109"/>
                <a:gd name="T6" fmla="*/ 96 w 104"/>
                <a:gd name="T7" fmla="*/ 68 h 109"/>
                <a:gd name="T8" fmla="*/ 99 w 104"/>
                <a:gd name="T9" fmla="*/ 109 h 109"/>
                <a:gd name="T10" fmla="*/ 87 w 104"/>
                <a:gd name="T11" fmla="*/ 92 h 109"/>
                <a:gd name="T12" fmla="*/ 1 w 104"/>
                <a:gd name="T13" fmla="*/ 91 h 109"/>
                <a:gd name="T14" fmla="*/ 78 w 104"/>
                <a:gd name="T15" fmla="*/ 26 h 109"/>
                <a:gd name="T16" fmla="*/ 13 w 104"/>
                <a:gd name="T17" fmla="*/ 28 h 109"/>
                <a:gd name="T18" fmla="*/ 7 w 104"/>
                <a:gd name="T19" fmla="*/ 43 h 109"/>
                <a:gd name="T20" fmla="*/ 5 w 104"/>
                <a:gd name="T21" fmla="*/ 1 h 109"/>
                <a:gd name="T22" fmla="*/ 12 w 104"/>
                <a:gd name="T23" fmla="*/ 15 h 109"/>
                <a:gd name="T24" fmla="*/ 88 w 104"/>
                <a:gd name="T25" fmla="*/ 15 h 109"/>
                <a:gd name="T26" fmla="*/ 95 w 104"/>
                <a:gd name="T27" fmla="*/ 0 h 109"/>
                <a:gd name="T28" fmla="*/ 100 w 104"/>
                <a:gd name="T2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9">
                  <a:moveTo>
                    <a:pt x="100" y="0"/>
                  </a:moveTo>
                  <a:cubicBezTo>
                    <a:pt x="100" y="10"/>
                    <a:pt x="100" y="20"/>
                    <a:pt x="100" y="30"/>
                  </a:cubicBezTo>
                  <a:cubicBezTo>
                    <a:pt x="76" y="47"/>
                    <a:pt x="52" y="66"/>
                    <a:pt x="29" y="83"/>
                  </a:cubicBezTo>
                  <a:cubicBezTo>
                    <a:pt x="52" y="86"/>
                    <a:pt x="95" y="93"/>
                    <a:pt x="96" y="68"/>
                  </a:cubicBezTo>
                  <a:cubicBezTo>
                    <a:pt x="104" y="73"/>
                    <a:pt x="100" y="100"/>
                    <a:pt x="99" y="109"/>
                  </a:cubicBezTo>
                  <a:cubicBezTo>
                    <a:pt x="91" y="107"/>
                    <a:pt x="94" y="93"/>
                    <a:pt x="87" y="92"/>
                  </a:cubicBezTo>
                  <a:cubicBezTo>
                    <a:pt x="58" y="91"/>
                    <a:pt x="27" y="95"/>
                    <a:pt x="1" y="91"/>
                  </a:cubicBezTo>
                  <a:cubicBezTo>
                    <a:pt x="22" y="63"/>
                    <a:pt x="55" y="50"/>
                    <a:pt x="78" y="26"/>
                  </a:cubicBezTo>
                  <a:cubicBezTo>
                    <a:pt x="62" y="28"/>
                    <a:pt x="29" y="24"/>
                    <a:pt x="13" y="28"/>
                  </a:cubicBezTo>
                  <a:cubicBezTo>
                    <a:pt x="10" y="30"/>
                    <a:pt x="11" y="39"/>
                    <a:pt x="7" y="43"/>
                  </a:cubicBezTo>
                  <a:cubicBezTo>
                    <a:pt x="0" y="36"/>
                    <a:pt x="3" y="10"/>
                    <a:pt x="5" y="1"/>
                  </a:cubicBezTo>
                  <a:cubicBezTo>
                    <a:pt x="12" y="1"/>
                    <a:pt x="8" y="12"/>
                    <a:pt x="12" y="15"/>
                  </a:cubicBezTo>
                  <a:cubicBezTo>
                    <a:pt x="35" y="19"/>
                    <a:pt x="66" y="21"/>
                    <a:pt x="88" y="15"/>
                  </a:cubicBezTo>
                  <a:cubicBezTo>
                    <a:pt x="91" y="11"/>
                    <a:pt x="95" y="7"/>
                    <a:pt x="95" y="0"/>
                  </a:cubicBezTo>
                  <a:cubicBezTo>
                    <a:pt x="96" y="0"/>
                    <a:pt x="99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5" name="Freeform 40">
              <a:extLst>
                <a:ext uri="{FF2B5EF4-FFF2-40B4-BE49-F238E27FC236}">
                  <a16:creationId xmlns:a16="http://schemas.microsoft.com/office/drawing/2014/main" id="{71683E3E-7FC7-D87B-D9C4-F28D7FD332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78635" y="4175760"/>
              <a:ext cx="269875" cy="271463"/>
            </a:xfrm>
            <a:custGeom>
              <a:avLst/>
              <a:gdLst>
                <a:gd name="T0" fmla="*/ 46 w 104"/>
                <a:gd name="T1" fmla="*/ 58 h 105"/>
                <a:gd name="T2" fmla="*/ 79 w 104"/>
                <a:gd name="T3" fmla="*/ 40 h 105"/>
                <a:gd name="T4" fmla="*/ 43 w 104"/>
                <a:gd name="T5" fmla="*/ 33 h 105"/>
                <a:gd name="T6" fmla="*/ 46 w 104"/>
                <a:gd name="T7" fmla="*/ 58 h 105"/>
                <a:gd name="T8" fmla="*/ 104 w 104"/>
                <a:gd name="T9" fmla="*/ 41 h 105"/>
                <a:gd name="T10" fmla="*/ 62 w 104"/>
                <a:gd name="T11" fmla="*/ 67 h 105"/>
                <a:gd name="T12" fmla="*/ 19 w 104"/>
                <a:gd name="T13" fmla="*/ 89 h 105"/>
                <a:gd name="T14" fmla="*/ 11 w 104"/>
                <a:gd name="T15" fmla="*/ 105 h 105"/>
                <a:gd name="T16" fmla="*/ 8 w 104"/>
                <a:gd name="T17" fmla="*/ 62 h 105"/>
                <a:gd name="T18" fmla="*/ 16 w 104"/>
                <a:gd name="T19" fmla="*/ 74 h 105"/>
                <a:gd name="T20" fmla="*/ 40 w 104"/>
                <a:gd name="T21" fmla="*/ 63 h 105"/>
                <a:gd name="T22" fmla="*/ 38 w 104"/>
                <a:gd name="T23" fmla="*/ 31 h 105"/>
                <a:gd name="T24" fmla="*/ 13 w 104"/>
                <a:gd name="T25" fmla="*/ 24 h 105"/>
                <a:gd name="T26" fmla="*/ 8 w 104"/>
                <a:gd name="T27" fmla="*/ 38 h 105"/>
                <a:gd name="T28" fmla="*/ 1 w 104"/>
                <a:gd name="T29" fmla="*/ 1 h 105"/>
                <a:gd name="T30" fmla="*/ 12 w 104"/>
                <a:gd name="T31" fmla="*/ 14 h 105"/>
                <a:gd name="T32" fmla="*/ 104 w 104"/>
                <a:gd name="T3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4" h="105">
                  <a:moveTo>
                    <a:pt x="46" y="58"/>
                  </a:moveTo>
                  <a:cubicBezTo>
                    <a:pt x="60" y="54"/>
                    <a:pt x="69" y="48"/>
                    <a:pt x="79" y="40"/>
                  </a:cubicBezTo>
                  <a:cubicBezTo>
                    <a:pt x="67" y="39"/>
                    <a:pt x="55" y="29"/>
                    <a:pt x="43" y="33"/>
                  </a:cubicBezTo>
                  <a:cubicBezTo>
                    <a:pt x="46" y="39"/>
                    <a:pt x="45" y="50"/>
                    <a:pt x="46" y="58"/>
                  </a:cubicBezTo>
                  <a:close/>
                  <a:moveTo>
                    <a:pt x="104" y="41"/>
                  </a:moveTo>
                  <a:cubicBezTo>
                    <a:pt x="95" y="55"/>
                    <a:pt x="77" y="59"/>
                    <a:pt x="62" y="67"/>
                  </a:cubicBezTo>
                  <a:cubicBezTo>
                    <a:pt x="47" y="74"/>
                    <a:pt x="34" y="83"/>
                    <a:pt x="19" y="89"/>
                  </a:cubicBezTo>
                  <a:cubicBezTo>
                    <a:pt x="17" y="96"/>
                    <a:pt x="17" y="105"/>
                    <a:pt x="11" y="105"/>
                  </a:cubicBezTo>
                  <a:cubicBezTo>
                    <a:pt x="12" y="89"/>
                    <a:pt x="5" y="73"/>
                    <a:pt x="8" y="62"/>
                  </a:cubicBezTo>
                  <a:cubicBezTo>
                    <a:pt x="14" y="62"/>
                    <a:pt x="12" y="71"/>
                    <a:pt x="16" y="74"/>
                  </a:cubicBezTo>
                  <a:cubicBezTo>
                    <a:pt x="25" y="72"/>
                    <a:pt x="32" y="67"/>
                    <a:pt x="40" y="63"/>
                  </a:cubicBezTo>
                  <a:cubicBezTo>
                    <a:pt x="41" y="50"/>
                    <a:pt x="38" y="43"/>
                    <a:pt x="38" y="31"/>
                  </a:cubicBezTo>
                  <a:cubicBezTo>
                    <a:pt x="32" y="22"/>
                    <a:pt x="25" y="25"/>
                    <a:pt x="13" y="24"/>
                  </a:cubicBezTo>
                  <a:cubicBezTo>
                    <a:pt x="7" y="24"/>
                    <a:pt x="13" y="36"/>
                    <a:pt x="8" y="38"/>
                  </a:cubicBezTo>
                  <a:cubicBezTo>
                    <a:pt x="0" y="33"/>
                    <a:pt x="3" y="14"/>
                    <a:pt x="1" y="1"/>
                  </a:cubicBezTo>
                  <a:cubicBezTo>
                    <a:pt x="10" y="0"/>
                    <a:pt x="8" y="10"/>
                    <a:pt x="12" y="14"/>
                  </a:cubicBezTo>
                  <a:cubicBezTo>
                    <a:pt x="41" y="24"/>
                    <a:pt x="76" y="29"/>
                    <a:pt x="104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</p:grpSp>
      <p:sp>
        <p:nvSpPr>
          <p:cNvPr id="5" name="椭圆 4">
            <a:extLst>
              <a:ext uri="{FF2B5EF4-FFF2-40B4-BE49-F238E27FC236}">
                <a16:creationId xmlns:a16="http://schemas.microsoft.com/office/drawing/2014/main" id="{32D2C551-1AF0-1441-97EE-1642CDC106F4}"/>
              </a:ext>
            </a:extLst>
          </p:cNvPr>
          <p:cNvSpPr/>
          <p:nvPr/>
        </p:nvSpPr>
        <p:spPr>
          <a:xfrm>
            <a:off x="2028715" y="1207859"/>
            <a:ext cx="377936" cy="3779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1</a:t>
            </a:r>
            <a:endParaRPr lang="zh-CN" altLang="en-US" sz="2400" dirty="0">
              <a:latin typeface="+mn-ea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669015C-A114-5D0A-C7D7-3D68548E11BD}"/>
              </a:ext>
            </a:extLst>
          </p:cNvPr>
          <p:cNvSpPr/>
          <p:nvPr/>
        </p:nvSpPr>
        <p:spPr>
          <a:xfrm>
            <a:off x="2028715" y="2029465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2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B97842C-AB34-2318-FC72-899D0A02FBB1}"/>
              </a:ext>
            </a:extLst>
          </p:cNvPr>
          <p:cNvSpPr/>
          <p:nvPr/>
        </p:nvSpPr>
        <p:spPr>
          <a:xfrm>
            <a:off x="2028715" y="2851071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3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BBCA9DA-C0E3-250E-2607-85F201711D92}"/>
              </a:ext>
            </a:extLst>
          </p:cNvPr>
          <p:cNvSpPr/>
          <p:nvPr/>
        </p:nvSpPr>
        <p:spPr>
          <a:xfrm>
            <a:off x="2028715" y="3672677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4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9F4EA58-2D21-B096-DE43-601EDC08395A}"/>
              </a:ext>
            </a:extLst>
          </p:cNvPr>
          <p:cNvSpPr/>
          <p:nvPr/>
        </p:nvSpPr>
        <p:spPr>
          <a:xfrm>
            <a:off x="2028715" y="4494283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5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FF3FB2E-7A09-15BD-B514-8CE2B8C13131}"/>
              </a:ext>
            </a:extLst>
          </p:cNvPr>
          <p:cNvSpPr/>
          <p:nvPr/>
        </p:nvSpPr>
        <p:spPr>
          <a:xfrm>
            <a:off x="2028715" y="5315887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6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3" name="文本占位符 22">
            <a:extLst>
              <a:ext uri="{FF2B5EF4-FFF2-40B4-BE49-F238E27FC236}">
                <a16:creationId xmlns:a16="http://schemas.microsoft.com/office/drawing/2014/main" id="{37A6DDFD-E504-8E3D-1AF2-321C9CE5B1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6819" y="1144222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4" name="文本占位符 22">
            <a:extLst>
              <a:ext uri="{FF2B5EF4-FFF2-40B4-BE49-F238E27FC236}">
                <a16:creationId xmlns:a16="http://schemas.microsoft.com/office/drawing/2014/main" id="{2B5AA712-64EC-5C09-FCF6-0225BD3B1B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96819" y="1949818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5" name="文本占位符 22">
            <a:extLst>
              <a:ext uri="{FF2B5EF4-FFF2-40B4-BE49-F238E27FC236}">
                <a16:creationId xmlns:a16="http://schemas.microsoft.com/office/drawing/2014/main" id="{F3C60BF2-0AC4-FA3C-8327-243CEE8C16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6819" y="2774926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6" name="文本占位符 22">
            <a:extLst>
              <a:ext uri="{FF2B5EF4-FFF2-40B4-BE49-F238E27FC236}">
                <a16:creationId xmlns:a16="http://schemas.microsoft.com/office/drawing/2014/main" id="{EE3E7D4F-980F-4A62-ECC7-94D085ACBA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96819" y="3600034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7" name="文本占位符 22">
            <a:extLst>
              <a:ext uri="{FF2B5EF4-FFF2-40B4-BE49-F238E27FC236}">
                <a16:creationId xmlns:a16="http://schemas.microsoft.com/office/drawing/2014/main" id="{A61553FE-DC04-10B5-6D4A-0465CE167B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96819" y="4402518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8" name="文本占位符 22">
            <a:extLst>
              <a:ext uri="{FF2B5EF4-FFF2-40B4-BE49-F238E27FC236}">
                <a16:creationId xmlns:a16="http://schemas.microsoft.com/office/drawing/2014/main" id="{ADF75CB8-301A-9522-DB7A-9359F0360B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496819" y="5242886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56756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（六节_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76B31C-484D-1243-346E-0D8FEF10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36020" y="6538913"/>
            <a:ext cx="601472" cy="319088"/>
          </a:xfrm>
        </p:spPr>
        <p:txBody>
          <a:bodyPr/>
          <a:lstStyle>
            <a:lvl1pPr>
              <a:defRPr lang="en-US" altLang="zh-CN" sz="1600" kern="1200" dirty="0" smtClean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05389D-C31E-4256-1684-8F4385C7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2112" y="6538913"/>
            <a:ext cx="673608" cy="319088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C87181AA-4DAD-42D9-B724-3F8AD1554AD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8EC224A-60D3-3041-D2B7-8A3EFFA30928}"/>
              </a:ext>
            </a:extLst>
          </p:cNvPr>
          <p:cNvGrpSpPr/>
          <p:nvPr userDrawn="1"/>
        </p:nvGrpSpPr>
        <p:grpSpPr>
          <a:xfrm>
            <a:off x="9371152" y="825910"/>
            <a:ext cx="4209136" cy="5349742"/>
            <a:chOff x="1508760" y="1972310"/>
            <a:chExt cx="3309937" cy="4206875"/>
          </a:xfrm>
          <a:solidFill>
            <a:schemeClr val="accent1">
              <a:alpha val="15000"/>
            </a:schemeClr>
          </a:solidFill>
        </p:grpSpPr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B1B0C16C-5953-AFF3-A85A-6BF2B1EB5F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08760" y="1972310"/>
              <a:ext cx="3309937" cy="4206875"/>
            </a:xfrm>
            <a:custGeom>
              <a:avLst/>
              <a:gdLst>
                <a:gd name="T0" fmla="*/ 1226 w 1275"/>
                <a:gd name="T1" fmla="*/ 588 h 1621"/>
                <a:gd name="T2" fmla="*/ 1228 w 1275"/>
                <a:gd name="T3" fmla="*/ 60 h 1621"/>
                <a:gd name="T4" fmla="*/ 935 w 1275"/>
                <a:gd name="T5" fmla="*/ 117 h 1621"/>
                <a:gd name="T6" fmla="*/ 644 w 1275"/>
                <a:gd name="T7" fmla="*/ 51 h 1621"/>
                <a:gd name="T8" fmla="*/ 88 w 1275"/>
                <a:gd name="T9" fmla="*/ 72 h 1621"/>
                <a:gd name="T10" fmla="*/ 59 w 1275"/>
                <a:gd name="T11" fmla="*/ 63 h 1621"/>
                <a:gd name="T12" fmla="*/ 61 w 1275"/>
                <a:gd name="T13" fmla="*/ 589 h 1621"/>
                <a:gd name="T14" fmla="*/ 96 w 1275"/>
                <a:gd name="T15" fmla="*/ 1079 h 1621"/>
                <a:gd name="T16" fmla="*/ 308 w 1275"/>
                <a:gd name="T17" fmla="*/ 1392 h 1621"/>
                <a:gd name="T18" fmla="*/ 646 w 1275"/>
                <a:gd name="T19" fmla="*/ 1572 h 1621"/>
                <a:gd name="T20" fmla="*/ 980 w 1275"/>
                <a:gd name="T21" fmla="*/ 1392 h 1621"/>
                <a:gd name="T22" fmla="*/ 1190 w 1275"/>
                <a:gd name="T23" fmla="*/ 1079 h 1621"/>
                <a:gd name="T24" fmla="*/ 1226 w 1275"/>
                <a:gd name="T25" fmla="*/ 588 h 1621"/>
                <a:gd name="T26" fmla="*/ 1267 w 1275"/>
                <a:gd name="T27" fmla="*/ 3 h 1621"/>
                <a:gd name="T28" fmla="*/ 1265 w 1275"/>
                <a:gd name="T29" fmla="*/ 566 h 1621"/>
                <a:gd name="T30" fmla="*/ 1228 w 1275"/>
                <a:gd name="T31" fmla="*/ 1092 h 1621"/>
                <a:gd name="T32" fmla="*/ 996 w 1275"/>
                <a:gd name="T33" fmla="*/ 1418 h 1621"/>
                <a:gd name="T34" fmla="*/ 643 w 1275"/>
                <a:gd name="T35" fmla="*/ 1621 h 1621"/>
                <a:gd name="T36" fmla="*/ 336 w 1275"/>
                <a:gd name="T37" fmla="*/ 1452 h 1621"/>
                <a:gd name="T38" fmla="*/ 107 w 1275"/>
                <a:gd name="T39" fmla="*/ 1203 h 1621"/>
                <a:gd name="T40" fmla="*/ 41 w 1275"/>
                <a:gd name="T41" fmla="*/ 1028 h 1621"/>
                <a:gd name="T42" fmla="*/ 17 w 1275"/>
                <a:gd name="T43" fmla="*/ 318 h 1621"/>
                <a:gd name="T44" fmla="*/ 17 w 1275"/>
                <a:gd name="T45" fmla="*/ 0 h 1621"/>
                <a:gd name="T46" fmla="*/ 331 w 1275"/>
                <a:gd name="T47" fmla="*/ 82 h 1621"/>
                <a:gd name="T48" fmla="*/ 644 w 1275"/>
                <a:gd name="T49" fmla="*/ 7 h 1621"/>
                <a:gd name="T50" fmla="*/ 962 w 1275"/>
                <a:gd name="T51" fmla="*/ 82 h 1621"/>
                <a:gd name="T52" fmla="*/ 1238 w 1275"/>
                <a:gd name="T53" fmla="*/ 17 h 1621"/>
                <a:gd name="T54" fmla="*/ 1267 w 1275"/>
                <a:gd name="T55" fmla="*/ 3 h 1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5" h="1621">
                  <a:moveTo>
                    <a:pt x="1226" y="588"/>
                  </a:moveTo>
                  <a:cubicBezTo>
                    <a:pt x="1226" y="410"/>
                    <a:pt x="1227" y="232"/>
                    <a:pt x="1228" y="60"/>
                  </a:cubicBezTo>
                  <a:cubicBezTo>
                    <a:pt x="1146" y="96"/>
                    <a:pt x="1049" y="120"/>
                    <a:pt x="935" y="117"/>
                  </a:cubicBezTo>
                  <a:cubicBezTo>
                    <a:pt x="827" y="116"/>
                    <a:pt x="720" y="94"/>
                    <a:pt x="644" y="51"/>
                  </a:cubicBezTo>
                  <a:cubicBezTo>
                    <a:pt x="511" y="134"/>
                    <a:pt x="242" y="136"/>
                    <a:pt x="88" y="72"/>
                  </a:cubicBezTo>
                  <a:cubicBezTo>
                    <a:pt x="79" y="68"/>
                    <a:pt x="68" y="60"/>
                    <a:pt x="59" y="63"/>
                  </a:cubicBezTo>
                  <a:cubicBezTo>
                    <a:pt x="57" y="236"/>
                    <a:pt x="61" y="413"/>
                    <a:pt x="61" y="589"/>
                  </a:cubicBezTo>
                  <a:cubicBezTo>
                    <a:pt x="61" y="769"/>
                    <a:pt x="50" y="941"/>
                    <a:pt x="96" y="1079"/>
                  </a:cubicBezTo>
                  <a:cubicBezTo>
                    <a:pt x="140" y="1211"/>
                    <a:pt x="213" y="1316"/>
                    <a:pt x="308" y="1392"/>
                  </a:cubicBezTo>
                  <a:cubicBezTo>
                    <a:pt x="404" y="1466"/>
                    <a:pt x="529" y="1507"/>
                    <a:pt x="646" y="1572"/>
                  </a:cubicBezTo>
                  <a:cubicBezTo>
                    <a:pt x="760" y="1505"/>
                    <a:pt x="885" y="1467"/>
                    <a:pt x="980" y="1392"/>
                  </a:cubicBezTo>
                  <a:cubicBezTo>
                    <a:pt x="1074" y="1314"/>
                    <a:pt x="1148" y="1212"/>
                    <a:pt x="1190" y="1079"/>
                  </a:cubicBezTo>
                  <a:cubicBezTo>
                    <a:pt x="1233" y="940"/>
                    <a:pt x="1226" y="768"/>
                    <a:pt x="1226" y="588"/>
                  </a:cubicBezTo>
                  <a:close/>
                  <a:moveTo>
                    <a:pt x="1267" y="3"/>
                  </a:moveTo>
                  <a:cubicBezTo>
                    <a:pt x="1275" y="189"/>
                    <a:pt x="1259" y="379"/>
                    <a:pt x="1265" y="566"/>
                  </a:cubicBezTo>
                  <a:cubicBezTo>
                    <a:pt x="1270" y="752"/>
                    <a:pt x="1275" y="946"/>
                    <a:pt x="1228" y="1092"/>
                  </a:cubicBezTo>
                  <a:cubicBezTo>
                    <a:pt x="1183" y="1231"/>
                    <a:pt x="1098" y="1340"/>
                    <a:pt x="996" y="1418"/>
                  </a:cubicBezTo>
                  <a:cubicBezTo>
                    <a:pt x="891" y="1499"/>
                    <a:pt x="760" y="1545"/>
                    <a:pt x="643" y="1621"/>
                  </a:cubicBezTo>
                  <a:cubicBezTo>
                    <a:pt x="543" y="1551"/>
                    <a:pt x="430" y="1514"/>
                    <a:pt x="336" y="1452"/>
                  </a:cubicBezTo>
                  <a:cubicBezTo>
                    <a:pt x="242" y="1390"/>
                    <a:pt x="165" y="1307"/>
                    <a:pt x="107" y="1203"/>
                  </a:cubicBezTo>
                  <a:cubicBezTo>
                    <a:pt x="78" y="1150"/>
                    <a:pt x="54" y="1092"/>
                    <a:pt x="41" y="1028"/>
                  </a:cubicBezTo>
                  <a:cubicBezTo>
                    <a:pt x="0" y="825"/>
                    <a:pt x="33" y="554"/>
                    <a:pt x="17" y="318"/>
                  </a:cubicBezTo>
                  <a:cubicBezTo>
                    <a:pt x="17" y="212"/>
                    <a:pt x="17" y="106"/>
                    <a:pt x="17" y="0"/>
                  </a:cubicBezTo>
                  <a:cubicBezTo>
                    <a:pt x="98" y="48"/>
                    <a:pt x="205" y="82"/>
                    <a:pt x="331" y="82"/>
                  </a:cubicBezTo>
                  <a:cubicBezTo>
                    <a:pt x="452" y="82"/>
                    <a:pt x="563" y="60"/>
                    <a:pt x="644" y="7"/>
                  </a:cubicBezTo>
                  <a:cubicBezTo>
                    <a:pt x="720" y="60"/>
                    <a:pt x="837" y="82"/>
                    <a:pt x="962" y="82"/>
                  </a:cubicBezTo>
                  <a:cubicBezTo>
                    <a:pt x="1067" y="82"/>
                    <a:pt x="1166" y="55"/>
                    <a:pt x="1238" y="17"/>
                  </a:cubicBezTo>
                  <a:cubicBezTo>
                    <a:pt x="1250" y="11"/>
                    <a:pt x="1260" y="2"/>
                    <a:pt x="1267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E8FFA7DF-B644-4817-3099-3219A1B2E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7523" y="3866198"/>
              <a:ext cx="269875" cy="249238"/>
            </a:xfrm>
            <a:custGeom>
              <a:avLst/>
              <a:gdLst>
                <a:gd name="T0" fmla="*/ 98 w 104"/>
                <a:gd name="T1" fmla="*/ 26 h 96"/>
                <a:gd name="T2" fmla="*/ 98 w 104"/>
                <a:gd name="T3" fmla="*/ 73 h 96"/>
                <a:gd name="T4" fmla="*/ 93 w 104"/>
                <a:gd name="T5" fmla="*/ 58 h 96"/>
                <a:gd name="T6" fmla="*/ 15 w 104"/>
                <a:gd name="T7" fmla="*/ 82 h 96"/>
                <a:gd name="T8" fmla="*/ 6 w 104"/>
                <a:gd name="T9" fmla="*/ 96 h 96"/>
                <a:gd name="T10" fmla="*/ 5 w 104"/>
                <a:gd name="T11" fmla="*/ 53 h 96"/>
                <a:gd name="T12" fmla="*/ 10 w 104"/>
                <a:gd name="T13" fmla="*/ 66 h 96"/>
                <a:gd name="T14" fmla="*/ 51 w 104"/>
                <a:gd name="T15" fmla="*/ 47 h 96"/>
                <a:gd name="T16" fmla="*/ 15 w 104"/>
                <a:gd name="T17" fmla="*/ 22 h 96"/>
                <a:gd name="T18" fmla="*/ 6 w 104"/>
                <a:gd name="T19" fmla="*/ 35 h 96"/>
                <a:gd name="T20" fmla="*/ 5 w 104"/>
                <a:gd name="T21" fmla="*/ 0 h 96"/>
                <a:gd name="T22" fmla="*/ 10 w 104"/>
                <a:gd name="T23" fmla="*/ 0 h 96"/>
                <a:gd name="T24" fmla="*/ 92 w 104"/>
                <a:gd name="T25" fmla="*/ 40 h 96"/>
                <a:gd name="T26" fmla="*/ 98 w 104"/>
                <a:gd name="T27" fmla="*/ 2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96">
                  <a:moveTo>
                    <a:pt x="98" y="26"/>
                  </a:moveTo>
                  <a:cubicBezTo>
                    <a:pt x="104" y="35"/>
                    <a:pt x="99" y="57"/>
                    <a:pt x="98" y="73"/>
                  </a:cubicBezTo>
                  <a:cubicBezTo>
                    <a:pt x="92" y="73"/>
                    <a:pt x="97" y="62"/>
                    <a:pt x="93" y="58"/>
                  </a:cubicBezTo>
                  <a:cubicBezTo>
                    <a:pt x="56" y="49"/>
                    <a:pt x="38" y="72"/>
                    <a:pt x="15" y="82"/>
                  </a:cubicBezTo>
                  <a:cubicBezTo>
                    <a:pt x="11" y="84"/>
                    <a:pt x="10" y="92"/>
                    <a:pt x="6" y="96"/>
                  </a:cubicBezTo>
                  <a:cubicBezTo>
                    <a:pt x="0" y="90"/>
                    <a:pt x="2" y="63"/>
                    <a:pt x="5" y="53"/>
                  </a:cubicBezTo>
                  <a:cubicBezTo>
                    <a:pt x="10" y="53"/>
                    <a:pt x="9" y="62"/>
                    <a:pt x="10" y="66"/>
                  </a:cubicBezTo>
                  <a:cubicBezTo>
                    <a:pt x="26" y="62"/>
                    <a:pt x="35" y="50"/>
                    <a:pt x="51" y="47"/>
                  </a:cubicBezTo>
                  <a:cubicBezTo>
                    <a:pt x="42" y="36"/>
                    <a:pt x="28" y="29"/>
                    <a:pt x="15" y="22"/>
                  </a:cubicBezTo>
                  <a:cubicBezTo>
                    <a:pt x="6" y="20"/>
                    <a:pt x="13" y="35"/>
                    <a:pt x="6" y="35"/>
                  </a:cubicBezTo>
                  <a:cubicBezTo>
                    <a:pt x="0" y="30"/>
                    <a:pt x="7" y="11"/>
                    <a:pt x="5" y="0"/>
                  </a:cubicBezTo>
                  <a:cubicBezTo>
                    <a:pt x="6" y="0"/>
                    <a:pt x="9" y="0"/>
                    <a:pt x="10" y="0"/>
                  </a:cubicBezTo>
                  <a:cubicBezTo>
                    <a:pt x="24" y="25"/>
                    <a:pt x="53" y="47"/>
                    <a:pt x="92" y="40"/>
                  </a:cubicBezTo>
                  <a:cubicBezTo>
                    <a:pt x="97" y="39"/>
                    <a:pt x="93" y="28"/>
                    <a:pt x="98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5DBCCBBB-5E1B-5C78-2097-9355459CD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348" y="4140835"/>
              <a:ext cx="265112" cy="244475"/>
            </a:xfrm>
            <a:custGeom>
              <a:avLst/>
              <a:gdLst>
                <a:gd name="T0" fmla="*/ 98 w 102"/>
                <a:gd name="T1" fmla="*/ 27 h 94"/>
                <a:gd name="T2" fmla="*/ 98 w 102"/>
                <a:gd name="T3" fmla="*/ 72 h 94"/>
                <a:gd name="T4" fmla="*/ 93 w 102"/>
                <a:gd name="T5" fmla="*/ 58 h 94"/>
                <a:gd name="T6" fmla="*/ 10 w 102"/>
                <a:gd name="T7" fmla="*/ 53 h 94"/>
                <a:gd name="T8" fmla="*/ 28 w 102"/>
                <a:gd name="T9" fmla="*/ 89 h 94"/>
                <a:gd name="T10" fmla="*/ 0 w 102"/>
                <a:gd name="T11" fmla="*/ 89 h 94"/>
                <a:gd name="T12" fmla="*/ 3 w 102"/>
                <a:gd name="T13" fmla="*/ 3 h 94"/>
                <a:gd name="T14" fmla="*/ 30 w 102"/>
                <a:gd name="T15" fmla="*/ 5 h 94"/>
                <a:gd name="T16" fmla="*/ 10 w 102"/>
                <a:gd name="T17" fmla="*/ 37 h 94"/>
                <a:gd name="T18" fmla="*/ 89 w 102"/>
                <a:gd name="T19" fmla="*/ 40 h 94"/>
                <a:gd name="T20" fmla="*/ 98 w 102"/>
                <a:gd name="T21" fmla="*/ 2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94">
                  <a:moveTo>
                    <a:pt x="98" y="27"/>
                  </a:moveTo>
                  <a:cubicBezTo>
                    <a:pt x="102" y="33"/>
                    <a:pt x="99" y="61"/>
                    <a:pt x="98" y="72"/>
                  </a:cubicBezTo>
                  <a:cubicBezTo>
                    <a:pt x="91" y="72"/>
                    <a:pt x="93" y="65"/>
                    <a:pt x="93" y="58"/>
                  </a:cubicBezTo>
                  <a:cubicBezTo>
                    <a:pt x="67" y="53"/>
                    <a:pt x="35" y="57"/>
                    <a:pt x="10" y="53"/>
                  </a:cubicBezTo>
                  <a:cubicBezTo>
                    <a:pt x="0" y="73"/>
                    <a:pt x="21" y="78"/>
                    <a:pt x="28" y="89"/>
                  </a:cubicBezTo>
                  <a:cubicBezTo>
                    <a:pt x="21" y="94"/>
                    <a:pt x="10" y="89"/>
                    <a:pt x="0" y="89"/>
                  </a:cubicBezTo>
                  <a:cubicBezTo>
                    <a:pt x="2" y="61"/>
                    <a:pt x="2" y="32"/>
                    <a:pt x="3" y="3"/>
                  </a:cubicBezTo>
                  <a:cubicBezTo>
                    <a:pt x="12" y="4"/>
                    <a:pt x="24" y="0"/>
                    <a:pt x="30" y="5"/>
                  </a:cubicBezTo>
                  <a:cubicBezTo>
                    <a:pt x="23" y="15"/>
                    <a:pt x="3" y="14"/>
                    <a:pt x="10" y="37"/>
                  </a:cubicBezTo>
                  <a:cubicBezTo>
                    <a:pt x="35" y="40"/>
                    <a:pt x="57" y="40"/>
                    <a:pt x="89" y="40"/>
                  </a:cubicBezTo>
                  <a:cubicBezTo>
                    <a:pt x="95" y="39"/>
                    <a:pt x="91" y="28"/>
                    <a:pt x="98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AC83772D-8A91-F3BD-5AC9-C5C530D2F8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2223" y="2431098"/>
              <a:ext cx="765175" cy="695325"/>
            </a:xfrm>
            <a:custGeom>
              <a:avLst/>
              <a:gdLst>
                <a:gd name="T0" fmla="*/ 47 w 295"/>
                <a:gd name="T1" fmla="*/ 102 h 268"/>
                <a:gd name="T2" fmla="*/ 56 w 295"/>
                <a:gd name="T3" fmla="*/ 77 h 268"/>
                <a:gd name="T4" fmla="*/ 56 w 295"/>
                <a:gd name="T5" fmla="*/ 77 h 268"/>
                <a:gd name="T6" fmla="*/ 92 w 295"/>
                <a:gd name="T7" fmla="*/ 116 h 268"/>
                <a:gd name="T8" fmla="*/ 107 w 295"/>
                <a:gd name="T9" fmla="*/ 124 h 268"/>
                <a:gd name="T10" fmla="*/ 83 w 295"/>
                <a:gd name="T11" fmla="*/ 69 h 268"/>
                <a:gd name="T12" fmla="*/ 119 w 295"/>
                <a:gd name="T13" fmla="*/ 55 h 268"/>
                <a:gd name="T14" fmla="*/ 119 w 295"/>
                <a:gd name="T15" fmla="*/ 55 h 268"/>
                <a:gd name="T16" fmla="*/ 114 w 295"/>
                <a:gd name="T17" fmla="*/ 16 h 268"/>
                <a:gd name="T18" fmla="*/ 143 w 295"/>
                <a:gd name="T19" fmla="*/ 133 h 268"/>
                <a:gd name="T20" fmla="*/ 130 w 295"/>
                <a:gd name="T21" fmla="*/ 84 h 268"/>
                <a:gd name="T22" fmla="*/ 107 w 295"/>
                <a:gd name="T23" fmla="*/ 88 h 268"/>
                <a:gd name="T24" fmla="*/ 60 w 295"/>
                <a:gd name="T25" fmla="*/ 111 h 268"/>
                <a:gd name="T26" fmla="*/ 77 w 295"/>
                <a:gd name="T27" fmla="*/ 97 h 268"/>
                <a:gd name="T28" fmla="*/ 88 w 295"/>
                <a:gd name="T29" fmla="*/ 106 h 268"/>
                <a:gd name="T30" fmla="*/ 143 w 295"/>
                <a:gd name="T31" fmla="*/ 133 h 268"/>
                <a:gd name="T32" fmla="*/ 146 w 295"/>
                <a:gd name="T33" fmla="*/ 25 h 268"/>
                <a:gd name="T34" fmla="*/ 147 w 295"/>
                <a:gd name="T35" fmla="*/ 34 h 268"/>
                <a:gd name="T36" fmla="*/ 151 w 295"/>
                <a:gd name="T37" fmla="*/ 183 h 268"/>
                <a:gd name="T38" fmla="*/ 109 w 295"/>
                <a:gd name="T39" fmla="*/ 147 h 268"/>
                <a:gd name="T40" fmla="*/ 97 w 295"/>
                <a:gd name="T41" fmla="*/ 133 h 268"/>
                <a:gd name="T42" fmla="*/ 97 w 295"/>
                <a:gd name="T43" fmla="*/ 158 h 268"/>
                <a:gd name="T44" fmla="*/ 148 w 295"/>
                <a:gd name="T45" fmla="*/ 201 h 268"/>
                <a:gd name="T46" fmla="*/ 134 w 295"/>
                <a:gd name="T47" fmla="*/ 214 h 268"/>
                <a:gd name="T48" fmla="*/ 109 w 295"/>
                <a:gd name="T49" fmla="*/ 240 h 268"/>
                <a:gd name="T50" fmla="*/ 140 w 295"/>
                <a:gd name="T51" fmla="*/ 224 h 268"/>
                <a:gd name="T52" fmla="*/ 158 w 295"/>
                <a:gd name="T53" fmla="*/ 215 h 268"/>
                <a:gd name="T54" fmla="*/ 146 w 295"/>
                <a:gd name="T55" fmla="*/ 153 h 268"/>
                <a:gd name="T56" fmla="*/ 159 w 295"/>
                <a:gd name="T57" fmla="*/ 159 h 268"/>
                <a:gd name="T58" fmla="*/ 164 w 295"/>
                <a:gd name="T59" fmla="*/ 136 h 268"/>
                <a:gd name="T60" fmla="*/ 200 w 295"/>
                <a:gd name="T61" fmla="*/ 129 h 268"/>
                <a:gd name="T62" fmla="*/ 193 w 295"/>
                <a:gd name="T63" fmla="*/ 120 h 268"/>
                <a:gd name="T64" fmla="*/ 200 w 295"/>
                <a:gd name="T65" fmla="*/ 129 h 268"/>
                <a:gd name="T66" fmla="*/ 242 w 295"/>
                <a:gd name="T67" fmla="*/ 133 h 268"/>
                <a:gd name="T68" fmla="*/ 263 w 295"/>
                <a:gd name="T69" fmla="*/ 206 h 268"/>
                <a:gd name="T70" fmla="*/ 244 w 295"/>
                <a:gd name="T71" fmla="*/ 168 h 268"/>
                <a:gd name="T72" fmla="*/ 241 w 295"/>
                <a:gd name="T73" fmla="*/ 177 h 268"/>
                <a:gd name="T74" fmla="*/ 270 w 295"/>
                <a:gd name="T75" fmla="*/ 155 h 268"/>
                <a:gd name="T76" fmla="*/ 255 w 295"/>
                <a:gd name="T77" fmla="*/ 155 h 268"/>
                <a:gd name="T78" fmla="*/ 270 w 295"/>
                <a:gd name="T79" fmla="*/ 183 h 268"/>
                <a:gd name="T80" fmla="*/ 270 w 295"/>
                <a:gd name="T81" fmla="*/ 183 h 268"/>
                <a:gd name="T82" fmla="*/ 283 w 295"/>
                <a:gd name="T83" fmla="*/ 252 h 268"/>
                <a:gd name="T84" fmla="*/ 231 w 295"/>
                <a:gd name="T85" fmla="*/ 217 h 268"/>
                <a:gd name="T86" fmla="*/ 160 w 295"/>
                <a:gd name="T87" fmla="*/ 264 h 268"/>
                <a:gd name="T88" fmla="*/ 107 w 295"/>
                <a:gd name="T89" fmla="*/ 224 h 268"/>
                <a:gd name="T90" fmla="*/ 30 w 295"/>
                <a:gd name="T91" fmla="*/ 258 h 268"/>
                <a:gd name="T92" fmla="*/ 19 w 295"/>
                <a:gd name="T93" fmla="*/ 224 h 268"/>
                <a:gd name="T94" fmla="*/ 64 w 295"/>
                <a:gd name="T95" fmla="*/ 48 h 268"/>
                <a:gd name="T96" fmla="*/ 85 w 295"/>
                <a:gd name="T97" fmla="*/ 5 h 268"/>
                <a:gd name="T98" fmla="*/ 160 w 295"/>
                <a:gd name="T99" fmla="*/ 76 h 268"/>
                <a:gd name="T100" fmla="*/ 208 w 295"/>
                <a:gd name="T101" fmla="*/ 107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95" h="268">
                  <a:moveTo>
                    <a:pt x="42" y="115"/>
                  </a:moveTo>
                  <a:cubicBezTo>
                    <a:pt x="49" y="117"/>
                    <a:pt x="50" y="105"/>
                    <a:pt x="47" y="102"/>
                  </a:cubicBezTo>
                  <a:cubicBezTo>
                    <a:pt x="44" y="106"/>
                    <a:pt x="41" y="109"/>
                    <a:pt x="42" y="115"/>
                  </a:cubicBezTo>
                  <a:close/>
                  <a:moveTo>
                    <a:pt x="56" y="77"/>
                  </a:moveTo>
                  <a:cubicBezTo>
                    <a:pt x="63" y="76"/>
                    <a:pt x="68" y="73"/>
                    <a:pt x="68" y="64"/>
                  </a:cubicBezTo>
                  <a:cubicBezTo>
                    <a:pt x="61" y="60"/>
                    <a:pt x="55" y="68"/>
                    <a:pt x="56" y="77"/>
                  </a:cubicBezTo>
                  <a:close/>
                  <a:moveTo>
                    <a:pt x="107" y="124"/>
                  </a:moveTo>
                  <a:cubicBezTo>
                    <a:pt x="107" y="116"/>
                    <a:pt x="98" y="112"/>
                    <a:pt x="92" y="116"/>
                  </a:cubicBezTo>
                  <a:cubicBezTo>
                    <a:pt x="91" y="122"/>
                    <a:pt x="97" y="124"/>
                    <a:pt x="97" y="129"/>
                  </a:cubicBezTo>
                  <a:cubicBezTo>
                    <a:pt x="102" y="129"/>
                    <a:pt x="103" y="125"/>
                    <a:pt x="107" y="124"/>
                  </a:cubicBezTo>
                  <a:close/>
                  <a:moveTo>
                    <a:pt x="105" y="69"/>
                  </a:moveTo>
                  <a:cubicBezTo>
                    <a:pt x="107" y="59"/>
                    <a:pt x="83" y="59"/>
                    <a:pt x="83" y="69"/>
                  </a:cubicBezTo>
                  <a:cubicBezTo>
                    <a:pt x="90" y="72"/>
                    <a:pt x="97" y="67"/>
                    <a:pt x="105" y="69"/>
                  </a:cubicBezTo>
                  <a:close/>
                  <a:moveTo>
                    <a:pt x="119" y="55"/>
                  </a:moveTo>
                  <a:cubicBezTo>
                    <a:pt x="116" y="38"/>
                    <a:pt x="103" y="31"/>
                    <a:pt x="90" y="25"/>
                  </a:cubicBezTo>
                  <a:cubicBezTo>
                    <a:pt x="96" y="39"/>
                    <a:pt x="108" y="48"/>
                    <a:pt x="119" y="55"/>
                  </a:cubicBezTo>
                  <a:close/>
                  <a:moveTo>
                    <a:pt x="123" y="38"/>
                  </a:moveTo>
                  <a:cubicBezTo>
                    <a:pt x="118" y="33"/>
                    <a:pt x="120" y="20"/>
                    <a:pt x="114" y="16"/>
                  </a:cubicBezTo>
                  <a:cubicBezTo>
                    <a:pt x="109" y="25"/>
                    <a:pt x="115" y="36"/>
                    <a:pt x="123" y="38"/>
                  </a:cubicBezTo>
                  <a:close/>
                  <a:moveTo>
                    <a:pt x="143" y="133"/>
                  </a:moveTo>
                  <a:cubicBezTo>
                    <a:pt x="157" y="112"/>
                    <a:pt x="114" y="109"/>
                    <a:pt x="105" y="93"/>
                  </a:cubicBezTo>
                  <a:cubicBezTo>
                    <a:pt x="120" y="96"/>
                    <a:pt x="116" y="74"/>
                    <a:pt x="130" y="84"/>
                  </a:cubicBezTo>
                  <a:cubicBezTo>
                    <a:pt x="129" y="78"/>
                    <a:pt x="125" y="74"/>
                    <a:pt x="121" y="72"/>
                  </a:cubicBezTo>
                  <a:cubicBezTo>
                    <a:pt x="116" y="78"/>
                    <a:pt x="115" y="86"/>
                    <a:pt x="107" y="88"/>
                  </a:cubicBezTo>
                  <a:cubicBezTo>
                    <a:pt x="92" y="79"/>
                    <a:pt x="65" y="77"/>
                    <a:pt x="55" y="91"/>
                  </a:cubicBezTo>
                  <a:cubicBezTo>
                    <a:pt x="56" y="98"/>
                    <a:pt x="53" y="111"/>
                    <a:pt x="60" y="111"/>
                  </a:cubicBezTo>
                  <a:cubicBezTo>
                    <a:pt x="66" y="106"/>
                    <a:pt x="64" y="93"/>
                    <a:pt x="72" y="91"/>
                  </a:cubicBezTo>
                  <a:cubicBezTo>
                    <a:pt x="75" y="92"/>
                    <a:pt x="77" y="95"/>
                    <a:pt x="77" y="97"/>
                  </a:cubicBezTo>
                  <a:cubicBezTo>
                    <a:pt x="74" y="103"/>
                    <a:pt x="75" y="112"/>
                    <a:pt x="77" y="120"/>
                  </a:cubicBezTo>
                  <a:cubicBezTo>
                    <a:pt x="86" y="120"/>
                    <a:pt x="82" y="109"/>
                    <a:pt x="88" y="106"/>
                  </a:cubicBezTo>
                  <a:cubicBezTo>
                    <a:pt x="107" y="98"/>
                    <a:pt x="108" y="120"/>
                    <a:pt x="125" y="112"/>
                  </a:cubicBezTo>
                  <a:cubicBezTo>
                    <a:pt x="132" y="119"/>
                    <a:pt x="137" y="126"/>
                    <a:pt x="143" y="133"/>
                  </a:cubicBezTo>
                  <a:close/>
                  <a:moveTo>
                    <a:pt x="147" y="34"/>
                  </a:moveTo>
                  <a:cubicBezTo>
                    <a:pt x="148" y="30"/>
                    <a:pt x="147" y="28"/>
                    <a:pt x="146" y="25"/>
                  </a:cubicBezTo>
                  <a:cubicBezTo>
                    <a:pt x="143" y="25"/>
                    <a:pt x="142" y="25"/>
                    <a:pt x="140" y="25"/>
                  </a:cubicBezTo>
                  <a:cubicBezTo>
                    <a:pt x="141" y="29"/>
                    <a:pt x="142" y="34"/>
                    <a:pt x="147" y="34"/>
                  </a:cubicBezTo>
                  <a:close/>
                  <a:moveTo>
                    <a:pt x="148" y="201"/>
                  </a:moveTo>
                  <a:cubicBezTo>
                    <a:pt x="152" y="195"/>
                    <a:pt x="151" y="191"/>
                    <a:pt x="151" y="183"/>
                  </a:cubicBezTo>
                  <a:cubicBezTo>
                    <a:pt x="132" y="176"/>
                    <a:pt x="103" y="179"/>
                    <a:pt x="102" y="154"/>
                  </a:cubicBezTo>
                  <a:cubicBezTo>
                    <a:pt x="101" y="149"/>
                    <a:pt x="110" y="154"/>
                    <a:pt x="109" y="147"/>
                  </a:cubicBezTo>
                  <a:cubicBezTo>
                    <a:pt x="104" y="143"/>
                    <a:pt x="99" y="154"/>
                    <a:pt x="93" y="149"/>
                  </a:cubicBezTo>
                  <a:cubicBezTo>
                    <a:pt x="93" y="143"/>
                    <a:pt x="102" y="138"/>
                    <a:pt x="97" y="133"/>
                  </a:cubicBezTo>
                  <a:cubicBezTo>
                    <a:pt x="96" y="139"/>
                    <a:pt x="85" y="135"/>
                    <a:pt x="77" y="136"/>
                  </a:cubicBezTo>
                  <a:cubicBezTo>
                    <a:pt x="77" y="150"/>
                    <a:pt x="82" y="159"/>
                    <a:pt x="97" y="158"/>
                  </a:cubicBezTo>
                  <a:cubicBezTo>
                    <a:pt x="101" y="167"/>
                    <a:pt x="105" y="176"/>
                    <a:pt x="114" y="181"/>
                  </a:cubicBezTo>
                  <a:cubicBezTo>
                    <a:pt x="129" y="177"/>
                    <a:pt x="136" y="196"/>
                    <a:pt x="148" y="201"/>
                  </a:cubicBezTo>
                  <a:close/>
                  <a:moveTo>
                    <a:pt x="158" y="215"/>
                  </a:moveTo>
                  <a:cubicBezTo>
                    <a:pt x="148" y="221"/>
                    <a:pt x="143" y="207"/>
                    <a:pt x="134" y="214"/>
                  </a:cubicBezTo>
                  <a:cubicBezTo>
                    <a:pt x="129" y="211"/>
                    <a:pt x="136" y="198"/>
                    <a:pt x="127" y="198"/>
                  </a:cubicBezTo>
                  <a:cubicBezTo>
                    <a:pt x="130" y="219"/>
                    <a:pt x="121" y="231"/>
                    <a:pt x="109" y="240"/>
                  </a:cubicBezTo>
                  <a:cubicBezTo>
                    <a:pt x="119" y="244"/>
                    <a:pt x="125" y="244"/>
                    <a:pt x="135" y="240"/>
                  </a:cubicBezTo>
                  <a:cubicBezTo>
                    <a:pt x="138" y="236"/>
                    <a:pt x="135" y="225"/>
                    <a:pt x="140" y="224"/>
                  </a:cubicBezTo>
                  <a:cubicBezTo>
                    <a:pt x="151" y="224"/>
                    <a:pt x="140" y="245"/>
                    <a:pt x="151" y="244"/>
                  </a:cubicBezTo>
                  <a:cubicBezTo>
                    <a:pt x="149" y="227"/>
                    <a:pt x="149" y="224"/>
                    <a:pt x="158" y="215"/>
                  </a:cubicBezTo>
                  <a:close/>
                  <a:moveTo>
                    <a:pt x="159" y="159"/>
                  </a:moveTo>
                  <a:cubicBezTo>
                    <a:pt x="162" y="150"/>
                    <a:pt x="151" y="148"/>
                    <a:pt x="146" y="153"/>
                  </a:cubicBezTo>
                  <a:cubicBezTo>
                    <a:pt x="146" y="154"/>
                    <a:pt x="146" y="155"/>
                    <a:pt x="146" y="158"/>
                  </a:cubicBezTo>
                  <a:cubicBezTo>
                    <a:pt x="149" y="159"/>
                    <a:pt x="153" y="160"/>
                    <a:pt x="159" y="159"/>
                  </a:cubicBezTo>
                  <a:close/>
                  <a:moveTo>
                    <a:pt x="167" y="147"/>
                  </a:moveTo>
                  <a:cubicBezTo>
                    <a:pt x="170" y="145"/>
                    <a:pt x="170" y="136"/>
                    <a:pt x="164" y="136"/>
                  </a:cubicBezTo>
                  <a:cubicBezTo>
                    <a:pt x="163" y="138"/>
                    <a:pt x="159" y="149"/>
                    <a:pt x="167" y="147"/>
                  </a:cubicBezTo>
                  <a:close/>
                  <a:moveTo>
                    <a:pt x="200" y="129"/>
                  </a:moveTo>
                  <a:cubicBezTo>
                    <a:pt x="200" y="126"/>
                    <a:pt x="200" y="124"/>
                    <a:pt x="200" y="120"/>
                  </a:cubicBezTo>
                  <a:cubicBezTo>
                    <a:pt x="197" y="120"/>
                    <a:pt x="196" y="120"/>
                    <a:pt x="193" y="120"/>
                  </a:cubicBezTo>
                  <a:cubicBezTo>
                    <a:pt x="191" y="125"/>
                    <a:pt x="190" y="125"/>
                    <a:pt x="192" y="131"/>
                  </a:cubicBezTo>
                  <a:cubicBezTo>
                    <a:pt x="196" y="131"/>
                    <a:pt x="196" y="129"/>
                    <a:pt x="200" y="129"/>
                  </a:cubicBezTo>
                  <a:close/>
                  <a:moveTo>
                    <a:pt x="214" y="122"/>
                  </a:moveTo>
                  <a:cubicBezTo>
                    <a:pt x="217" y="134"/>
                    <a:pt x="233" y="140"/>
                    <a:pt x="242" y="133"/>
                  </a:cubicBezTo>
                  <a:cubicBezTo>
                    <a:pt x="237" y="120"/>
                    <a:pt x="228" y="122"/>
                    <a:pt x="214" y="122"/>
                  </a:cubicBezTo>
                  <a:close/>
                  <a:moveTo>
                    <a:pt x="263" y="206"/>
                  </a:moveTo>
                  <a:cubicBezTo>
                    <a:pt x="268" y="215"/>
                    <a:pt x="253" y="222"/>
                    <a:pt x="259" y="231"/>
                  </a:cubicBezTo>
                  <a:cubicBezTo>
                    <a:pt x="295" y="210"/>
                    <a:pt x="242" y="195"/>
                    <a:pt x="244" y="168"/>
                  </a:cubicBezTo>
                  <a:cubicBezTo>
                    <a:pt x="235" y="177"/>
                    <a:pt x="228" y="160"/>
                    <a:pt x="220" y="171"/>
                  </a:cubicBezTo>
                  <a:cubicBezTo>
                    <a:pt x="226" y="176"/>
                    <a:pt x="230" y="181"/>
                    <a:pt x="241" y="177"/>
                  </a:cubicBezTo>
                  <a:cubicBezTo>
                    <a:pt x="244" y="191"/>
                    <a:pt x="250" y="203"/>
                    <a:pt x="263" y="206"/>
                  </a:cubicBezTo>
                  <a:close/>
                  <a:moveTo>
                    <a:pt x="270" y="155"/>
                  </a:moveTo>
                  <a:cubicBezTo>
                    <a:pt x="270" y="147"/>
                    <a:pt x="262" y="145"/>
                    <a:pt x="256" y="141"/>
                  </a:cubicBezTo>
                  <a:cubicBezTo>
                    <a:pt x="257" y="148"/>
                    <a:pt x="256" y="152"/>
                    <a:pt x="255" y="155"/>
                  </a:cubicBezTo>
                  <a:cubicBezTo>
                    <a:pt x="259" y="155"/>
                    <a:pt x="264" y="155"/>
                    <a:pt x="270" y="155"/>
                  </a:cubicBezTo>
                  <a:close/>
                  <a:moveTo>
                    <a:pt x="270" y="183"/>
                  </a:moveTo>
                  <a:cubicBezTo>
                    <a:pt x="273" y="177"/>
                    <a:pt x="272" y="169"/>
                    <a:pt x="264" y="168"/>
                  </a:cubicBezTo>
                  <a:cubicBezTo>
                    <a:pt x="266" y="174"/>
                    <a:pt x="263" y="184"/>
                    <a:pt x="270" y="183"/>
                  </a:cubicBezTo>
                  <a:close/>
                  <a:moveTo>
                    <a:pt x="273" y="136"/>
                  </a:moveTo>
                  <a:cubicBezTo>
                    <a:pt x="291" y="164"/>
                    <a:pt x="274" y="217"/>
                    <a:pt x="283" y="252"/>
                  </a:cubicBezTo>
                  <a:cubicBezTo>
                    <a:pt x="269" y="260"/>
                    <a:pt x="246" y="268"/>
                    <a:pt x="225" y="264"/>
                  </a:cubicBezTo>
                  <a:cubicBezTo>
                    <a:pt x="211" y="248"/>
                    <a:pt x="228" y="230"/>
                    <a:pt x="231" y="217"/>
                  </a:cubicBezTo>
                  <a:cubicBezTo>
                    <a:pt x="221" y="207"/>
                    <a:pt x="207" y="222"/>
                    <a:pt x="193" y="222"/>
                  </a:cubicBezTo>
                  <a:cubicBezTo>
                    <a:pt x="190" y="244"/>
                    <a:pt x="176" y="254"/>
                    <a:pt x="160" y="264"/>
                  </a:cubicBezTo>
                  <a:cubicBezTo>
                    <a:pt x="138" y="265"/>
                    <a:pt x="88" y="268"/>
                    <a:pt x="88" y="244"/>
                  </a:cubicBezTo>
                  <a:cubicBezTo>
                    <a:pt x="88" y="230"/>
                    <a:pt x="102" y="236"/>
                    <a:pt x="107" y="224"/>
                  </a:cubicBezTo>
                  <a:cubicBezTo>
                    <a:pt x="101" y="212"/>
                    <a:pt x="83" y="211"/>
                    <a:pt x="76" y="214"/>
                  </a:cubicBezTo>
                  <a:cubicBezTo>
                    <a:pt x="55" y="220"/>
                    <a:pt x="60" y="260"/>
                    <a:pt x="30" y="258"/>
                  </a:cubicBezTo>
                  <a:cubicBezTo>
                    <a:pt x="19" y="258"/>
                    <a:pt x="0" y="249"/>
                    <a:pt x="1" y="230"/>
                  </a:cubicBezTo>
                  <a:cubicBezTo>
                    <a:pt x="5" y="225"/>
                    <a:pt x="14" y="227"/>
                    <a:pt x="19" y="224"/>
                  </a:cubicBezTo>
                  <a:cubicBezTo>
                    <a:pt x="35" y="207"/>
                    <a:pt x="35" y="169"/>
                    <a:pt x="15" y="158"/>
                  </a:cubicBezTo>
                  <a:cubicBezTo>
                    <a:pt x="5" y="95"/>
                    <a:pt x="44" y="81"/>
                    <a:pt x="64" y="48"/>
                  </a:cubicBezTo>
                  <a:cubicBezTo>
                    <a:pt x="65" y="39"/>
                    <a:pt x="60" y="35"/>
                    <a:pt x="60" y="25"/>
                  </a:cubicBezTo>
                  <a:cubicBezTo>
                    <a:pt x="66" y="16"/>
                    <a:pt x="85" y="16"/>
                    <a:pt x="85" y="5"/>
                  </a:cubicBezTo>
                  <a:cubicBezTo>
                    <a:pt x="101" y="3"/>
                    <a:pt x="115" y="3"/>
                    <a:pt x="131" y="0"/>
                  </a:cubicBezTo>
                  <a:cubicBezTo>
                    <a:pt x="152" y="11"/>
                    <a:pt x="165" y="47"/>
                    <a:pt x="160" y="76"/>
                  </a:cubicBezTo>
                  <a:cubicBezTo>
                    <a:pt x="159" y="88"/>
                    <a:pt x="147" y="96"/>
                    <a:pt x="148" y="110"/>
                  </a:cubicBezTo>
                  <a:cubicBezTo>
                    <a:pt x="168" y="125"/>
                    <a:pt x="190" y="109"/>
                    <a:pt x="208" y="107"/>
                  </a:cubicBezTo>
                  <a:cubicBezTo>
                    <a:pt x="231" y="106"/>
                    <a:pt x="261" y="117"/>
                    <a:pt x="273" y="1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D074E224-9669-CCD2-CFFD-10B3D6103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6248" y="4424998"/>
              <a:ext cx="282575" cy="149225"/>
            </a:xfrm>
            <a:custGeom>
              <a:avLst/>
              <a:gdLst>
                <a:gd name="T0" fmla="*/ 104 w 109"/>
                <a:gd name="T1" fmla="*/ 12 h 58"/>
                <a:gd name="T2" fmla="*/ 98 w 109"/>
                <a:gd name="T3" fmla="*/ 57 h 58"/>
                <a:gd name="T4" fmla="*/ 95 w 109"/>
                <a:gd name="T5" fmla="*/ 43 h 58"/>
                <a:gd name="T6" fmla="*/ 17 w 109"/>
                <a:gd name="T7" fmla="*/ 31 h 58"/>
                <a:gd name="T8" fmla="*/ 9 w 109"/>
                <a:gd name="T9" fmla="*/ 44 h 58"/>
                <a:gd name="T10" fmla="*/ 10 w 109"/>
                <a:gd name="T11" fmla="*/ 0 h 58"/>
                <a:gd name="T12" fmla="*/ 15 w 109"/>
                <a:gd name="T13" fmla="*/ 0 h 58"/>
                <a:gd name="T14" fmla="*/ 17 w 109"/>
                <a:gd name="T15" fmla="*/ 14 h 58"/>
                <a:gd name="T16" fmla="*/ 92 w 109"/>
                <a:gd name="T17" fmla="*/ 26 h 58"/>
                <a:gd name="T18" fmla="*/ 104 w 109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58">
                  <a:moveTo>
                    <a:pt x="104" y="12"/>
                  </a:moveTo>
                  <a:cubicBezTo>
                    <a:pt x="109" y="20"/>
                    <a:pt x="103" y="48"/>
                    <a:pt x="98" y="57"/>
                  </a:cubicBezTo>
                  <a:cubicBezTo>
                    <a:pt x="92" y="58"/>
                    <a:pt x="100" y="45"/>
                    <a:pt x="95" y="43"/>
                  </a:cubicBezTo>
                  <a:cubicBezTo>
                    <a:pt x="70" y="38"/>
                    <a:pt x="44" y="34"/>
                    <a:pt x="17" y="31"/>
                  </a:cubicBezTo>
                  <a:cubicBezTo>
                    <a:pt x="11" y="33"/>
                    <a:pt x="12" y="42"/>
                    <a:pt x="9" y="44"/>
                  </a:cubicBezTo>
                  <a:cubicBezTo>
                    <a:pt x="0" y="34"/>
                    <a:pt x="11" y="14"/>
                    <a:pt x="10" y="0"/>
                  </a:cubicBezTo>
                  <a:cubicBezTo>
                    <a:pt x="12" y="0"/>
                    <a:pt x="14" y="0"/>
                    <a:pt x="15" y="0"/>
                  </a:cubicBezTo>
                  <a:cubicBezTo>
                    <a:pt x="16" y="5"/>
                    <a:pt x="15" y="11"/>
                    <a:pt x="17" y="14"/>
                  </a:cubicBezTo>
                  <a:cubicBezTo>
                    <a:pt x="39" y="20"/>
                    <a:pt x="69" y="20"/>
                    <a:pt x="92" y="26"/>
                  </a:cubicBezTo>
                  <a:cubicBezTo>
                    <a:pt x="100" y="26"/>
                    <a:pt x="99" y="16"/>
                    <a:pt x="10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1C7F82E7-E337-4359-7117-62B87B423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985" y="4577398"/>
              <a:ext cx="312737" cy="236538"/>
            </a:xfrm>
            <a:custGeom>
              <a:avLst/>
              <a:gdLst>
                <a:gd name="T0" fmla="*/ 71 w 120"/>
                <a:gd name="T1" fmla="*/ 80 h 91"/>
                <a:gd name="T2" fmla="*/ 109 w 120"/>
                <a:gd name="T3" fmla="*/ 48 h 91"/>
                <a:gd name="T4" fmla="*/ 98 w 120"/>
                <a:gd name="T5" fmla="*/ 33 h 91"/>
                <a:gd name="T6" fmla="*/ 52 w 120"/>
                <a:gd name="T7" fmla="*/ 70 h 91"/>
                <a:gd name="T8" fmla="*/ 26 w 120"/>
                <a:gd name="T9" fmla="*/ 15 h 91"/>
                <a:gd name="T10" fmla="*/ 24 w 120"/>
                <a:gd name="T11" fmla="*/ 5 h 91"/>
                <a:gd name="T12" fmla="*/ 55 w 120"/>
                <a:gd name="T13" fmla="*/ 14 h 91"/>
                <a:gd name="T14" fmla="*/ 31 w 120"/>
                <a:gd name="T15" fmla="*/ 23 h 91"/>
                <a:gd name="T16" fmla="*/ 38 w 120"/>
                <a:gd name="T17" fmla="*/ 57 h 91"/>
                <a:gd name="T18" fmla="*/ 102 w 120"/>
                <a:gd name="T19" fmla="*/ 21 h 91"/>
                <a:gd name="T20" fmla="*/ 102 w 120"/>
                <a:gd name="T21" fmla="*/ 80 h 91"/>
                <a:gd name="T22" fmla="*/ 103 w 120"/>
                <a:gd name="T23" fmla="*/ 91 h 91"/>
                <a:gd name="T24" fmla="*/ 71 w 120"/>
                <a:gd name="T25" fmla="*/ 8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1">
                  <a:moveTo>
                    <a:pt x="71" y="80"/>
                  </a:moveTo>
                  <a:cubicBezTo>
                    <a:pt x="88" y="71"/>
                    <a:pt x="113" y="76"/>
                    <a:pt x="109" y="48"/>
                  </a:cubicBezTo>
                  <a:cubicBezTo>
                    <a:pt x="108" y="43"/>
                    <a:pt x="104" y="36"/>
                    <a:pt x="98" y="33"/>
                  </a:cubicBezTo>
                  <a:cubicBezTo>
                    <a:pt x="72" y="26"/>
                    <a:pt x="77" y="60"/>
                    <a:pt x="52" y="70"/>
                  </a:cubicBezTo>
                  <a:cubicBezTo>
                    <a:pt x="19" y="83"/>
                    <a:pt x="0" y="37"/>
                    <a:pt x="26" y="15"/>
                  </a:cubicBezTo>
                  <a:cubicBezTo>
                    <a:pt x="26" y="12"/>
                    <a:pt x="22" y="10"/>
                    <a:pt x="24" y="5"/>
                  </a:cubicBezTo>
                  <a:cubicBezTo>
                    <a:pt x="33" y="8"/>
                    <a:pt x="52" y="10"/>
                    <a:pt x="55" y="14"/>
                  </a:cubicBezTo>
                  <a:cubicBezTo>
                    <a:pt x="51" y="24"/>
                    <a:pt x="40" y="18"/>
                    <a:pt x="31" y="23"/>
                  </a:cubicBezTo>
                  <a:cubicBezTo>
                    <a:pt x="19" y="31"/>
                    <a:pt x="14" y="59"/>
                    <a:pt x="38" y="57"/>
                  </a:cubicBezTo>
                  <a:cubicBezTo>
                    <a:pt x="58" y="56"/>
                    <a:pt x="69" y="0"/>
                    <a:pt x="102" y="21"/>
                  </a:cubicBezTo>
                  <a:cubicBezTo>
                    <a:pt x="117" y="29"/>
                    <a:pt x="120" y="65"/>
                    <a:pt x="102" y="80"/>
                  </a:cubicBezTo>
                  <a:cubicBezTo>
                    <a:pt x="98" y="84"/>
                    <a:pt x="109" y="85"/>
                    <a:pt x="103" y="91"/>
                  </a:cubicBezTo>
                  <a:cubicBezTo>
                    <a:pt x="92" y="88"/>
                    <a:pt x="76" y="89"/>
                    <a:pt x="71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651EC3F4-F241-AE7C-7CD4-261203C2EC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0198" y="4723448"/>
              <a:ext cx="334962" cy="347663"/>
            </a:xfrm>
            <a:custGeom>
              <a:avLst/>
              <a:gdLst>
                <a:gd name="T0" fmla="*/ 56 w 129"/>
                <a:gd name="T1" fmla="*/ 85 h 134"/>
                <a:gd name="T2" fmla="*/ 32 w 129"/>
                <a:gd name="T3" fmla="*/ 44 h 134"/>
                <a:gd name="T4" fmla="*/ 19 w 129"/>
                <a:gd name="T5" fmla="*/ 66 h 134"/>
                <a:gd name="T6" fmla="*/ 56 w 129"/>
                <a:gd name="T7" fmla="*/ 85 h 134"/>
                <a:gd name="T8" fmla="*/ 128 w 129"/>
                <a:gd name="T9" fmla="*/ 48 h 134"/>
                <a:gd name="T10" fmla="*/ 115 w 129"/>
                <a:gd name="T11" fmla="*/ 75 h 134"/>
                <a:gd name="T12" fmla="*/ 61 w 129"/>
                <a:gd name="T13" fmla="*/ 85 h 134"/>
                <a:gd name="T14" fmla="*/ 90 w 129"/>
                <a:gd name="T15" fmla="*/ 105 h 134"/>
                <a:gd name="T16" fmla="*/ 102 w 129"/>
                <a:gd name="T17" fmla="*/ 96 h 134"/>
                <a:gd name="T18" fmla="*/ 83 w 129"/>
                <a:gd name="T19" fmla="*/ 134 h 134"/>
                <a:gd name="T20" fmla="*/ 83 w 129"/>
                <a:gd name="T21" fmla="*/ 121 h 134"/>
                <a:gd name="T22" fmla="*/ 16 w 129"/>
                <a:gd name="T23" fmla="*/ 82 h 134"/>
                <a:gd name="T24" fmla="*/ 0 w 129"/>
                <a:gd name="T25" fmla="*/ 89 h 134"/>
                <a:gd name="T26" fmla="*/ 70 w 129"/>
                <a:gd name="T27" fmla="*/ 46 h 134"/>
                <a:gd name="T28" fmla="*/ 68 w 129"/>
                <a:gd name="T29" fmla="*/ 63 h 134"/>
                <a:gd name="T30" fmla="*/ 128 w 129"/>
                <a:gd name="T31" fmla="*/ 48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9" h="134">
                  <a:moveTo>
                    <a:pt x="56" y="85"/>
                  </a:moveTo>
                  <a:cubicBezTo>
                    <a:pt x="67" y="67"/>
                    <a:pt x="59" y="39"/>
                    <a:pt x="32" y="44"/>
                  </a:cubicBezTo>
                  <a:cubicBezTo>
                    <a:pt x="27" y="51"/>
                    <a:pt x="21" y="56"/>
                    <a:pt x="19" y="66"/>
                  </a:cubicBezTo>
                  <a:cubicBezTo>
                    <a:pt x="32" y="72"/>
                    <a:pt x="43" y="80"/>
                    <a:pt x="56" y="85"/>
                  </a:cubicBezTo>
                  <a:close/>
                  <a:moveTo>
                    <a:pt x="128" y="48"/>
                  </a:moveTo>
                  <a:cubicBezTo>
                    <a:pt x="129" y="56"/>
                    <a:pt x="121" y="68"/>
                    <a:pt x="115" y="75"/>
                  </a:cubicBezTo>
                  <a:cubicBezTo>
                    <a:pt x="94" y="77"/>
                    <a:pt x="68" y="73"/>
                    <a:pt x="61" y="85"/>
                  </a:cubicBezTo>
                  <a:cubicBezTo>
                    <a:pt x="66" y="97"/>
                    <a:pt x="81" y="97"/>
                    <a:pt x="90" y="105"/>
                  </a:cubicBezTo>
                  <a:cubicBezTo>
                    <a:pt x="98" y="105"/>
                    <a:pt x="96" y="96"/>
                    <a:pt x="102" y="96"/>
                  </a:cubicBezTo>
                  <a:cubicBezTo>
                    <a:pt x="102" y="108"/>
                    <a:pt x="89" y="129"/>
                    <a:pt x="83" y="134"/>
                  </a:cubicBezTo>
                  <a:cubicBezTo>
                    <a:pt x="76" y="134"/>
                    <a:pt x="87" y="128"/>
                    <a:pt x="83" y="121"/>
                  </a:cubicBezTo>
                  <a:cubicBezTo>
                    <a:pt x="63" y="105"/>
                    <a:pt x="39" y="95"/>
                    <a:pt x="16" y="82"/>
                  </a:cubicBezTo>
                  <a:cubicBezTo>
                    <a:pt x="7" y="80"/>
                    <a:pt x="10" y="91"/>
                    <a:pt x="0" y="89"/>
                  </a:cubicBezTo>
                  <a:cubicBezTo>
                    <a:pt x="8" y="61"/>
                    <a:pt x="43" y="0"/>
                    <a:pt x="70" y="46"/>
                  </a:cubicBezTo>
                  <a:cubicBezTo>
                    <a:pt x="70" y="52"/>
                    <a:pt x="71" y="61"/>
                    <a:pt x="68" y="63"/>
                  </a:cubicBezTo>
                  <a:cubicBezTo>
                    <a:pt x="90" y="61"/>
                    <a:pt x="116" y="61"/>
                    <a:pt x="128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8" name="Freeform 23">
              <a:extLst>
                <a:ext uri="{FF2B5EF4-FFF2-40B4-BE49-F238E27FC236}">
                  <a16:creationId xmlns:a16="http://schemas.microsoft.com/office/drawing/2014/main" id="{CD3B8DEF-4639-A650-CB7B-03FC30DD7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7323" y="4993323"/>
              <a:ext cx="327025" cy="312738"/>
            </a:xfrm>
            <a:custGeom>
              <a:avLst/>
              <a:gdLst>
                <a:gd name="T0" fmla="*/ 103 w 126"/>
                <a:gd name="T1" fmla="*/ 40 h 121"/>
                <a:gd name="T2" fmla="*/ 126 w 126"/>
                <a:gd name="T3" fmla="*/ 58 h 121"/>
                <a:gd name="T4" fmla="*/ 71 w 126"/>
                <a:gd name="T5" fmla="*/ 121 h 121"/>
                <a:gd name="T6" fmla="*/ 74 w 126"/>
                <a:gd name="T7" fmla="*/ 107 h 121"/>
                <a:gd name="T8" fmla="*/ 16 w 126"/>
                <a:gd name="T9" fmla="*/ 55 h 121"/>
                <a:gd name="T10" fmla="*/ 0 w 126"/>
                <a:gd name="T11" fmla="*/ 60 h 121"/>
                <a:gd name="T12" fmla="*/ 46 w 126"/>
                <a:gd name="T13" fmla="*/ 0 h 121"/>
                <a:gd name="T14" fmla="*/ 63 w 126"/>
                <a:gd name="T15" fmla="*/ 15 h 121"/>
                <a:gd name="T16" fmla="*/ 43 w 126"/>
                <a:gd name="T17" fmla="*/ 17 h 121"/>
                <a:gd name="T18" fmla="*/ 22 w 126"/>
                <a:gd name="T19" fmla="*/ 39 h 121"/>
                <a:gd name="T20" fmla="*/ 50 w 126"/>
                <a:gd name="T21" fmla="*/ 64 h 121"/>
                <a:gd name="T22" fmla="*/ 57 w 126"/>
                <a:gd name="T23" fmla="*/ 31 h 121"/>
                <a:gd name="T24" fmla="*/ 90 w 126"/>
                <a:gd name="T25" fmla="*/ 55 h 121"/>
                <a:gd name="T26" fmla="*/ 57 w 126"/>
                <a:gd name="T27" fmla="*/ 67 h 121"/>
                <a:gd name="T28" fmla="*/ 87 w 126"/>
                <a:gd name="T29" fmla="*/ 92 h 121"/>
                <a:gd name="T30" fmla="*/ 103 w 126"/>
                <a:gd name="T31" fmla="*/ 4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6" h="121">
                  <a:moveTo>
                    <a:pt x="103" y="40"/>
                  </a:moveTo>
                  <a:cubicBezTo>
                    <a:pt x="111" y="39"/>
                    <a:pt x="116" y="55"/>
                    <a:pt x="126" y="58"/>
                  </a:cubicBezTo>
                  <a:cubicBezTo>
                    <a:pt x="107" y="78"/>
                    <a:pt x="92" y="110"/>
                    <a:pt x="71" y="121"/>
                  </a:cubicBezTo>
                  <a:cubicBezTo>
                    <a:pt x="71" y="115"/>
                    <a:pt x="78" y="111"/>
                    <a:pt x="74" y="107"/>
                  </a:cubicBezTo>
                  <a:cubicBezTo>
                    <a:pt x="57" y="87"/>
                    <a:pt x="35" y="72"/>
                    <a:pt x="16" y="55"/>
                  </a:cubicBezTo>
                  <a:cubicBezTo>
                    <a:pt x="8" y="54"/>
                    <a:pt x="6" y="66"/>
                    <a:pt x="0" y="60"/>
                  </a:cubicBezTo>
                  <a:cubicBezTo>
                    <a:pt x="13" y="38"/>
                    <a:pt x="33" y="21"/>
                    <a:pt x="46" y="0"/>
                  </a:cubicBezTo>
                  <a:cubicBezTo>
                    <a:pt x="52" y="4"/>
                    <a:pt x="63" y="11"/>
                    <a:pt x="63" y="15"/>
                  </a:cubicBezTo>
                  <a:cubicBezTo>
                    <a:pt x="62" y="24"/>
                    <a:pt x="51" y="14"/>
                    <a:pt x="43" y="17"/>
                  </a:cubicBezTo>
                  <a:cubicBezTo>
                    <a:pt x="41" y="20"/>
                    <a:pt x="22" y="34"/>
                    <a:pt x="22" y="39"/>
                  </a:cubicBezTo>
                  <a:cubicBezTo>
                    <a:pt x="23" y="49"/>
                    <a:pt x="44" y="54"/>
                    <a:pt x="50" y="64"/>
                  </a:cubicBezTo>
                  <a:cubicBezTo>
                    <a:pt x="63" y="60"/>
                    <a:pt x="65" y="41"/>
                    <a:pt x="57" y="31"/>
                  </a:cubicBezTo>
                  <a:cubicBezTo>
                    <a:pt x="68" y="31"/>
                    <a:pt x="78" y="49"/>
                    <a:pt x="90" y="55"/>
                  </a:cubicBezTo>
                  <a:cubicBezTo>
                    <a:pt x="81" y="58"/>
                    <a:pt x="61" y="52"/>
                    <a:pt x="57" y="67"/>
                  </a:cubicBezTo>
                  <a:cubicBezTo>
                    <a:pt x="66" y="76"/>
                    <a:pt x="74" y="93"/>
                    <a:pt x="87" y="92"/>
                  </a:cubicBezTo>
                  <a:cubicBezTo>
                    <a:pt x="105" y="92"/>
                    <a:pt x="116" y="60"/>
                    <a:pt x="103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9" name="Freeform 24">
              <a:extLst>
                <a:ext uri="{FF2B5EF4-FFF2-40B4-BE49-F238E27FC236}">
                  <a16:creationId xmlns:a16="http://schemas.microsoft.com/office/drawing/2014/main" id="{523FE168-E3E4-0675-00A8-1C6BF4B273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1535" y="3228023"/>
              <a:ext cx="2111375" cy="2195513"/>
            </a:xfrm>
            <a:custGeom>
              <a:avLst/>
              <a:gdLst>
                <a:gd name="T0" fmla="*/ 316 w 813"/>
                <a:gd name="T1" fmla="*/ 720 h 846"/>
                <a:gd name="T2" fmla="*/ 313 w 813"/>
                <a:gd name="T3" fmla="*/ 652 h 846"/>
                <a:gd name="T4" fmla="*/ 294 w 813"/>
                <a:gd name="T5" fmla="*/ 673 h 846"/>
                <a:gd name="T6" fmla="*/ 309 w 813"/>
                <a:gd name="T7" fmla="*/ 671 h 846"/>
                <a:gd name="T8" fmla="*/ 313 w 813"/>
                <a:gd name="T9" fmla="*/ 720 h 846"/>
                <a:gd name="T10" fmla="*/ 316 w 813"/>
                <a:gd name="T11" fmla="*/ 720 h 846"/>
                <a:gd name="T12" fmla="*/ 377 w 813"/>
                <a:gd name="T13" fmla="*/ 720 h 846"/>
                <a:gd name="T14" fmla="*/ 391 w 813"/>
                <a:gd name="T15" fmla="*/ 671 h 846"/>
                <a:gd name="T16" fmla="*/ 349 w 813"/>
                <a:gd name="T17" fmla="*/ 667 h 846"/>
                <a:gd name="T18" fmla="*/ 384 w 813"/>
                <a:gd name="T19" fmla="*/ 692 h 846"/>
                <a:gd name="T20" fmla="*/ 366 w 813"/>
                <a:gd name="T21" fmla="*/ 715 h 846"/>
                <a:gd name="T22" fmla="*/ 353 w 813"/>
                <a:gd name="T23" fmla="*/ 704 h 846"/>
                <a:gd name="T24" fmla="*/ 377 w 813"/>
                <a:gd name="T25" fmla="*/ 720 h 846"/>
                <a:gd name="T26" fmla="*/ 417 w 813"/>
                <a:gd name="T27" fmla="*/ 716 h 846"/>
                <a:gd name="T28" fmla="*/ 419 w 813"/>
                <a:gd name="T29" fmla="*/ 656 h 846"/>
                <a:gd name="T30" fmla="*/ 417 w 813"/>
                <a:gd name="T31" fmla="*/ 716 h 846"/>
                <a:gd name="T32" fmla="*/ 481 w 813"/>
                <a:gd name="T33" fmla="*/ 714 h 846"/>
                <a:gd name="T34" fmla="*/ 514 w 813"/>
                <a:gd name="T35" fmla="*/ 668 h 846"/>
                <a:gd name="T36" fmla="*/ 475 w 813"/>
                <a:gd name="T37" fmla="*/ 672 h 846"/>
                <a:gd name="T38" fmla="*/ 490 w 813"/>
                <a:gd name="T39" fmla="*/ 659 h 846"/>
                <a:gd name="T40" fmla="*/ 506 w 813"/>
                <a:gd name="T41" fmla="*/ 668 h 846"/>
                <a:gd name="T42" fmla="*/ 470 w 813"/>
                <a:gd name="T43" fmla="*/ 720 h 846"/>
                <a:gd name="T44" fmla="*/ 514 w 813"/>
                <a:gd name="T45" fmla="*/ 715 h 846"/>
                <a:gd name="T46" fmla="*/ 481 w 813"/>
                <a:gd name="T47" fmla="*/ 714 h 846"/>
                <a:gd name="T48" fmla="*/ 415 w 813"/>
                <a:gd name="T49" fmla="*/ 465 h 846"/>
                <a:gd name="T50" fmla="*/ 628 w 813"/>
                <a:gd name="T51" fmla="*/ 461 h 846"/>
                <a:gd name="T52" fmla="*/ 478 w 813"/>
                <a:gd name="T53" fmla="*/ 353 h 846"/>
                <a:gd name="T54" fmla="*/ 545 w 813"/>
                <a:gd name="T55" fmla="*/ 362 h 846"/>
                <a:gd name="T56" fmla="*/ 441 w 813"/>
                <a:gd name="T57" fmla="*/ 229 h 846"/>
                <a:gd name="T58" fmla="*/ 483 w 813"/>
                <a:gd name="T59" fmla="*/ 237 h 846"/>
                <a:gd name="T60" fmla="*/ 441 w 813"/>
                <a:gd name="T61" fmla="*/ 162 h 846"/>
                <a:gd name="T62" fmla="*/ 408 w 813"/>
                <a:gd name="T63" fmla="*/ 80 h 846"/>
                <a:gd name="T64" fmla="*/ 346 w 813"/>
                <a:gd name="T65" fmla="*/ 220 h 846"/>
                <a:gd name="T66" fmla="*/ 340 w 813"/>
                <a:gd name="T67" fmla="*/ 237 h 846"/>
                <a:gd name="T68" fmla="*/ 381 w 813"/>
                <a:gd name="T69" fmla="*/ 229 h 846"/>
                <a:gd name="T70" fmla="*/ 275 w 813"/>
                <a:gd name="T71" fmla="*/ 360 h 846"/>
                <a:gd name="T72" fmla="*/ 344 w 813"/>
                <a:gd name="T73" fmla="*/ 353 h 846"/>
                <a:gd name="T74" fmla="*/ 344 w 813"/>
                <a:gd name="T75" fmla="*/ 355 h 846"/>
                <a:gd name="T76" fmla="*/ 342 w 813"/>
                <a:gd name="T77" fmla="*/ 357 h 846"/>
                <a:gd name="T78" fmla="*/ 211 w 813"/>
                <a:gd name="T79" fmla="*/ 446 h 846"/>
                <a:gd name="T80" fmla="*/ 192 w 813"/>
                <a:gd name="T81" fmla="*/ 461 h 846"/>
                <a:gd name="T82" fmla="*/ 415 w 813"/>
                <a:gd name="T83" fmla="*/ 465 h 846"/>
                <a:gd name="T84" fmla="*/ 450 w 813"/>
                <a:gd name="T85" fmla="*/ 532 h 846"/>
                <a:gd name="T86" fmla="*/ 677 w 813"/>
                <a:gd name="T87" fmla="*/ 532 h 846"/>
                <a:gd name="T88" fmla="*/ 649 w 813"/>
                <a:gd name="T89" fmla="*/ 492 h 846"/>
                <a:gd name="T90" fmla="*/ 413 w 813"/>
                <a:gd name="T91" fmla="*/ 482 h 846"/>
                <a:gd name="T92" fmla="*/ 217 w 813"/>
                <a:gd name="T93" fmla="*/ 489 h 846"/>
                <a:gd name="T94" fmla="*/ 172 w 813"/>
                <a:gd name="T95" fmla="*/ 495 h 846"/>
                <a:gd name="T96" fmla="*/ 145 w 813"/>
                <a:gd name="T97" fmla="*/ 532 h 846"/>
                <a:gd name="T98" fmla="*/ 377 w 813"/>
                <a:gd name="T99" fmla="*/ 532 h 846"/>
                <a:gd name="T100" fmla="*/ 375 w 813"/>
                <a:gd name="T101" fmla="*/ 551 h 846"/>
                <a:gd name="T102" fmla="*/ 450 w 813"/>
                <a:gd name="T103" fmla="*/ 551 h 846"/>
                <a:gd name="T104" fmla="*/ 450 w 813"/>
                <a:gd name="T105" fmla="*/ 532 h 846"/>
                <a:gd name="T106" fmla="*/ 794 w 813"/>
                <a:gd name="T107" fmla="*/ 0 h 846"/>
                <a:gd name="T108" fmla="*/ 749 w 813"/>
                <a:gd name="T109" fmla="*/ 575 h 846"/>
                <a:gd name="T110" fmla="*/ 408 w 813"/>
                <a:gd name="T111" fmla="*/ 846 h 846"/>
                <a:gd name="T112" fmla="*/ 66 w 813"/>
                <a:gd name="T113" fmla="*/ 579 h 846"/>
                <a:gd name="T114" fmla="*/ 18 w 813"/>
                <a:gd name="T115" fmla="*/ 5 h 846"/>
                <a:gd name="T116" fmla="*/ 22 w 813"/>
                <a:gd name="T117" fmla="*/ 0 h 846"/>
                <a:gd name="T118" fmla="*/ 794 w 813"/>
                <a:gd name="T119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13" h="846">
                  <a:moveTo>
                    <a:pt x="316" y="720"/>
                  </a:moveTo>
                  <a:cubicBezTo>
                    <a:pt x="318" y="703"/>
                    <a:pt x="324" y="665"/>
                    <a:pt x="313" y="652"/>
                  </a:cubicBezTo>
                  <a:cubicBezTo>
                    <a:pt x="310" y="663"/>
                    <a:pt x="297" y="662"/>
                    <a:pt x="294" y="673"/>
                  </a:cubicBezTo>
                  <a:cubicBezTo>
                    <a:pt x="299" y="681"/>
                    <a:pt x="307" y="666"/>
                    <a:pt x="309" y="671"/>
                  </a:cubicBezTo>
                  <a:cubicBezTo>
                    <a:pt x="311" y="686"/>
                    <a:pt x="305" y="711"/>
                    <a:pt x="313" y="720"/>
                  </a:cubicBezTo>
                  <a:cubicBezTo>
                    <a:pt x="314" y="720"/>
                    <a:pt x="315" y="720"/>
                    <a:pt x="316" y="720"/>
                  </a:cubicBezTo>
                  <a:close/>
                  <a:moveTo>
                    <a:pt x="377" y="720"/>
                  </a:moveTo>
                  <a:cubicBezTo>
                    <a:pt x="392" y="716"/>
                    <a:pt x="395" y="684"/>
                    <a:pt x="391" y="671"/>
                  </a:cubicBezTo>
                  <a:cubicBezTo>
                    <a:pt x="385" y="644"/>
                    <a:pt x="353" y="653"/>
                    <a:pt x="349" y="667"/>
                  </a:cubicBezTo>
                  <a:cubicBezTo>
                    <a:pt x="340" y="705"/>
                    <a:pt x="376" y="699"/>
                    <a:pt x="384" y="692"/>
                  </a:cubicBezTo>
                  <a:cubicBezTo>
                    <a:pt x="382" y="704"/>
                    <a:pt x="380" y="715"/>
                    <a:pt x="366" y="715"/>
                  </a:cubicBezTo>
                  <a:cubicBezTo>
                    <a:pt x="358" y="716"/>
                    <a:pt x="362" y="704"/>
                    <a:pt x="353" y="704"/>
                  </a:cubicBezTo>
                  <a:cubicBezTo>
                    <a:pt x="349" y="720"/>
                    <a:pt x="364" y="724"/>
                    <a:pt x="377" y="720"/>
                  </a:cubicBezTo>
                  <a:close/>
                  <a:moveTo>
                    <a:pt x="417" y="716"/>
                  </a:moveTo>
                  <a:cubicBezTo>
                    <a:pt x="454" y="753"/>
                    <a:pt x="475" y="629"/>
                    <a:pt x="419" y="656"/>
                  </a:cubicBezTo>
                  <a:cubicBezTo>
                    <a:pt x="409" y="668"/>
                    <a:pt x="404" y="705"/>
                    <a:pt x="417" y="716"/>
                  </a:cubicBezTo>
                  <a:close/>
                  <a:moveTo>
                    <a:pt x="481" y="714"/>
                  </a:moveTo>
                  <a:cubicBezTo>
                    <a:pt x="489" y="696"/>
                    <a:pt x="517" y="692"/>
                    <a:pt x="514" y="668"/>
                  </a:cubicBezTo>
                  <a:cubicBezTo>
                    <a:pt x="511" y="646"/>
                    <a:pt x="469" y="648"/>
                    <a:pt x="475" y="672"/>
                  </a:cubicBezTo>
                  <a:cubicBezTo>
                    <a:pt x="485" y="671"/>
                    <a:pt x="481" y="661"/>
                    <a:pt x="490" y="659"/>
                  </a:cubicBezTo>
                  <a:cubicBezTo>
                    <a:pt x="497" y="658"/>
                    <a:pt x="503" y="661"/>
                    <a:pt x="506" y="668"/>
                  </a:cubicBezTo>
                  <a:cubicBezTo>
                    <a:pt x="511" y="690"/>
                    <a:pt x="468" y="699"/>
                    <a:pt x="470" y="720"/>
                  </a:cubicBezTo>
                  <a:cubicBezTo>
                    <a:pt x="484" y="718"/>
                    <a:pt x="509" y="727"/>
                    <a:pt x="514" y="715"/>
                  </a:cubicBezTo>
                  <a:cubicBezTo>
                    <a:pt x="506" y="711"/>
                    <a:pt x="491" y="714"/>
                    <a:pt x="481" y="714"/>
                  </a:cubicBezTo>
                  <a:close/>
                  <a:moveTo>
                    <a:pt x="415" y="465"/>
                  </a:moveTo>
                  <a:cubicBezTo>
                    <a:pt x="469" y="406"/>
                    <a:pt x="550" y="477"/>
                    <a:pt x="628" y="461"/>
                  </a:cubicBezTo>
                  <a:cubicBezTo>
                    <a:pt x="577" y="425"/>
                    <a:pt x="517" y="400"/>
                    <a:pt x="478" y="353"/>
                  </a:cubicBezTo>
                  <a:cubicBezTo>
                    <a:pt x="496" y="360"/>
                    <a:pt x="518" y="363"/>
                    <a:pt x="545" y="362"/>
                  </a:cubicBezTo>
                  <a:cubicBezTo>
                    <a:pt x="511" y="318"/>
                    <a:pt x="456" y="287"/>
                    <a:pt x="441" y="229"/>
                  </a:cubicBezTo>
                  <a:cubicBezTo>
                    <a:pt x="454" y="233"/>
                    <a:pt x="465" y="237"/>
                    <a:pt x="483" y="237"/>
                  </a:cubicBezTo>
                  <a:cubicBezTo>
                    <a:pt x="468" y="213"/>
                    <a:pt x="453" y="189"/>
                    <a:pt x="441" y="162"/>
                  </a:cubicBezTo>
                  <a:cubicBezTo>
                    <a:pt x="429" y="137"/>
                    <a:pt x="420" y="108"/>
                    <a:pt x="408" y="80"/>
                  </a:cubicBezTo>
                  <a:cubicBezTo>
                    <a:pt x="397" y="134"/>
                    <a:pt x="370" y="184"/>
                    <a:pt x="346" y="220"/>
                  </a:cubicBezTo>
                  <a:cubicBezTo>
                    <a:pt x="343" y="225"/>
                    <a:pt x="337" y="231"/>
                    <a:pt x="340" y="237"/>
                  </a:cubicBezTo>
                  <a:cubicBezTo>
                    <a:pt x="357" y="237"/>
                    <a:pt x="368" y="233"/>
                    <a:pt x="381" y="229"/>
                  </a:cubicBezTo>
                  <a:cubicBezTo>
                    <a:pt x="359" y="287"/>
                    <a:pt x="313" y="319"/>
                    <a:pt x="275" y="360"/>
                  </a:cubicBezTo>
                  <a:cubicBezTo>
                    <a:pt x="302" y="361"/>
                    <a:pt x="325" y="360"/>
                    <a:pt x="344" y="353"/>
                  </a:cubicBezTo>
                  <a:cubicBezTo>
                    <a:pt x="344" y="355"/>
                    <a:pt x="344" y="355"/>
                    <a:pt x="344" y="355"/>
                  </a:cubicBezTo>
                  <a:cubicBezTo>
                    <a:pt x="343" y="355"/>
                    <a:pt x="342" y="355"/>
                    <a:pt x="342" y="357"/>
                  </a:cubicBezTo>
                  <a:cubicBezTo>
                    <a:pt x="304" y="391"/>
                    <a:pt x="258" y="423"/>
                    <a:pt x="211" y="446"/>
                  </a:cubicBezTo>
                  <a:cubicBezTo>
                    <a:pt x="204" y="449"/>
                    <a:pt x="195" y="453"/>
                    <a:pt x="192" y="461"/>
                  </a:cubicBezTo>
                  <a:cubicBezTo>
                    <a:pt x="266" y="473"/>
                    <a:pt x="357" y="410"/>
                    <a:pt x="415" y="465"/>
                  </a:cubicBezTo>
                  <a:close/>
                  <a:moveTo>
                    <a:pt x="450" y="532"/>
                  </a:moveTo>
                  <a:cubicBezTo>
                    <a:pt x="525" y="532"/>
                    <a:pt x="601" y="532"/>
                    <a:pt x="677" y="532"/>
                  </a:cubicBezTo>
                  <a:cubicBezTo>
                    <a:pt x="670" y="517"/>
                    <a:pt x="659" y="505"/>
                    <a:pt x="649" y="492"/>
                  </a:cubicBezTo>
                  <a:cubicBezTo>
                    <a:pt x="572" y="496"/>
                    <a:pt x="480" y="424"/>
                    <a:pt x="413" y="482"/>
                  </a:cubicBezTo>
                  <a:cubicBezTo>
                    <a:pt x="357" y="433"/>
                    <a:pt x="277" y="479"/>
                    <a:pt x="217" y="489"/>
                  </a:cubicBezTo>
                  <a:cubicBezTo>
                    <a:pt x="201" y="492"/>
                    <a:pt x="183" y="490"/>
                    <a:pt x="172" y="495"/>
                  </a:cubicBezTo>
                  <a:cubicBezTo>
                    <a:pt x="159" y="500"/>
                    <a:pt x="151" y="523"/>
                    <a:pt x="145" y="532"/>
                  </a:cubicBezTo>
                  <a:cubicBezTo>
                    <a:pt x="222" y="532"/>
                    <a:pt x="299" y="532"/>
                    <a:pt x="377" y="532"/>
                  </a:cubicBezTo>
                  <a:cubicBezTo>
                    <a:pt x="377" y="539"/>
                    <a:pt x="374" y="542"/>
                    <a:pt x="375" y="551"/>
                  </a:cubicBezTo>
                  <a:cubicBezTo>
                    <a:pt x="401" y="551"/>
                    <a:pt x="425" y="551"/>
                    <a:pt x="450" y="551"/>
                  </a:cubicBezTo>
                  <a:cubicBezTo>
                    <a:pt x="451" y="544"/>
                    <a:pt x="445" y="537"/>
                    <a:pt x="450" y="532"/>
                  </a:cubicBezTo>
                  <a:close/>
                  <a:moveTo>
                    <a:pt x="794" y="0"/>
                  </a:moveTo>
                  <a:cubicBezTo>
                    <a:pt x="794" y="208"/>
                    <a:pt x="813" y="432"/>
                    <a:pt x="749" y="575"/>
                  </a:cubicBezTo>
                  <a:cubicBezTo>
                    <a:pt x="686" y="721"/>
                    <a:pt x="550" y="780"/>
                    <a:pt x="408" y="846"/>
                  </a:cubicBezTo>
                  <a:cubicBezTo>
                    <a:pt x="265" y="782"/>
                    <a:pt x="132" y="721"/>
                    <a:pt x="66" y="579"/>
                  </a:cubicBezTo>
                  <a:cubicBezTo>
                    <a:pt x="0" y="437"/>
                    <a:pt x="23" y="215"/>
                    <a:pt x="18" y="5"/>
                  </a:cubicBezTo>
                  <a:cubicBezTo>
                    <a:pt x="18" y="1"/>
                    <a:pt x="19" y="0"/>
                    <a:pt x="22" y="0"/>
                  </a:cubicBezTo>
                  <a:cubicBezTo>
                    <a:pt x="280" y="0"/>
                    <a:pt x="538" y="0"/>
                    <a:pt x="79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0" name="Freeform 25">
              <a:extLst>
                <a:ext uri="{FF2B5EF4-FFF2-40B4-BE49-F238E27FC236}">
                  <a16:creationId xmlns:a16="http://schemas.microsoft.com/office/drawing/2014/main" id="{1113EAA8-B1BC-54F6-3B24-E7F027ADC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3010" y="5166360"/>
              <a:ext cx="269875" cy="298450"/>
            </a:xfrm>
            <a:custGeom>
              <a:avLst/>
              <a:gdLst>
                <a:gd name="T0" fmla="*/ 74 w 104"/>
                <a:gd name="T1" fmla="*/ 15 h 115"/>
                <a:gd name="T2" fmla="*/ 96 w 104"/>
                <a:gd name="T3" fmla="*/ 115 h 115"/>
                <a:gd name="T4" fmla="*/ 17 w 104"/>
                <a:gd name="T5" fmla="*/ 64 h 115"/>
                <a:gd name="T6" fmla="*/ 0 w 104"/>
                <a:gd name="T7" fmla="*/ 67 h 115"/>
                <a:gd name="T8" fmla="*/ 25 w 104"/>
                <a:gd name="T9" fmla="*/ 50 h 115"/>
                <a:gd name="T10" fmla="*/ 84 w 104"/>
                <a:gd name="T11" fmla="*/ 88 h 115"/>
                <a:gd name="T12" fmla="*/ 66 w 104"/>
                <a:gd name="T13" fmla="*/ 21 h 115"/>
                <a:gd name="T14" fmla="*/ 50 w 104"/>
                <a:gd name="T15" fmla="*/ 28 h 115"/>
                <a:gd name="T16" fmla="*/ 75 w 104"/>
                <a:gd name="T17" fmla="*/ 0 h 115"/>
                <a:gd name="T18" fmla="*/ 74 w 104"/>
                <a:gd name="T19" fmla="*/ 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5">
                  <a:moveTo>
                    <a:pt x="74" y="15"/>
                  </a:moveTo>
                  <a:cubicBezTo>
                    <a:pt x="73" y="47"/>
                    <a:pt x="104" y="86"/>
                    <a:pt x="96" y="115"/>
                  </a:cubicBezTo>
                  <a:cubicBezTo>
                    <a:pt x="71" y="99"/>
                    <a:pt x="43" y="82"/>
                    <a:pt x="17" y="64"/>
                  </a:cubicBezTo>
                  <a:cubicBezTo>
                    <a:pt x="8" y="63"/>
                    <a:pt x="5" y="71"/>
                    <a:pt x="0" y="67"/>
                  </a:cubicBezTo>
                  <a:cubicBezTo>
                    <a:pt x="6" y="54"/>
                    <a:pt x="46" y="26"/>
                    <a:pt x="25" y="50"/>
                  </a:cubicBezTo>
                  <a:cubicBezTo>
                    <a:pt x="43" y="66"/>
                    <a:pt x="64" y="77"/>
                    <a:pt x="84" y="88"/>
                  </a:cubicBezTo>
                  <a:cubicBezTo>
                    <a:pt x="84" y="67"/>
                    <a:pt x="73" y="42"/>
                    <a:pt x="66" y="21"/>
                  </a:cubicBezTo>
                  <a:cubicBezTo>
                    <a:pt x="60" y="23"/>
                    <a:pt x="56" y="26"/>
                    <a:pt x="50" y="28"/>
                  </a:cubicBezTo>
                  <a:cubicBezTo>
                    <a:pt x="50" y="16"/>
                    <a:pt x="69" y="10"/>
                    <a:pt x="75" y="0"/>
                  </a:cubicBezTo>
                  <a:cubicBezTo>
                    <a:pt x="83" y="6"/>
                    <a:pt x="74" y="7"/>
                    <a:pt x="7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1" name="Freeform 26">
              <a:extLst>
                <a:ext uri="{FF2B5EF4-FFF2-40B4-BE49-F238E27FC236}">
                  <a16:creationId xmlns:a16="http://schemas.microsoft.com/office/drawing/2014/main" id="{CB2FACE7-4F4E-D7A0-4B14-BFB212822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010" y="5358448"/>
              <a:ext cx="204787" cy="273050"/>
            </a:xfrm>
            <a:custGeom>
              <a:avLst/>
              <a:gdLst>
                <a:gd name="T0" fmla="*/ 62 w 79"/>
                <a:gd name="T1" fmla="*/ 84 h 105"/>
                <a:gd name="T2" fmla="*/ 79 w 79"/>
                <a:gd name="T3" fmla="*/ 87 h 105"/>
                <a:gd name="T4" fmla="*/ 40 w 79"/>
                <a:gd name="T5" fmla="*/ 105 h 105"/>
                <a:gd name="T6" fmla="*/ 50 w 79"/>
                <a:gd name="T7" fmla="*/ 93 h 105"/>
                <a:gd name="T8" fmla="*/ 16 w 79"/>
                <a:gd name="T9" fmla="*/ 19 h 105"/>
                <a:gd name="T10" fmla="*/ 0 w 79"/>
                <a:gd name="T11" fmla="*/ 19 h 105"/>
                <a:gd name="T12" fmla="*/ 40 w 79"/>
                <a:gd name="T13" fmla="*/ 0 h 105"/>
                <a:gd name="T14" fmla="*/ 29 w 79"/>
                <a:gd name="T15" fmla="*/ 12 h 105"/>
                <a:gd name="T16" fmla="*/ 62 w 79"/>
                <a:gd name="T17" fmla="*/ 8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105">
                  <a:moveTo>
                    <a:pt x="62" y="84"/>
                  </a:moveTo>
                  <a:cubicBezTo>
                    <a:pt x="68" y="89"/>
                    <a:pt x="76" y="81"/>
                    <a:pt x="79" y="87"/>
                  </a:cubicBezTo>
                  <a:cubicBezTo>
                    <a:pt x="71" y="95"/>
                    <a:pt x="52" y="104"/>
                    <a:pt x="40" y="105"/>
                  </a:cubicBezTo>
                  <a:cubicBezTo>
                    <a:pt x="40" y="98"/>
                    <a:pt x="50" y="100"/>
                    <a:pt x="50" y="93"/>
                  </a:cubicBezTo>
                  <a:cubicBezTo>
                    <a:pt x="40" y="68"/>
                    <a:pt x="28" y="43"/>
                    <a:pt x="16" y="19"/>
                  </a:cubicBezTo>
                  <a:cubicBezTo>
                    <a:pt x="10" y="17"/>
                    <a:pt x="3" y="25"/>
                    <a:pt x="0" y="19"/>
                  </a:cubicBezTo>
                  <a:cubicBezTo>
                    <a:pt x="10" y="11"/>
                    <a:pt x="28" y="0"/>
                    <a:pt x="40" y="0"/>
                  </a:cubicBezTo>
                  <a:cubicBezTo>
                    <a:pt x="38" y="6"/>
                    <a:pt x="32" y="7"/>
                    <a:pt x="29" y="12"/>
                  </a:cubicBezTo>
                  <a:cubicBezTo>
                    <a:pt x="40" y="36"/>
                    <a:pt x="52" y="60"/>
                    <a:pt x="6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2" name="Freeform 27">
              <a:extLst>
                <a:ext uri="{FF2B5EF4-FFF2-40B4-BE49-F238E27FC236}">
                  <a16:creationId xmlns:a16="http://schemas.microsoft.com/office/drawing/2014/main" id="{8847B595-3F71-C621-588D-223F76363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148" y="5423535"/>
              <a:ext cx="314325" cy="342900"/>
            </a:xfrm>
            <a:custGeom>
              <a:avLst/>
              <a:gdLst>
                <a:gd name="T0" fmla="*/ 121 w 121"/>
                <a:gd name="T1" fmla="*/ 98 h 132"/>
                <a:gd name="T2" fmla="*/ 78 w 121"/>
                <a:gd name="T3" fmla="*/ 79 h 132"/>
                <a:gd name="T4" fmla="*/ 33 w 121"/>
                <a:gd name="T5" fmla="*/ 54 h 132"/>
                <a:gd name="T6" fmla="*/ 59 w 121"/>
                <a:gd name="T7" fmla="*/ 115 h 132"/>
                <a:gd name="T8" fmla="*/ 78 w 121"/>
                <a:gd name="T9" fmla="*/ 116 h 132"/>
                <a:gd name="T10" fmla="*/ 39 w 121"/>
                <a:gd name="T11" fmla="*/ 132 h 132"/>
                <a:gd name="T12" fmla="*/ 48 w 121"/>
                <a:gd name="T13" fmla="*/ 118 h 132"/>
                <a:gd name="T14" fmla="*/ 17 w 121"/>
                <a:gd name="T15" fmla="*/ 46 h 132"/>
                <a:gd name="T16" fmla="*/ 1 w 121"/>
                <a:gd name="T17" fmla="*/ 46 h 132"/>
                <a:gd name="T18" fmla="*/ 25 w 121"/>
                <a:gd name="T19" fmla="*/ 32 h 132"/>
                <a:gd name="T20" fmla="*/ 102 w 121"/>
                <a:gd name="T21" fmla="*/ 77 h 132"/>
                <a:gd name="T22" fmla="*/ 78 w 121"/>
                <a:gd name="T23" fmla="*/ 20 h 132"/>
                <a:gd name="T24" fmla="*/ 60 w 121"/>
                <a:gd name="T25" fmla="*/ 20 h 132"/>
                <a:gd name="T26" fmla="*/ 95 w 121"/>
                <a:gd name="T27" fmla="*/ 0 h 132"/>
                <a:gd name="T28" fmla="*/ 88 w 121"/>
                <a:gd name="T29" fmla="*/ 16 h 132"/>
                <a:gd name="T30" fmla="*/ 121 w 121"/>
                <a:gd name="T31" fmla="*/ 9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1" h="132">
                  <a:moveTo>
                    <a:pt x="121" y="98"/>
                  </a:moveTo>
                  <a:cubicBezTo>
                    <a:pt x="105" y="103"/>
                    <a:pt x="92" y="87"/>
                    <a:pt x="78" y="79"/>
                  </a:cubicBezTo>
                  <a:cubicBezTo>
                    <a:pt x="62" y="70"/>
                    <a:pt x="47" y="62"/>
                    <a:pt x="33" y="54"/>
                  </a:cubicBezTo>
                  <a:cubicBezTo>
                    <a:pt x="39" y="77"/>
                    <a:pt x="48" y="96"/>
                    <a:pt x="59" y="115"/>
                  </a:cubicBezTo>
                  <a:cubicBezTo>
                    <a:pt x="65" y="116"/>
                    <a:pt x="73" y="113"/>
                    <a:pt x="78" y="116"/>
                  </a:cubicBezTo>
                  <a:cubicBezTo>
                    <a:pt x="67" y="124"/>
                    <a:pt x="50" y="132"/>
                    <a:pt x="39" y="132"/>
                  </a:cubicBezTo>
                  <a:cubicBezTo>
                    <a:pt x="39" y="126"/>
                    <a:pt x="48" y="126"/>
                    <a:pt x="48" y="118"/>
                  </a:cubicBezTo>
                  <a:cubicBezTo>
                    <a:pt x="51" y="98"/>
                    <a:pt x="23" y="63"/>
                    <a:pt x="17" y="46"/>
                  </a:cubicBezTo>
                  <a:cubicBezTo>
                    <a:pt x="11" y="44"/>
                    <a:pt x="5" y="51"/>
                    <a:pt x="1" y="46"/>
                  </a:cubicBezTo>
                  <a:cubicBezTo>
                    <a:pt x="0" y="39"/>
                    <a:pt x="18" y="37"/>
                    <a:pt x="25" y="32"/>
                  </a:cubicBezTo>
                  <a:cubicBezTo>
                    <a:pt x="51" y="45"/>
                    <a:pt x="75" y="63"/>
                    <a:pt x="102" y="77"/>
                  </a:cubicBezTo>
                  <a:cubicBezTo>
                    <a:pt x="97" y="55"/>
                    <a:pt x="87" y="37"/>
                    <a:pt x="78" y="20"/>
                  </a:cubicBezTo>
                  <a:cubicBezTo>
                    <a:pt x="70" y="17"/>
                    <a:pt x="65" y="24"/>
                    <a:pt x="60" y="20"/>
                  </a:cubicBezTo>
                  <a:cubicBezTo>
                    <a:pt x="67" y="8"/>
                    <a:pt x="86" y="8"/>
                    <a:pt x="95" y="0"/>
                  </a:cubicBezTo>
                  <a:cubicBezTo>
                    <a:pt x="104" y="7"/>
                    <a:pt x="88" y="7"/>
                    <a:pt x="88" y="16"/>
                  </a:cubicBezTo>
                  <a:cubicBezTo>
                    <a:pt x="97" y="46"/>
                    <a:pt x="110" y="72"/>
                    <a:pt x="121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3" name="Freeform 28">
              <a:extLst>
                <a:ext uri="{FF2B5EF4-FFF2-40B4-BE49-F238E27FC236}">
                  <a16:creationId xmlns:a16="http://schemas.microsoft.com/office/drawing/2014/main" id="{D6CC2DCF-188B-BCF2-0A9D-2DDD3BC63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198" y="2524760"/>
              <a:ext cx="238125" cy="295275"/>
            </a:xfrm>
            <a:custGeom>
              <a:avLst/>
              <a:gdLst>
                <a:gd name="T0" fmla="*/ 74 w 92"/>
                <a:gd name="T1" fmla="*/ 19 h 114"/>
                <a:gd name="T2" fmla="*/ 71 w 92"/>
                <a:gd name="T3" fmla="*/ 114 h 114"/>
                <a:gd name="T4" fmla="*/ 65 w 92"/>
                <a:gd name="T5" fmla="*/ 100 h 114"/>
                <a:gd name="T6" fmla="*/ 3 w 92"/>
                <a:gd name="T7" fmla="*/ 79 h 114"/>
                <a:gd name="T8" fmla="*/ 69 w 92"/>
                <a:gd name="T9" fmla="*/ 83 h 114"/>
                <a:gd name="T10" fmla="*/ 51 w 92"/>
                <a:gd name="T11" fmla="*/ 66 h 114"/>
                <a:gd name="T12" fmla="*/ 2 w 92"/>
                <a:gd name="T13" fmla="*/ 52 h 114"/>
                <a:gd name="T14" fmla="*/ 69 w 92"/>
                <a:gd name="T15" fmla="*/ 54 h 114"/>
                <a:gd name="T16" fmla="*/ 2 w 92"/>
                <a:gd name="T17" fmla="*/ 24 h 114"/>
                <a:gd name="T18" fmla="*/ 62 w 92"/>
                <a:gd name="T19" fmla="*/ 23 h 114"/>
                <a:gd name="T20" fmla="*/ 74 w 92"/>
                <a:gd name="T21" fmla="*/ 1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4">
                  <a:moveTo>
                    <a:pt x="74" y="19"/>
                  </a:moveTo>
                  <a:cubicBezTo>
                    <a:pt x="88" y="36"/>
                    <a:pt x="92" y="103"/>
                    <a:pt x="71" y="114"/>
                  </a:cubicBezTo>
                  <a:cubicBezTo>
                    <a:pt x="63" y="114"/>
                    <a:pt x="64" y="107"/>
                    <a:pt x="65" y="100"/>
                  </a:cubicBezTo>
                  <a:cubicBezTo>
                    <a:pt x="51" y="86"/>
                    <a:pt x="14" y="99"/>
                    <a:pt x="3" y="79"/>
                  </a:cubicBezTo>
                  <a:cubicBezTo>
                    <a:pt x="24" y="65"/>
                    <a:pt x="49" y="83"/>
                    <a:pt x="69" y="83"/>
                  </a:cubicBezTo>
                  <a:cubicBezTo>
                    <a:pt x="73" y="69"/>
                    <a:pt x="58" y="69"/>
                    <a:pt x="51" y="66"/>
                  </a:cubicBezTo>
                  <a:cubicBezTo>
                    <a:pt x="36" y="61"/>
                    <a:pt x="14" y="62"/>
                    <a:pt x="2" y="52"/>
                  </a:cubicBezTo>
                  <a:cubicBezTo>
                    <a:pt x="14" y="31"/>
                    <a:pt x="49" y="52"/>
                    <a:pt x="69" y="54"/>
                  </a:cubicBezTo>
                  <a:cubicBezTo>
                    <a:pt x="65" y="24"/>
                    <a:pt x="22" y="36"/>
                    <a:pt x="2" y="24"/>
                  </a:cubicBezTo>
                  <a:cubicBezTo>
                    <a:pt x="0" y="0"/>
                    <a:pt x="48" y="18"/>
                    <a:pt x="62" y="23"/>
                  </a:cubicBezTo>
                  <a:cubicBezTo>
                    <a:pt x="68" y="24"/>
                    <a:pt x="70" y="13"/>
                    <a:pt x="74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4" name="Freeform 29">
              <a:extLst>
                <a:ext uri="{FF2B5EF4-FFF2-40B4-BE49-F238E27FC236}">
                  <a16:creationId xmlns:a16="http://schemas.microsoft.com/office/drawing/2014/main" id="{EB752082-84C0-E697-7DD8-C16F744194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0185" y="2210435"/>
              <a:ext cx="796925" cy="906463"/>
            </a:xfrm>
            <a:custGeom>
              <a:avLst/>
              <a:gdLst>
                <a:gd name="T0" fmla="*/ 220 w 307"/>
                <a:gd name="T1" fmla="*/ 268 h 349"/>
                <a:gd name="T2" fmla="*/ 111 w 307"/>
                <a:gd name="T3" fmla="*/ 268 h 349"/>
                <a:gd name="T4" fmla="*/ 220 w 307"/>
                <a:gd name="T5" fmla="*/ 268 h 349"/>
                <a:gd name="T6" fmla="*/ 173 w 307"/>
                <a:gd name="T7" fmla="*/ 123 h 349"/>
                <a:gd name="T8" fmla="*/ 194 w 307"/>
                <a:gd name="T9" fmla="*/ 123 h 349"/>
                <a:gd name="T10" fmla="*/ 162 w 307"/>
                <a:gd name="T11" fmla="*/ 45 h 349"/>
                <a:gd name="T12" fmla="*/ 137 w 307"/>
                <a:gd name="T13" fmla="*/ 123 h 349"/>
                <a:gd name="T14" fmla="*/ 156 w 307"/>
                <a:gd name="T15" fmla="*/ 123 h 349"/>
                <a:gd name="T16" fmla="*/ 168 w 307"/>
                <a:gd name="T17" fmla="*/ 105 h 349"/>
                <a:gd name="T18" fmla="*/ 173 w 307"/>
                <a:gd name="T19" fmla="*/ 123 h 349"/>
                <a:gd name="T20" fmla="*/ 253 w 307"/>
                <a:gd name="T21" fmla="*/ 300 h 349"/>
                <a:gd name="T22" fmla="*/ 286 w 307"/>
                <a:gd name="T23" fmla="*/ 257 h 349"/>
                <a:gd name="T24" fmla="*/ 45 w 307"/>
                <a:gd name="T25" fmla="*/ 259 h 349"/>
                <a:gd name="T26" fmla="*/ 79 w 307"/>
                <a:gd name="T27" fmla="*/ 300 h 349"/>
                <a:gd name="T28" fmla="*/ 109 w 307"/>
                <a:gd name="T29" fmla="*/ 294 h 349"/>
                <a:gd name="T30" fmla="*/ 83 w 307"/>
                <a:gd name="T31" fmla="*/ 264 h 349"/>
                <a:gd name="T32" fmla="*/ 178 w 307"/>
                <a:gd name="T33" fmla="*/ 244 h 349"/>
                <a:gd name="T34" fmla="*/ 248 w 307"/>
                <a:gd name="T35" fmla="*/ 266 h 349"/>
                <a:gd name="T36" fmla="*/ 222 w 307"/>
                <a:gd name="T37" fmla="*/ 291 h 349"/>
                <a:gd name="T38" fmla="*/ 253 w 307"/>
                <a:gd name="T39" fmla="*/ 300 h 349"/>
                <a:gd name="T40" fmla="*/ 274 w 307"/>
                <a:gd name="T41" fmla="*/ 75 h 349"/>
                <a:gd name="T42" fmla="*/ 302 w 307"/>
                <a:gd name="T43" fmla="*/ 133 h 349"/>
                <a:gd name="T44" fmla="*/ 264 w 307"/>
                <a:gd name="T45" fmla="*/ 85 h 349"/>
                <a:gd name="T46" fmla="*/ 187 w 307"/>
                <a:gd name="T47" fmla="*/ 47 h 349"/>
                <a:gd name="T48" fmla="*/ 210 w 307"/>
                <a:gd name="T49" fmla="*/ 121 h 349"/>
                <a:gd name="T50" fmla="*/ 175 w 307"/>
                <a:gd name="T51" fmla="*/ 139 h 349"/>
                <a:gd name="T52" fmla="*/ 173 w 307"/>
                <a:gd name="T53" fmla="*/ 173 h 349"/>
                <a:gd name="T54" fmla="*/ 225 w 307"/>
                <a:gd name="T55" fmla="*/ 175 h 349"/>
                <a:gd name="T56" fmla="*/ 173 w 307"/>
                <a:gd name="T57" fmla="*/ 188 h 349"/>
                <a:gd name="T58" fmla="*/ 166 w 307"/>
                <a:gd name="T59" fmla="*/ 219 h 349"/>
                <a:gd name="T60" fmla="*/ 305 w 307"/>
                <a:gd name="T61" fmla="*/ 250 h 349"/>
                <a:gd name="T62" fmla="*/ 256 w 307"/>
                <a:gd name="T63" fmla="*/ 318 h 349"/>
                <a:gd name="T64" fmla="*/ 192 w 307"/>
                <a:gd name="T65" fmla="*/ 338 h 349"/>
                <a:gd name="T66" fmla="*/ 232 w 307"/>
                <a:gd name="T67" fmla="*/ 312 h 349"/>
                <a:gd name="T68" fmla="*/ 183 w 307"/>
                <a:gd name="T69" fmla="*/ 304 h 349"/>
                <a:gd name="T70" fmla="*/ 181 w 307"/>
                <a:gd name="T71" fmla="*/ 343 h 349"/>
                <a:gd name="T72" fmla="*/ 132 w 307"/>
                <a:gd name="T73" fmla="*/ 334 h 349"/>
                <a:gd name="T74" fmla="*/ 168 w 307"/>
                <a:gd name="T75" fmla="*/ 330 h 349"/>
                <a:gd name="T76" fmla="*/ 166 w 307"/>
                <a:gd name="T77" fmla="*/ 304 h 349"/>
                <a:gd name="T78" fmla="*/ 100 w 307"/>
                <a:gd name="T79" fmla="*/ 311 h 349"/>
                <a:gd name="T80" fmla="*/ 123 w 307"/>
                <a:gd name="T81" fmla="*/ 334 h 349"/>
                <a:gd name="T82" fmla="*/ 25 w 307"/>
                <a:gd name="T83" fmla="*/ 252 h 349"/>
                <a:gd name="T84" fmla="*/ 161 w 307"/>
                <a:gd name="T85" fmla="*/ 221 h 349"/>
                <a:gd name="T86" fmla="*/ 157 w 307"/>
                <a:gd name="T87" fmla="*/ 191 h 349"/>
                <a:gd name="T88" fmla="*/ 104 w 307"/>
                <a:gd name="T89" fmla="*/ 182 h 349"/>
                <a:gd name="T90" fmla="*/ 156 w 307"/>
                <a:gd name="T91" fmla="*/ 173 h 349"/>
                <a:gd name="T92" fmla="*/ 157 w 307"/>
                <a:gd name="T93" fmla="*/ 140 h 349"/>
                <a:gd name="T94" fmla="*/ 104 w 307"/>
                <a:gd name="T95" fmla="*/ 132 h 349"/>
                <a:gd name="T96" fmla="*/ 121 w 307"/>
                <a:gd name="T97" fmla="*/ 123 h 349"/>
                <a:gd name="T98" fmla="*/ 144 w 307"/>
                <a:gd name="T99" fmla="*/ 51 h 349"/>
                <a:gd name="T100" fmla="*/ 34 w 307"/>
                <a:gd name="T101" fmla="*/ 143 h 349"/>
                <a:gd name="T102" fmla="*/ 95 w 307"/>
                <a:gd name="T103" fmla="*/ 140 h 349"/>
                <a:gd name="T104" fmla="*/ 28 w 307"/>
                <a:gd name="T105" fmla="*/ 173 h 349"/>
                <a:gd name="T106" fmla="*/ 95 w 307"/>
                <a:gd name="T107" fmla="*/ 171 h 349"/>
                <a:gd name="T108" fmla="*/ 28 w 307"/>
                <a:gd name="T109" fmla="*/ 204 h 349"/>
                <a:gd name="T110" fmla="*/ 91 w 307"/>
                <a:gd name="T111" fmla="*/ 201 h 349"/>
                <a:gd name="T112" fmla="*/ 33 w 307"/>
                <a:gd name="T113" fmla="*/ 221 h 349"/>
                <a:gd name="T114" fmla="*/ 28 w 307"/>
                <a:gd name="T115" fmla="*/ 239 h 349"/>
                <a:gd name="T116" fmla="*/ 12 w 307"/>
                <a:gd name="T117" fmla="*/ 213 h 349"/>
                <a:gd name="T118" fmla="*/ 150 w 307"/>
                <a:gd name="T119" fmla="*/ 29 h 349"/>
                <a:gd name="T120" fmla="*/ 177 w 307"/>
                <a:gd name="T121" fmla="*/ 29 h 349"/>
                <a:gd name="T122" fmla="*/ 274 w 307"/>
                <a:gd name="T123" fmla="*/ 75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7" h="349">
                  <a:moveTo>
                    <a:pt x="220" y="268"/>
                  </a:moveTo>
                  <a:cubicBezTo>
                    <a:pt x="190" y="258"/>
                    <a:pt x="144" y="258"/>
                    <a:pt x="111" y="268"/>
                  </a:cubicBezTo>
                  <a:cubicBezTo>
                    <a:pt x="129" y="292"/>
                    <a:pt x="201" y="292"/>
                    <a:pt x="220" y="268"/>
                  </a:cubicBezTo>
                  <a:close/>
                  <a:moveTo>
                    <a:pt x="173" y="123"/>
                  </a:moveTo>
                  <a:cubicBezTo>
                    <a:pt x="181" y="123"/>
                    <a:pt x="187" y="123"/>
                    <a:pt x="194" y="123"/>
                  </a:cubicBezTo>
                  <a:cubicBezTo>
                    <a:pt x="184" y="96"/>
                    <a:pt x="181" y="64"/>
                    <a:pt x="162" y="45"/>
                  </a:cubicBezTo>
                  <a:cubicBezTo>
                    <a:pt x="154" y="71"/>
                    <a:pt x="143" y="95"/>
                    <a:pt x="137" y="123"/>
                  </a:cubicBezTo>
                  <a:cubicBezTo>
                    <a:pt x="143" y="123"/>
                    <a:pt x="149" y="123"/>
                    <a:pt x="156" y="123"/>
                  </a:cubicBezTo>
                  <a:cubicBezTo>
                    <a:pt x="156" y="113"/>
                    <a:pt x="159" y="106"/>
                    <a:pt x="168" y="105"/>
                  </a:cubicBezTo>
                  <a:cubicBezTo>
                    <a:pt x="173" y="107"/>
                    <a:pt x="173" y="114"/>
                    <a:pt x="173" y="123"/>
                  </a:cubicBezTo>
                  <a:close/>
                  <a:moveTo>
                    <a:pt x="253" y="300"/>
                  </a:moveTo>
                  <a:cubicBezTo>
                    <a:pt x="266" y="288"/>
                    <a:pt x="278" y="276"/>
                    <a:pt x="286" y="257"/>
                  </a:cubicBezTo>
                  <a:cubicBezTo>
                    <a:pt x="219" y="230"/>
                    <a:pt x="105" y="229"/>
                    <a:pt x="45" y="259"/>
                  </a:cubicBezTo>
                  <a:cubicBezTo>
                    <a:pt x="54" y="276"/>
                    <a:pt x="67" y="287"/>
                    <a:pt x="79" y="300"/>
                  </a:cubicBezTo>
                  <a:cubicBezTo>
                    <a:pt x="90" y="299"/>
                    <a:pt x="96" y="292"/>
                    <a:pt x="109" y="294"/>
                  </a:cubicBezTo>
                  <a:cubicBezTo>
                    <a:pt x="105" y="280"/>
                    <a:pt x="85" y="281"/>
                    <a:pt x="83" y="264"/>
                  </a:cubicBezTo>
                  <a:cubicBezTo>
                    <a:pt x="100" y="247"/>
                    <a:pt x="143" y="242"/>
                    <a:pt x="178" y="244"/>
                  </a:cubicBezTo>
                  <a:cubicBezTo>
                    <a:pt x="205" y="247"/>
                    <a:pt x="238" y="249"/>
                    <a:pt x="248" y="266"/>
                  </a:cubicBezTo>
                  <a:cubicBezTo>
                    <a:pt x="244" y="280"/>
                    <a:pt x="228" y="281"/>
                    <a:pt x="222" y="291"/>
                  </a:cubicBezTo>
                  <a:cubicBezTo>
                    <a:pt x="232" y="294"/>
                    <a:pt x="243" y="297"/>
                    <a:pt x="253" y="300"/>
                  </a:cubicBezTo>
                  <a:close/>
                  <a:moveTo>
                    <a:pt x="274" y="75"/>
                  </a:moveTo>
                  <a:cubicBezTo>
                    <a:pt x="287" y="88"/>
                    <a:pt x="307" y="110"/>
                    <a:pt x="302" y="133"/>
                  </a:cubicBezTo>
                  <a:cubicBezTo>
                    <a:pt x="283" y="125"/>
                    <a:pt x="278" y="100"/>
                    <a:pt x="264" y="85"/>
                  </a:cubicBezTo>
                  <a:cubicBezTo>
                    <a:pt x="244" y="64"/>
                    <a:pt x="217" y="57"/>
                    <a:pt x="187" y="47"/>
                  </a:cubicBezTo>
                  <a:cubicBezTo>
                    <a:pt x="192" y="75"/>
                    <a:pt x="204" y="94"/>
                    <a:pt x="210" y="121"/>
                  </a:cubicBezTo>
                  <a:cubicBezTo>
                    <a:pt x="252" y="134"/>
                    <a:pt x="201" y="145"/>
                    <a:pt x="175" y="139"/>
                  </a:cubicBezTo>
                  <a:cubicBezTo>
                    <a:pt x="171" y="147"/>
                    <a:pt x="175" y="162"/>
                    <a:pt x="173" y="173"/>
                  </a:cubicBezTo>
                  <a:cubicBezTo>
                    <a:pt x="187" y="177"/>
                    <a:pt x="210" y="168"/>
                    <a:pt x="225" y="175"/>
                  </a:cubicBezTo>
                  <a:cubicBezTo>
                    <a:pt x="225" y="202"/>
                    <a:pt x="197" y="185"/>
                    <a:pt x="173" y="188"/>
                  </a:cubicBezTo>
                  <a:cubicBezTo>
                    <a:pt x="173" y="202"/>
                    <a:pt x="175" y="215"/>
                    <a:pt x="166" y="219"/>
                  </a:cubicBezTo>
                  <a:cubicBezTo>
                    <a:pt x="220" y="223"/>
                    <a:pt x="271" y="226"/>
                    <a:pt x="305" y="250"/>
                  </a:cubicBezTo>
                  <a:cubicBezTo>
                    <a:pt x="297" y="277"/>
                    <a:pt x="278" y="302"/>
                    <a:pt x="256" y="318"/>
                  </a:cubicBezTo>
                  <a:cubicBezTo>
                    <a:pt x="239" y="330"/>
                    <a:pt x="215" y="342"/>
                    <a:pt x="192" y="338"/>
                  </a:cubicBezTo>
                  <a:cubicBezTo>
                    <a:pt x="192" y="315"/>
                    <a:pt x="222" y="325"/>
                    <a:pt x="232" y="312"/>
                  </a:cubicBezTo>
                  <a:cubicBezTo>
                    <a:pt x="220" y="305"/>
                    <a:pt x="201" y="305"/>
                    <a:pt x="183" y="304"/>
                  </a:cubicBezTo>
                  <a:cubicBezTo>
                    <a:pt x="182" y="311"/>
                    <a:pt x="187" y="335"/>
                    <a:pt x="181" y="343"/>
                  </a:cubicBezTo>
                  <a:cubicBezTo>
                    <a:pt x="166" y="349"/>
                    <a:pt x="129" y="347"/>
                    <a:pt x="132" y="334"/>
                  </a:cubicBezTo>
                  <a:cubicBezTo>
                    <a:pt x="134" y="323"/>
                    <a:pt x="154" y="330"/>
                    <a:pt x="168" y="330"/>
                  </a:cubicBezTo>
                  <a:cubicBezTo>
                    <a:pt x="168" y="321"/>
                    <a:pt x="168" y="311"/>
                    <a:pt x="166" y="304"/>
                  </a:cubicBezTo>
                  <a:cubicBezTo>
                    <a:pt x="140" y="302"/>
                    <a:pt x="120" y="306"/>
                    <a:pt x="100" y="311"/>
                  </a:cubicBezTo>
                  <a:cubicBezTo>
                    <a:pt x="105" y="321"/>
                    <a:pt x="129" y="318"/>
                    <a:pt x="123" y="334"/>
                  </a:cubicBezTo>
                  <a:cubicBezTo>
                    <a:pt x="76" y="330"/>
                    <a:pt x="44" y="294"/>
                    <a:pt x="25" y="252"/>
                  </a:cubicBezTo>
                  <a:cubicBezTo>
                    <a:pt x="57" y="228"/>
                    <a:pt x="109" y="224"/>
                    <a:pt x="161" y="221"/>
                  </a:cubicBezTo>
                  <a:cubicBezTo>
                    <a:pt x="161" y="216"/>
                    <a:pt x="155" y="204"/>
                    <a:pt x="157" y="191"/>
                  </a:cubicBezTo>
                  <a:cubicBezTo>
                    <a:pt x="142" y="182"/>
                    <a:pt x="111" y="200"/>
                    <a:pt x="104" y="182"/>
                  </a:cubicBezTo>
                  <a:cubicBezTo>
                    <a:pt x="109" y="164"/>
                    <a:pt x="139" y="178"/>
                    <a:pt x="156" y="173"/>
                  </a:cubicBezTo>
                  <a:cubicBezTo>
                    <a:pt x="160" y="166"/>
                    <a:pt x="156" y="151"/>
                    <a:pt x="157" y="140"/>
                  </a:cubicBezTo>
                  <a:cubicBezTo>
                    <a:pt x="138" y="133"/>
                    <a:pt x="113" y="151"/>
                    <a:pt x="104" y="132"/>
                  </a:cubicBezTo>
                  <a:cubicBezTo>
                    <a:pt x="105" y="124"/>
                    <a:pt x="112" y="123"/>
                    <a:pt x="121" y="123"/>
                  </a:cubicBezTo>
                  <a:cubicBezTo>
                    <a:pt x="124" y="95"/>
                    <a:pt x="137" y="76"/>
                    <a:pt x="144" y="51"/>
                  </a:cubicBezTo>
                  <a:cubicBezTo>
                    <a:pt x="88" y="54"/>
                    <a:pt x="52" y="94"/>
                    <a:pt x="34" y="143"/>
                  </a:cubicBezTo>
                  <a:cubicBezTo>
                    <a:pt x="52" y="142"/>
                    <a:pt x="83" y="124"/>
                    <a:pt x="95" y="140"/>
                  </a:cubicBezTo>
                  <a:cubicBezTo>
                    <a:pt x="83" y="162"/>
                    <a:pt x="34" y="142"/>
                    <a:pt x="28" y="173"/>
                  </a:cubicBezTo>
                  <a:cubicBezTo>
                    <a:pt x="41" y="177"/>
                    <a:pt x="79" y="152"/>
                    <a:pt x="95" y="171"/>
                  </a:cubicBezTo>
                  <a:cubicBezTo>
                    <a:pt x="83" y="192"/>
                    <a:pt x="30" y="172"/>
                    <a:pt x="28" y="204"/>
                  </a:cubicBezTo>
                  <a:cubicBezTo>
                    <a:pt x="43" y="206"/>
                    <a:pt x="76" y="183"/>
                    <a:pt x="91" y="201"/>
                  </a:cubicBezTo>
                  <a:cubicBezTo>
                    <a:pt x="84" y="220"/>
                    <a:pt x="45" y="207"/>
                    <a:pt x="33" y="221"/>
                  </a:cubicBezTo>
                  <a:cubicBezTo>
                    <a:pt x="30" y="225"/>
                    <a:pt x="35" y="238"/>
                    <a:pt x="28" y="239"/>
                  </a:cubicBezTo>
                  <a:cubicBezTo>
                    <a:pt x="16" y="237"/>
                    <a:pt x="13" y="223"/>
                    <a:pt x="12" y="213"/>
                  </a:cubicBezTo>
                  <a:cubicBezTo>
                    <a:pt x="0" y="105"/>
                    <a:pt x="69" y="44"/>
                    <a:pt x="150" y="29"/>
                  </a:cubicBezTo>
                  <a:cubicBezTo>
                    <a:pt x="155" y="9"/>
                    <a:pt x="176" y="0"/>
                    <a:pt x="177" y="29"/>
                  </a:cubicBezTo>
                  <a:cubicBezTo>
                    <a:pt x="214" y="35"/>
                    <a:pt x="250" y="51"/>
                    <a:pt x="274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5" name="Freeform 30">
              <a:extLst>
                <a:ext uri="{FF2B5EF4-FFF2-40B4-BE49-F238E27FC236}">
                  <a16:creationId xmlns:a16="http://schemas.microsoft.com/office/drawing/2014/main" id="{A579D0CD-B52B-5ECE-3128-0C4ECBF10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698" y="5542598"/>
              <a:ext cx="265112" cy="306388"/>
            </a:xfrm>
            <a:custGeom>
              <a:avLst/>
              <a:gdLst>
                <a:gd name="T0" fmla="*/ 100 w 102"/>
                <a:gd name="T1" fmla="*/ 5 h 118"/>
                <a:gd name="T2" fmla="*/ 89 w 102"/>
                <a:gd name="T3" fmla="*/ 13 h 118"/>
                <a:gd name="T4" fmla="*/ 86 w 102"/>
                <a:gd name="T5" fmla="*/ 83 h 118"/>
                <a:gd name="T6" fmla="*/ 21 w 102"/>
                <a:gd name="T7" fmla="*/ 99 h 118"/>
                <a:gd name="T8" fmla="*/ 12 w 102"/>
                <a:gd name="T9" fmla="*/ 16 h 118"/>
                <a:gd name="T10" fmla="*/ 0 w 102"/>
                <a:gd name="T11" fmla="*/ 8 h 118"/>
                <a:gd name="T12" fmla="*/ 42 w 102"/>
                <a:gd name="T13" fmla="*/ 5 h 118"/>
                <a:gd name="T14" fmla="*/ 30 w 102"/>
                <a:gd name="T15" fmla="*/ 13 h 118"/>
                <a:gd name="T16" fmla="*/ 48 w 102"/>
                <a:gd name="T17" fmla="*/ 99 h 118"/>
                <a:gd name="T18" fmla="*/ 74 w 102"/>
                <a:gd name="T19" fmla="*/ 13 h 118"/>
                <a:gd name="T20" fmla="*/ 61 w 102"/>
                <a:gd name="T21" fmla="*/ 8 h 118"/>
                <a:gd name="T22" fmla="*/ 100 w 102"/>
                <a:gd name="T23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" h="118">
                  <a:moveTo>
                    <a:pt x="100" y="5"/>
                  </a:moveTo>
                  <a:cubicBezTo>
                    <a:pt x="102" y="13"/>
                    <a:pt x="91" y="9"/>
                    <a:pt x="89" y="13"/>
                  </a:cubicBezTo>
                  <a:cubicBezTo>
                    <a:pt x="78" y="33"/>
                    <a:pt x="91" y="61"/>
                    <a:pt x="86" y="83"/>
                  </a:cubicBezTo>
                  <a:cubicBezTo>
                    <a:pt x="80" y="107"/>
                    <a:pt x="39" y="118"/>
                    <a:pt x="21" y="99"/>
                  </a:cubicBezTo>
                  <a:cubicBezTo>
                    <a:pt x="1" y="80"/>
                    <a:pt x="23" y="45"/>
                    <a:pt x="12" y="16"/>
                  </a:cubicBezTo>
                  <a:cubicBezTo>
                    <a:pt x="11" y="9"/>
                    <a:pt x="3" y="12"/>
                    <a:pt x="0" y="8"/>
                  </a:cubicBezTo>
                  <a:cubicBezTo>
                    <a:pt x="8" y="0"/>
                    <a:pt x="33" y="4"/>
                    <a:pt x="42" y="5"/>
                  </a:cubicBezTo>
                  <a:cubicBezTo>
                    <a:pt x="43" y="13"/>
                    <a:pt x="32" y="9"/>
                    <a:pt x="30" y="13"/>
                  </a:cubicBezTo>
                  <a:cubicBezTo>
                    <a:pt x="28" y="43"/>
                    <a:pt x="20" y="95"/>
                    <a:pt x="48" y="99"/>
                  </a:cubicBezTo>
                  <a:cubicBezTo>
                    <a:pt x="83" y="105"/>
                    <a:pt x="85" y="48"/>
                    <a:pt x="74" y="13"/>
                  </a:cubicBezTo>
                  <a:cubicBezTo>
                    <a:pt x="71" y="9"/>
                    <a:pt x="61" y="13"/>
                    <a:pt x="61" y="8"/>
                  </a:cubicBezTo>
                  <a:cubicBezTo>
                    <a:pt x="67" y="0"/>
                    <a:pt x="92" y="4"/>
                    <a:pt x="10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6" name="Freeform 31">
              <a:extLst>
                <a:ext uri="{FF2B5EF4-FFF2-40B4-BE49-F238E27FC236}">
                  <a16:creationId xmlns:a16="http://schemas.microsoft.com/office/drawing/2014/main" id="{18784BCF-A725-3ABD-F6A0-0E2C99305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685" y="4912360"/>
              <a:ext cx="98425" cy="196850"/>
            </a:xfrm>
            <a:custGeom>
              <a:avLst/>
              <a:gdLst>
                <a:gd name="T0" fmla="*/ 27 w 38"/>
                <a:gd name="T1" fmla="*/ 12 h 76"/>
                <a:gd name="T2" fmla="*/ 11 w 38"/>
                <a:gd name="T3" fmla="*/ 65 h 76"/>
                <a:gd name="T4" fmla="*/ 27 w 38"/>
                <a:gd name="T5" fmla="*/ 1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6">
                  <a:moveTo>
                    <a:pt x="27" y="12"/>
                  </a:moveTo>
                  <a:cubicBezTo>
                    <a:pt x="35" y="26"/>
                    <a:pt x="38" y="76"/>
                    <a:pt x="11" y="65"/>
                  </a:cubicBezTo>
                  <a:cubicBezTo>
                    <a:pt x="2" y="51"/>
                    <a:pt x="0" y="0"/>
                    <a:pt x="2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7" name="Freeform 32">
              <a:extLst>
                <a:ext uri="{FF2B5EF4-FFF2-40B4-BE49-F238E27FC236}">
                  <a16:creationId xmlns:a16="http://schemas.microsoft.com/office/drawing/2014/main" id="{150DEFEC-500E-F1BC-CF2B-BDACE97E1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235" y="4909185"/>
              <a:ext cx="98425" cy="127000"/>
            </a:xfrm>
            <a:custGeom>
              <a:avLst/>
              <a:gdLst>
                <a:gd name="T0" fmla="*/ 32 w 38"/>
                <a:gd name="T1" fmla="*/ 13 h 49"/>
                <a:gd name="T2" fmla="*/ 30 w 38"/>
                <a:gd name="T3" fmla="*/ 42 h 49"/>
                <a:gd name="T4" fmla="*/ 32 w 38"/>
                <a:gd name="T5" fmla="*/ 1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49">
                  <a:moveTo>
                    <a:pt x="32" y="13"/>
                  </a:moveTo>
                  <a:cubicBezTo>
                    <a:pt x="38" y="23"/>
                    <a:pt x="38" y="34"/>
                    <a:pt x="30" y="42"/>
                  </a:cubicBezTo>
                  <a:cubicBezTo>
                    <a:pt x="0" y="49"/>
                    <a:pt x="7" y="0"/>
                    <a:pt x="32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8" name="Freeform 33">
              <a:extLst>
                <a:ext uri="{FF2B5EF4-FFF2-40B4-BE49-F238E27FC236}">
                  <a16:creationId xmlns:a16="http://schemas.microsoft.com/office/drawing/2014/main" id="{22F2B0CB-454C-0A2C-E4D1-9FE8FE5A7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735" y="5240973"/>
              <a:ext cx="273050" cy="349250"/>
            </a:xfrm>
            <a:custGeom>
              <a:avLst/>
              <a:gdLst>
                <a:gd name="T0" fmla="*/ 96 w 105"/>
                <a:gd name="T1" fmla="*/ 51 h 134"/>
                <a:gd name="T2" fmla="*/ 105 w 105"/>
                <a:gd name="T3" fmla="*/ 51 h 134"/>
                <a:gd name="T4" fmla="*/ 85 w 105"/>
                <a:gd name="T5" fmla="*/ 81 h 134"/>
                <a:gd name="T6" fmla="*/ 73 w 105"/>
                <a:gd name="T7" fmla="*/ 33 h 134"/>
                <a:gd name="T8" fmla="*/ 15 w 105"/>
                <a:gd name="T9" fmla="*/ 81 h 134"/>
                <a:gd name="T10" fmla="*/ 60 w 105"/>
                <a:gd name="T11" fmla="*/ 97 h 134"/>
                <a:gd name="T12" fmla="*/ 51 w 105"/>
                <a:gd name="T13" fmla="*/ 81 h 134"/>
                <a:gd name="T14" fmla="*/ 87 w 105"/>
                <a:gd name="T15" fmla="*/ 107 h 134"/>
                <a:gd name="T16" fmla="*/ 76 w 105"/>
                <a:gd name="T17" fmla="*/ 106 h 134"/>
                <a:gd name="T18" fmla="*/ 56 w 105"/>
                <a:gd name="T19" fmla="*/ 132 h 134"/>
                <a:gd name="T20" fmla="*/ 1 w 105"/>
                <a:gd name="T21" fmla="*/ 77 h 134"/>
                <a:gd name="T22" fmla="*/ 96 w 105"/>
                <a:gd name="T23" fmla="*/ 5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5" h="134">
                  <a:moveTo>
                    <a:pt x="96" y="51"/>
                  </a:moveTo>
                  <a:cubicBezTo>
                    <a:pt x="100" y="51"/>
                    <a:pt x="101" y="47"/>
                    <a:pt x="105" y="51"/>
                  </a:cubicBezTo>
                  <a:cubicBezTo>
                    <a:pt x="104" y="59"/>
                    <a:pt x="95" y="75"/>
                    <a:pt x="85" y="81"/>
                  </a:cubicBezTo>
                  <a:cubicBezTo>
                    <a:pt x="88" y="64"/>
                    <a:pt x="89" y="39"/>
                    <a:pt x="73" y="33"/>
                  </a:cubicBezTo>
                  <a:cubicBezTo>
                    <a:pt x="51" y="23"/>
                    <a:pt x="17" y="52"/>
                    <a:pt x="15" y="81"/>
                  </a:cubicBezTo>
                  <a:cubicBezTo>
                    <a:pt x="12" y="114"/>
                    <a:pt x="51" y="134"/>
                    <a:pt x="60" y="97"/>
                  </a:cubicBezTo>
                  <a:cubicBezTo>
                    <a:pt x="60" y="88"/>
                    <a:pt x="49" y="91"/>
                    <a:pt x="51" y="81"/>
                  </a:cubicBezTo>
                  <a:cubicBezTo>
                    <a:pt x="63" y="88"/>
                    <a:pt x="78" y="95"/>
                    <a:pt x="87" y="107"/>
                  </a:cubicBezTo>
                  <a:cubicBezTo>
                    <a:pt x="83" y="113"/>
                    <a:pt x="81" y="105"/>
                    <a:pt x="76" y="106"/>
                  </a:cubicBezTo>
                  <a:cubicBezTo>
                    <a:pt x="66" y="111"/>
                    <a:pt x="62" y="123"/>
                    <a:pt x="56" y="132"/>
                  </a:cubicBezTo>
                  <a:cubicBezTo>
                    <a:pt x="27" y="124"/>
                    <a:pt x="1" y="110"/>
                    <a:pt x="1" y="77"/>
                  </a:cubicBezTo>
                  <a:cubicBezTo>
                    <a:pt x="0" y="25"/>
                    <a:pt x="73" y="0"/>
                    <a:pt x="96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9" name="Freeform 34">
              <a:extLst>
                <a:ext uri="{FF2B5EF4-FFF2-40B4-BE49-F238E27FC236}">
                  <a16:creationId xmlns:a16="http://schemas.microsoft.com/office/drawing/2014/main" id="{34988525-1D85-232C-6F51-5C9F440F58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15148" y="2423160"/>
              <a:ext cx="771525" cy="731838"/>
            </a:xfrm>
            <a:custGeom>
              <a:avLst/>
              <a:gdLst>
                <a:gd name="T0" fmla="*/ 26 w 297"/>
                <a:gd name="T1" fmla="*/ 174 h 282"/>
                <a:gd name="T2" fmla="*/ 40 w 297"/>
                <a:gd name="T3" fmla="*/ 158 h 282"/>
                <a:gd name="T4" fmla="*/ 24 w 297"/>
                <a:gd name="T5" fmla="*/ 158 h 282"/>
                <a:gd name="T6" fmla="*/ 73 w 297"/>
                <a:gd name="T7" fmla="*/ 171 h 282"/>
                <a:gd name="T8" fmla="*/ 35 w 297"/>
                <a:gd name="T9" fmla="*/ 234 h 282"/>
                <a:gd name="T10" fmla="*/ 53 w 297"/>
                <a:gd name="T11" fmla="*/ 180 h 282"/>
                <a:gd name="T12" fmla="*/ 80 w 297"/>
                <a:gd name="T13" fmla="*/ 127 h 282"/>
                <a:gd name="T14" fmla="*/ 59 w 297"/>
                <a:gd name="T15" fmla="*/ 141 h 282"/>
                <a:gd name="T16" fmla="*/ 101 w 297"/>
                <a:gd name="T17" fmla="*/ 136 h 282"/>
                <a:gd name="T18" fmla="*/ 101 w 297"/>
                <a:gd name="T19" fmla="*/ 136 h 282"/>
                <a:gd name="T20" fmla="*/ 126 w 297"/>
                <a:gd name="T21" fmla="*/ 139 h 282"/>
                <a:gd name="T22" fmla="*/ 134 w 297"/>
                <a:gd name="T23" fmla="*/ 161 h 282"/>
                <a:gd name="T24" fmla="*/ 134 w 297"/>
                <a:gd name="T25" fmla="*/ 161 h 282"/>
                <a:gd name="T26" fmla="*/ 151 w 297"/>
                <a:gd name="T27" fmla="*/ 27 h 282"/>
                <a:gd name="T28" fmla="*/ 157 w 297"/>
                <a:gd name="T29" fmla="*/ 239 h 282"/>
                <a:gd name="T30" fmla="*/ 163 w 297"/>
                <a:gd name="T31" fmla="*/ 200 h 282"/>
                <a:gd name="T32" fmla="*/ 139 w 297"/>
                <a:gd name="T33" fmla="*/ 218 h 282"/>
                <a:gd name="T34" fmla="*/ 156 w 297"/>
                <a:gd name="T35" fmla="*/ 227 h 282"/>
                <a:gd name="T36" fmla="*/ 173 w 297"/>
                <a:gd name="T37" fmla="*/ 39 h 282"/>
                <a:gd name="T38" fmla="*/ 173 w 297"/>
                <a:gd name="T39" fmla="*/ 39 h 282"/>
                <a:gd name="T40" fmla="*/ 173 w 297"/>
                <a:gd name="T41" fmla="*/ 58 h 282"/>
                <a:gd name="T42" fmla="*/ 157 w 297"/>
                <a:gd name="T43" fmla="*/ 191 h 282"/>
                <a:gd name="T44" fmla="*/ 143 w 297"/>
                <a:gd name="T45" fmla="*/ 186 h 282"/>
                <a:gd name="T46" fmla="*/ 157 w 297"/>
                <a:gd name="T47" fmla="*/ 191 h 282"/>
                <a:gd name="T48" fmla="*/ 186 w 297"/>
                <a:gd name="T49" fmla="*/ 127 h 282"/>
                <a:gd name="T50" fmla="*/ 202 w 297"/>
                <a:gd name="T51" fmla="*/ 119 h 282"/>
                <a:gd name="T52" fmla="*/ 198 w 297"/>
                <a:gd name="T53" fmla="*/ 67 h 282"/>
                <a:gd name="T54" fmla="*/ 189 w 297"/>
                <a:gd name="T55" fmla="*/ 72 h 282"/>
                <a:gd name="T56" fmla="*/ 209 w 297"/>
                <a:gd name="T57" fmla="*/ 66 h 282"/>
                <a:gd name="T58" fmla="*/ 211 w 297"/>
                <a:gd name="T59" fmla="*/ 72 h 282"/>
                <a:gd name="T60" fmla="*/ 217 w 297"/>
                <a:gd name="T61" fmla="*/ 139 h 282"/>
                <a:gd name="T62" fmla="*/ 201 w 297"/>
                <a:gd name="T63" fmla="*/ 150 h 282"/>
                <a:gd name="T64" fmla="*/ 192 w 297"/>
                <a:gd name="T65" fmla="*/ 166 h 282"/>
                <a:gd name="T66" fmla="*/ 227 w 297"/>
                <a:gd name="T67" fmla="*/ 67 h 282"/>
                <a:gd name="T68" fmla="*/ 235 w 297"/>
                <a:gd name="T69" fmla="*/ 115 h 282"/>
                <a:gd name="T70" fmla="*/ 184 w 297"/>
                <a:gd name="T71" fmla="*/ 91 h 282"/>
                <a:gd name="T72" fmla="*/ 173 w 297"/>
                <a:gd name="T73" fmla="*/ 84 h 282"/>
                <a:gd name="T74" fmla="*/ 154 w 297"/>
                <a:gd name="T75" fmla="*/ 136 h 282"/>
                <a:gd name="T76" fmla="*/ 206 w 297"/>
                <a:gd name="T77" fmla="*/ 109 h 282"/>
                <a:gd name="T78" fmla="*/ 217 w 297"/>
                <a:gd name="T79" fmla="*/ 96 h 282"/>
                <a:gd name="T80" fmla="*/ 235 w 297"/>
                <a:gd name="T81" fmla="*/ 115 h 282"/>
                <a:gd name="T82" fmla="*/ 251 w 297"/>
                <a:gd name="T83" fmla="*/ 106 h 282"/>
                <a:gd name="T84" fmla="*/ 249 w 297"/>
                <a:gd name="T85" fmla="*/ 119 h 282"/>
                <a:gd name="T86" fmla="*/ 263 w 297"/>
                <a:gd name="T87" fmla="*/ 261 h 282"/>
                <a:gd name="T88" fmla="*/ 185 w 297"/>
                <a:gd name="T89" fmla="*/ 225 h 282"/>
                <a:gd name="T90" fmla="*/ 131 w 297"/>
                <a:gd name="T91" fmla="*/ 267 h 282"/>
                <a:gd name="T92" fmla="*/ 62 w 297"/>
                <a:gd name="T93" fmla="*/ 218 h 282"/>
                <a:gd name="T94" fmla="*/ 10 w 297"/>
                <a:gd name="T95" fmla="*/ 256 h 282"/>
                <a:gd name="T96" fmla="*/ 97 w 297"/>
                <a:gd name="T97" fmla="*/ 113 h 282"/>
                <a:gd name="T98" fmla="*/ 134 w 297"/>
                <a:gd name="T99" fmla="*/ 82 h 282"/>
                <a:gd name="T100" fmla="*/ 207 w 297"/>
                <a:gd name="T101" fmla="*/ 8 h 282"/>
                <a:gd name="T102" fmla="*/ 234 w 297"/>
                <a:gd name="T103" fmla="*/ 27 h 282"/>
                <a:gd name="T104" fmla="*/ 263 w 297"/>
                <a:gd name="T105" fmla="*/ 184 h 282"/>
                <a:gd name="T106" fmla="*/ 290 w 297"/>
                <a:gd name="T107" fmla="*/ 23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7" h="282">
                  <a:moveTo>
                    <a:pt x="24" y="186"/>
                  </a:moveTo>
                  <a:cubicBezTo>
                    <a:pt x="30" y="187"/>
                    <a:pt x="32" y="172"/>
                    <a:pt x="26" y="174"/>
                  </a:cubicBezTo>
                  <a:cubicBezTo>
                    <a:pt x="22" y="175"/>
                    <a:pt x="21" y="182"/>
                    <a:pt x="24" y="186"/>
                  </a:cubicBezTo>
                  <a:close/>
                  <a:moveTo>
                    <a:pt x="40" y="158"/>
                  </a:moveTo>
                  <a:cubicBezTo>
                    <a:pt x="40" y="155"/>
                    <a:pt x="37" y="152"/>
                    <a:pt x="38" y="147"/>
                  </a:cubicBezTo>
                  <a:cubicBezTo>
                    <a:pt x="30" y="147"/>
                    <a:pt x="24" y="151"/>
                    <a:pt x="24" y="158"/>
                  </a:cubicBezTo>
                  <a:cubicBezTo>
                    <a:pt x="32" y="160"/>
                    <a:pt x="31" y="160"/>
                    <a:pt x="40" y="158"/>
                  </a:cubicBezTo>
                  <a:close/>
                  <a:moveTo>
                    <a:pt x="73" y="171"/>
                  </a:moveTo>
                  <a:cubicBezTo>
                    <a:pt x="64" y="166"/>
                    <a:pt x="59" y="180"/>
                    <a:pt x="52" y="171"/>
                  </a:cubicBezTo>
                  <a:cubicBezTo>
                    <a:pt x="51" y="195"/>
                    <a:pt x="0" y="214"/>
                    <a:pt x="35" y="234"/>
                  </a:cubicBezTo>
                  <a:cubicBezTo>
                    <a:pt x="41" y="225"/>
                    <a:pt x="30" y="220"/>
                    <a:pt x="29" y="213"/>
                  </a:cubicBezTo>
                  <a:cubicBezTo>
                    <a:pt x="42" y="205"/>
                    <a:pt x="52" y="194"/>
                    <a:pt x="53" y="180"/>
                  </a:cubicBezTo>
                  <a:cubicBezTo>
                    <a:pt x="59" y="180"/>
                    <a:pt x="70" y="184"/>
                    <a:pt x="73" y="171"/>
                  </a:cubicBezTo>
                  <a:close/>
                  <a:moveTo>
                    <a:pt x="80" y="127"/>
                  </a:moveTo>
                  <a:cubicBezTo>
                    <a:pt x="70" y="120"/>
                    <a:pt x="55" y="125"/>
                    <a:pt x="52" y="136"/>
                  </a:cubicBezTo>
                  <a:cubicBezTo>
                    <a:pt x="57" y="134"/>
                    <a:pt x="54" y="142"/>
                    <a:pt x="59" y="141"/>
                  </a:cubicBezTo>
                  <a:cubicBezTo>
                    <a:pt x="66" y="137"/>
                    <a:pt x="76" y="136"/>
                    <a:pt x="80" y="127"/>
                  </a:cubicBezTo>
                  <a:close/>
                  <a:moveTo>
                    <a:pt x="101" y="136"/>
                  </a:moveTo>
                  <a:cubicBezTo>
                    <a:pt x="104" y="131"/>
                    <a:pt x="104" y="123"/>
                    <a:pt x="95" y="123"/>
                  </a:cubicBezTo>
                  <a:cubicBezTo>
                    <a:pt x="95" y="131"/>
                    <a:pt x="96" y="134"/>
                    <a:pt x="101" y="136"/>
                  </a:cubicBezTo>
                  <a:close/>
                  <a:moveTo>
                    <a:pt x="131" y="150"/>
                  </a:moveTo>
                  <a:cubicBezTo>
                    <a:pt x="131" y="144"/>
                    <a:pt x="131" y="139"/>
                    <a:pt x="126" y="139"/>
                  </a:cubicBezTo>
                  <a:cubicBezTo>
                    <a:pt x="124" y="144"/>
                    <a:pt x="124" y="151"/>
                    <a:pt x="131" y="150"/>
                  </a:cubicBezTo>
                  <a:close/>
                  <a:moveTo>
                    <a:pt x="134" y="161"/>
                  </a:moveTo>
                  <a:cubicBezTo>
                    <a:pt x="137" y="163"/>
                    <a:pt x="151" y="165"/>
                    <a:pt x="151" y="157"/>
                  </a:cubicBezTo>
                  <a:cubicBezTo>
                    <a:pt x="147" y="151"/>
                    <a:pt x="134" y="153"/>
                    <a:pt x="134" y="161"/>
                  </a:cubicBezTo>
                  <a:close/>
                  <a:moveTo>
                    <a:pt x="151" y="37"/>
                  </a:moveTo>
                  <a:cubicBezTo>
                    <a:pt x="152" y="36"/>
                    <a:pt x="158" y="25"/>
                    <a:pt x="151" y="27"/>
                  </a:cubicBezTo>
                  <a:cubicBezTo>
                    <a:pt x="148" y="28"/>
                    <a:pt x="142" y="37"/>
                    <a:pt x="151" y="37"/>
                  </a:cubicBezTo>
                  <a:close/>
                  <a:moveTo>
                    <a:pt x="157" y="239"/>
                  </a:moveTo>
                  <a:cubicBezTo>
                    <a:pt x="163" y="247"/>
                    <a:pt x="176" y="249"/>
                    <a:pt x="185" y="243"/>
                  </a:cubicBezTo>
                  <a:cubicBezTo>
                    <a:pt x="170" y="237"/>
                    <a:pt x="168" y="218"/>
                    <a:pt x="163" y="200"/>
                  </a:cubicBezTo>
                  <a:cubicBezTo>
                    <a:pt x="158" y="208"/>
                    <a:pt x="165" y="212"/>
                    <a:pt x="159" y="217"/>
                  </a:cubicBezTo>
                  <a:cubicBezTo>
                    <a:pt x="151" y="209"/>
                    <a:pt x="146" y="224"/>
                    <a:pt x="139" y="218"/>
                  </a:cubicBezTo>
                  <a:cubicBezTo>
                    <a:pt x="142" y="225"/>
                    <a:pt x="145" y="234"/>
                    <a:pt x="143" y="247"/>
                  </a:cubicBezTo>
                  <a:cubicBezTo>
                    <a:pt x="154" y="247"/>
                    <a:pt x="143" y="225"/>
                    <a:pt x="156" y="227"/>
                  </a:cubicBezTo>
                  <a:cubicBezTo>
                    <a:pt x="158" y="229"/>
                    <a:pt x="157" y="234"/>
                    <a:pt x="157" y="239"/>
                  </a:cubicBezTo>
                  <a:close/>
                  <a:moveTo>
                    <a:pt x="173" y="39"/>
                  </a:moveTo>
                  <a:cubicBezTo>
                    <a:pt x="181" y="37"/>
                    <a:pt x="187" y="25"/>
                    <a:pt x="178" y="20"/>
                  </a:cubicBezTo>
                  <a:cubicBezTo>
                    <a:pt x="176" y="28"/>
                    <a:pt x="174" y="32"/>
                    <a:pt x="173" y="39"/>
                  </a:cubicBezTo>
                  <a:close/>
                  <a:moveTo>
                    <a:pt x="202" y="28"/>
                  </a:moveTo>
                  <a:cubicBezTo>
                    <a:pt x="190" y="36"/>
                    <a:pt x="178" y="43"/>
                    <a:pt x="173" y="58"/>
                  </a:cubicBezTo>
                  <a:cubicBezTo>
                    <a:pt x="187" y="53"/>
                    <a:pt x="197" y="42"/>
                    <a:pt x="202" y="28"/>
                  </a:cubicBezTo>
                  <a:close/>
                  <a:moveTo>
                    <a:pt x="157" y="191"/>
                  </a:moveTo>
                  <a:cubicBezTo>
                    <a:pt x="168" y="186"/>
                    <a:pt x="196" y="181"/>
                    <a:pt x="189" y="170"/>
                  </a:cubicBezTo>
                  <a:cubicBezTo>
                    <a:pt x="175" y="177"/>
                    <a:pt x="163" y="182"/>
                    <a:pt x="143" y="186"/>
                  </a:cubicBezTo>
                  <a:cubicBezTo>
                    <a:pt x="143" y="193"/>
                    <a:pt x="142" y="200"/>
                    <a:pt x="145" y="204"/>
                  </a:cubicBezTo>
                  <a:cubicBezTo>
                    <a:pt x="154" y="205"/>
                    <a:pt x="153" y="195"/>
                    <a:pt x="157" y="191"/>
                  </a:cubicBezTo>
                  <a:close/>
                  <a:moveTo>
                    <a:pt x="202" y="119"/>
                  </a:moveTo>
                  <a:cubicBezTo>
                    <a:pt x="196" y="117"/>
                    <a:pt x="187" y="119"/>
                    <a:pt x="186" y="127"/>
                  </a:cubicBezTo>
                  <a:cubicBezTo>
                    <a:pt x="192" y="125"/>
                    <a:pt x="191" y="133"/>
                    <a:pt x="197" y="132"/>
                  </a:cubicBezTo>
                  <a:cubicBezTo>
                    <a:pt x="197" y="125"/>
                    <a:pt x="202" y="125"/>
                    <a:pt x="202" y="119"/>
                  </a:cubicBezTo>
                  <a:close/>
                  <a:moveTo>
                    <a:pt x="189" y="72"/>
                  </a:moveTo>
                  <a:cubicBezTo>
                    <a:pt x="194" y="72"/>
                    <a:pt x="198" y="74"/>
                    <a:pt x="198" y="67"/>
                  </a:cubicBezTo>
                  <a:cubicBezTo>
                    <a:pt x="197" y="66"/>
                    <a:pt x="195" y="66"/>
                    <a:pt x="189" y="66"/>
                  </a:cubicBezTo>
                  <a:cubicBezTo>
                    <a:pt x="189" y="69"/>
                    <a:pt x="189" y="71"/>
                    <a:pt x="189" y="72"/>
                  </a:cubicBezTo>
                  <a:close/>
                  <a:moveTo>
                    <a:pt x="211" y="72"/>
                  </a:moveTo>
                  <a:cubicBezTo>
                    <a:pt x="212" y="70"/>
                    <a:pt x="209" y="69"/>
                    <a:pt x="209" y="66"/>
                  </a:cubicBezTo>
                  <a:cubicBezTo>
                    <a:pt x="206" y="65"/>
                    <a:pt x="202" y="66"/>
                    <a:pt x="201" y="67"/>
                  </a:cubicBezTo>
                  <a:cubicBezTo>
                    <a:pt x="200" y="74"/>
                    <a:pt x="208" y="75"/>
                    <a:pt x="211" y="72"/>
                  </a:cubicBezTo>
                  <a:close/>
                  <a:moveTo>
                    <a:pt x="192" y="166"/>
                  </a:moveTo>
                  <a:cubicBezTo>
                    <a:pt x="202" y="160"/>
                    <a:pt x="219" y="160"/>
                    <a:pt x="217" y="139"/>
                  </a:cubicBezTo>
                  <a:cubicBezTo>
                    <a:pt x="208" y="139"/>
                    <a:pt x="201" y="139"/>
                    <a:pt x="196" y="137"/>
                  </a:cubicBezTo>
                  <a:cubicBezTo>
                    <a:pt x="195" y="144"/>
                    <a:pt x="200" y="144"/>
                    <a:pt x="201" y="150"/>
                  </a:cubicBezTo>
                  <a:cubicBezTo>
                    <a:pt x="195" y="156"/>
                    <a:pt x="191" y="148"/>
                    <a:pt x="185" y="148"/>
                  </a:cubicBezTo>
                  <a:cubicBezTo>
                    <a:pt x="186" y="156"/>
                    <a:pt x="195" y="155"/>
                    <a:pt x="192" y="166"/>
                  </a:cubicBezTo>
                  <a:close/>
                  <a:moveTo>
                    <a:pt x="238" y="80"/>
                  </a:moveTo>
                  <a:cubicBezTo>
                    <a:pt x="238" y="72"/>
                    <a:pt x="234" y="62"/>
                    <a:pt x="227" y="67"/>
                  </a:cubicBezTo>
                  <a:cubicBezTo>
                    <a:pt x="227" y="76"/>
                    <a:pt x="233" y="77"/>
                    <a:pt x="238" y="80"/>
                  </a:cubicBezTo>
                  <a:close/>
                  <a:moveTo>
                    <a:pt x="235" y="115"/>
                  </a:moveTo>
                  <a:cubicBezTo>
                    <a:pt x="239" y="110"/>
                    <a:pt x="240" y="104"/>
                    <a:pt x="239" y="94"/>
                  </a:cubicBezTo>
                  <a:cubicBezTo>
                    <a:pt x="228" y="79"/>
                    <a:pt x="200" y="84"/>
                    <a:pt x="184" y="91"/>
                  </a:cubicBezTo>
                  <a:cubicBezTo>
                    <a:pt x="180" y="81"/>
                    <a:pt x="167" y="69"/>
                    <a:pt x="164" y="87"/>
                  </a:cubicBezTo>
                  <a:cubicBezTo>
                    <a:pt x="169" y="87"/>
                    <a:pt x="169" y="85"/>
                    <a:pt x="173" y="84"/>
                  </a:cubicBezTo>
                  <a:cubicBezTo>
                    <a:pt x="176" y="90"/>
                    <a:pt x="180" y="96"/>
                    <a:pt x="189" y="98"/>
                  </a:cubicBezTo>
                  <a:cubicBezTo>
                    <a:pt x="180" y="106"/>
                    <a:pt x="132" y="122"/>
                    <a:pt x="154" y="136"/>
                  </a:cubicBezTo>
                  <a:cubicBezTo>
                    <a:pt x="156" y="122"/>
                    <a:pt x="167" y="115"/>
                    <a:pt x="181" y="118"/>
                  </a:cubicBezTo>
                  <a:cubicBezTo>
                    <a:pt x="187" y="109"/>
                    <a:pt x="192" y="106"/>
                    <a:pt x="206" y="109"/>
                  </a:cubicBezTo>
                  <a:cubicBezTo>
                    <a:pt x="211" y="112"/>
                    <a:pt x="208" y="123"/>
                    <a:pt x="217" y="123"/>
                  </a:cubicBezTo>
                  <a:cubicBezTo>
                    <a:pt x="220" y="113"/>
                    <a:pt x="218" y="106"/>
                    <a:pt x="217" y="96"/>
                  </a:cubicBezTo>
                  <a:cubicBezTo>
                    <a:pt x="218" y="95"/>
                    <a:pt x="219" y="94"/>
                    <a:pt x="223" y="94"/>
                  </a:cubicBezTo>
                  <a:cubicBezTo>
                    <a:pt x="230" y="99"/>
                    <a:pt x="227" y="113"/>
                    <a:pt x="235" y="115"/>
                  </a:cubicBezTo>
                  <a:close/>
                  <a:moveTo>
                    <a:pt x="249" y="119"/>
                  </a:moveTo>
                  <a:cubicBezTo>
                    <a:pt x="253" y="115"/>
                    <a:pt x="252" y="114"/>
                    <a:pt x="251" y="106"/>
                  </a:cubicBezTo>
                  <a:cubicBezTo>
                    <a:pt x="249" y="106"/>
                    <a:pt x="247" y="106"/>
                    <a:pt x="246" y="106"/>
                  </a:cubicBezTo>
                  <a:cubicBezTo>
                    <a:pt x="246" y="112"/>
                    <a:pt x="244" y="119"/>
                    <a:pt x="249" y="119"/>
                  </a:cubicBezTo>
                  <a:close/>
                  <a:moveTo>
                    <a:pt x="290" y="233"/>
                  </a:moveTo>
                  <a:cubicBezTo>
                    <a:pt x="297" y="251"/>
                    <a:pt x="272" y="261"/>
                    <a:pt x="263" y="261"/>
                  </a:cubicBezTo>
                  <a:cubicBezTo>
                    <a:pt x="235" y="262"/>
                    <a:pt x="235" y="227"/>
                    <a:pt x="219" y="217"/>
                  </a:cubicBezTo>
                  <a:cubicBezTo>
                    <a:pt x="206" y="218"/>
                    <a:pt x="190" y="215"/>
                    <a:pt x="185" y="225"/>
                  </a:cubicBezTo>
                  <a:cubicBezTo>
                    <a:pt x="187" y="239"/>
                    <a:pt x="203" y="232"/>
                    <a:pt x="206" y="243"/>
                  </a:cubicBezTo>
                  <a:cubicBezTo>
                    <a:pt x="211" y="266"/>
                    <a:pt x="157" y="273"/>
                    <a:pt x="131" y="267"/>
                  </a:cubicBezTo>
                  <a:cubicBezTo>
                    <a:pt x="113" y="262"/>
                    <a:pt x="104" y="241"/>
                    <a:pt x="98" y="224"/>
                  </a:cubicBezTo>
                  <a:cubicBezTo>
                    <a:pt x="85" y="224"/>
                    <a:pt x="75" y="213"/>
                    <a:pt x="62" y="218"/>
                  </a:cubicBezTo>
                  <a:cubicBezTo>
                    <a:pt x="60" y="232"/>
                    <a:pt x="73" y="233"/>
                    <a:pt x="74" y="247"/>
                  </a:cubicBezTo>
                  <a:cubicBezTo>
                    <a:pt x="77" y="282"/>
                    <a:pt x="35" y="266"/>
                    <a:pt x="10" y="256"/>
                  </a:cubicBezTo>
                  <a:cubicBezTo>
                    <a:pt x="24" y="218"/>
                    <a:pt x="2" y="167"/>
                    <a:pt x="20" y="137"/>
                  </a:cubicBezTo>
                  <a:cubicBezTo>
                    <a:pt x="32" y="118"/>
                    <a:pt x="64" y="108"/>
                    <a:pt x="97" y="113"/>
                  </a:cubicBezTo>
                  <a:cubicBezTo>
                    <a:pt x="107" y="114"/>
                    <a:pt x="136" y="127"/>
                    <a:pt x="145" y="110"/>
                  </a:cubicBezTo>
                  <a:cubicBezTo>
                    <a:pt x="145" y="98"/>
                    <a:pt x="139" y="90"/>
                    <a:pt x="134" y="82"/>
                  </a:cubicBezTo>
                  <a:cubicBezTo>
                    <a:pt x="137" y="63"/>
                    <a:pt x="131" y="50"/>
                    <a:pt x="135" y="36"/>
                  </a:cubicBezTo>
                  <a:cubicBezTo>
                    <a:pt x="143" y="0"/>
                    <a:pt x="173" y="3"/>
                    <a:pt x="207" y="8"/>
                  </a:cubicBezTo>
                  <a:cubicBezTo>
                    <a:pt x="213" y="6"/>
                    <a:pt x="211" y="14"/>
                    <a:pt x="211" y="18"/>
                  </a:cubicBezTo>
                  <a:cubicBezTo>
                    <a:pt x="216" y="18"/>
                    <a:pt x="228" y="22"/>
                    <a:pt x="234" y="27"/>
                  </a:cubicBezTo>
                  <a:cubicBezTo>
                    <a:pt x="224" y="61"/>
                    <a:pt x="251" y="79"/>
                    <a:pt x="269" y="96"/>
                  </a:cubicBezTo>
                  <a:cubicBezTo>
                    <a:pt x="282" y="123"/>
                    <a:pt x="285" y="167"/>
                    <a:pt x="263" y="184"/>
                  </a:cubicBezTo>
                  <a:cubicBezTo>
                    <a:pt x="262" y="204"/>
                    <a:pt x="268" y="218"/>
                    <a:pt x="275" y="229"/>
                  </a:cubicBezTo>
                  <a:cubicBezTo>
                    <a:pt x="282" y="229"/>
                    <a:pt x="289" y="228"/>
                    <a:pt x="290" y="2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0" name="Freeform 35">
              <a:extLst>
                <a:ext uri="{FF2B5EF4-FFF2-40B4-BE49-F238E27FC236}">
                  <a16:creationId xmlns:a16="http://schemas.microsoft.com/office/drawing/2014/main" id="{A66A0811-B010-B46B-D787-EBFBA71EA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098" y="5055235"/>
              <a:ext cx="357187" cy="352425"/>
            </a:xfrm>
            <a:custGeom>
              <a:avLst/>
              <a:gdLst>
                <a:gd name="T0" fmla="*/ 138 w 138"/>
                <a:gd name="T1" fmla="*/ 77 h 136"/>
                <a:gd name="T2" fmla="*/ 125 w 138"/>
                <a:gd name="T3" fmla="*/ 72 h 136"/>
                <a:gd name="T4" fmla="*/ 58 w 138"/>
                <a:gd name="T5" fmla="*/ 136 h 136"/>
                <a:gd name="T6" fmla="*/ 67 w 138"/>
                <a:gd name="T7" fmla="*/ 36 h 136"/>
                <a:gd name="T8" fmla="*/ 29 w 138"/>
                <a:gd name="T9" fmla="*/ 101 h 136"/>
                <a:gd name="T10" fmla="*/ 0 w 138"/>
                <a:gd name="T11" fmla="*/ 72 h 136"/>
                <a:gd name="T12" fmla="*/ 41 w 138"/>
                <a:gd name="T13" fmla="*/ 50 h 136"/>
                <a:gd name="T14" fmla="*/ 62 w 138"/>
                <a:gd name="T15" fmla="*/ 2 h 136"/>
                <a:gd name="T16" fmla="*/ 84 w 138"/>
                <a:gd name="T17" fmla="*/ 20 h 136"/>
                <a:gd name="T18" fmla="*/ 72 w 138"/>
                <a:gd name="T19" fmla="*/ 110 h 136"/>
                <a:gd name="T20" fmla="*/ 113 w 138"/>
                <a:gd name="T21" fmla="*/ 67 h 136"/>
                <a:gd name="T22" fmla="*/ 108 w 138"/>
                <a:gd name="T23" fmla="*/ 49 h 136"/>
                <a:gd name="T24" fmla="*/ 138 w 138"/>
                <a:gd name="T25" fmla="*/ 77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136">
                  <a:moveTo>
                    <a:pt x="138" y="77"/>
                  </a:moveTo>
                  <a:cubicBezTo>
                    <a:pt x="134" y="81"/>
                    <a:pt x="130" y="73"/>
                    <a:pt x="125" y="72"/>
                  </a:cubicBezTo>
                  <a:cubicBezTo>
                    <a:pt x="99" y="88"/>
                    <a:pt x="84" y="117"/>
                    <a:pt x="58" y="136"/>
                  </a:cubicBezTo>
                  <a:cubicBezTo>
                    <a:pt x="56" y="105"/>
                    <a:pt x="66" y="71"/>
                    <a:pt x="67" y="36"/>
                  </a:cubicBezTo>
                  <a:cubicBezTo>
                    <a:pt x="50" y="52"/>
                    <a:pt x="15" y="74"/>
                    <a:pt x="29" y="101"/>
                  </a:cubicBezTo>
                  <a:cubicBezTo>
                    <a:pt x="18" y="98"/>
                    <a:pt x="7" y="83"/>
                    <a:pt x="0" y="72"/>
                  </a:cubicBezTo>
                  <a:cubicBezTo>
                    <a:pt x="15" y="82"/>
                    <a:pt x="26" y="67"/>
                    <a:pt x="41" y="50"/>
                  </a:cubicBezTo>
                  <a:cubicBezTo>
                    <a:pt x="57" y="33"/>
                    <a:pt x="72" y="24"/>
                    <a:pt x="62" y="2"/>
                  </a:cubicBezTo>
                  <a:cubicBezTo>
                    <a:pt x="70" y="0"/>
                    <a:pt x="75" y="16"/>
                    <a:pt x="84" y="20"/>
                  </a:cubicBezTo>
                  <a:cubicBezTo>
                    <a:pt x="79" y="49"/>
                    <a:pt x="78" y="82"/>
                    <a:pt x="72" y="110"/>
                  </a:cubicBezTo>
                  <a:cubicBezTo>
                    <a:pt x="90" y="100"/>
                    <a:pt x="100" y="82"/>
                    <a:pt x="113" y="67"/>
                  </a:cubicBezTo>
                  <a:cubicBezTo>
                    <a:pt x="114" y="58"/>
                    <a:pt x="108" y="57"/>
                    <a:pt x="108" y="49"/>
                  </a:cubicBezTo>
                  <a:cubicBezTo>
                    <a:pt x="117" y="52"/>
                    <a:pt x="136" y="68"/>
                    <a:pt x="138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1" name="Freeform 36">
              <a:extLst>
                <a:ext uri="{FF2B5EF4-FFF2-40B4-BE49-F238E27FC236}">
                  <a16:creationId xmlns:a16="http://schemas.microsoft.com/office/drawing/2014/main" id="{73BCD84A-8793-9DEB-E7B5-D92B950D7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873" y="4920298"/>
              <a:ext cx="265112" cy="242888"/>
            </a:xfrm>
            <a:custGeom>
              <a:avLst/>
              <a:gdLst>
                <a:gd name="T0" fmla="*/ 74 w 102"/>
                <a:gd name="T1" fmla="*/ 0 h 94"/>
                <a:gd name="T2" fmla="*/ 102 w 102"/>
                <a:gd name="T3" fmla="*/ 37 h 94"/>
                <a:gd name="T4" fmla="*/ 87 w 102"/>
                <a:gd name="T5" fmla="*/ 29 h 94"/>
                <a:gd name="T6" fmla="*/ 25 w 102"/>
                <a:gd name="T7" fmla="*/ 80 h 94"/>
                <a:gd name="T8" fmla="*/ 28 w 102"/>
                <a:gd name="T9" fmla="*/ 94 h 94"/>
                <a:gd name="T10" fmla="*/ 0 w 102"/>
                <a:gd name="T11" fmla="*/ 58 h 94"/>
                <a:gd name="T12" fmla="*/ 15 w 102"/>
                <a:gd name="T13" fmla="*/ 64 h 94"/>
                <a:gd name="T14" fmla="*/ 77 w 102"/>
                <a:gd name="T15" fmla="*/ 15 h 94"/>
                <a:gd name="T16" fmla="*/ 74 w 102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94">
                  <a:moveTo>
                    <a:pt x="74" y="0"/>
                  </a:moveTo>
                  <a:cubicBezTo>
                    <a:pt x="85" y="2"/>
                    <a:pt x="99" y="25"/>
                    <a:pt x="102" y="37"/>
                  </a:cubicBezTo>
                  <a:cubicBezTo>
                    <a:pt x="94" y="35"/>
                    <a:pt x="94" y="29"/>
                    <a:pt x="87" y="29"/>
                  </a:cubicBezTo>
                  <a:cubicBezTo>
                    <a:pt x="66" y="44"/>
                    <a:pt x="44" y="61"/>
                    <a:pt x="25" y="80"/>
                  </a:cubicBezTo>
                  <a:cubicBezTo>
                    <a:pt x="25" y="86"/>
                    <a:pt x="32" y="88"/>
                    <a:pt x="28" y="94"/>
                  </a:cubicBezTo>
                  <a:cubicBezTo>
                    <a:pt x="16" y="85"/>
                    <a:pt x="9" y="72"/>
                    <a:pt x="0" y="58"/>
                  </a:cubicBezTo>
                  <a:cubicBezTo>
                    <a:pt x="6" y="53"/>
                    <a:pt x="9" y="64"/>
                    <a:pt x="15" y="64"/>
                  </a:cubicBezTo>
                  <a:cubicBezTo>
                    <a:pt x="36" y="49"/>
                    <a:pt x="59" y="34"/>
                    <a:pt x="77" y="15"/>
                  </a:cubicBezTo>
                  <a:cubicBezTo>
                    <a:pt x="79" y="7"/>
                    <a:pt x="74" y="6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2" name="Freeform 37">
              <a:extLst>
                <a:ext uri="{FF2B5EF4-FFF2-40B4-BE49-F238E27FC236}">
                  <a16:creationId xmlns:a16="http://schemas.microsoft.com/office/drawing/2014/main" id="{4C1F425D-B2DB-D9D4-4120-E430F9A74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710" y="4769485"/>
              <a:ext cx="320675" cy="184150"/>
            </a:xfrm>
            <a:custGeom>
              <a:avLst/>
              <a:gdLst>
                <a:gd name="T0" fmla="*/ 124 w 124"/>
                <a:gd name="T1" fmla="*/ 36 h 71"/>
                <a:gd name="T2" fmla="*/ 113 w 124"/>
                <a:gd name="T3" fmla="*/ 30 h 71"/>
                <a:gd name="T4" fmla="*/ 36 w 124"/>
                <a:gd name="T5" fmla="*/ 64 h 71"/>
                <a:gd name="T6" fmla="*/ 38 w 124"/>
                <a:gd name="T7" fmla="*/ 11 h 71"/>
                <a:gd name="T8" fmla="*/ 43 w 124"/>
                <a:gd name="T9" fmla="*/ 24 h 71"/>
                <a:gd name="T10" fmla="*/ 41 w 124"/>
                <a:gd name="T11" fmla="*/ 28 h 71"/>
                <a:gd name="T12" fmla="*/ 22 w 124"/>
                <a:gd name="T13" fmla="*/ 30 h 71"/>
                <a:gd name="T14" fmla="*/ 27 w 124"/>
                <a:gd name="T15" fmla="*/ 52 h 71"/>
                <a:gd name="T16" fmla="*/ 103 w 124"/>
                <a:gd name="T17" fmla="*/ 14 h 71"/>
                <a:gd name="T18" fmla="*/ 102 w 124"/>
                <a:gd name="T19" fmla="*/ 0 h 71"/>
                <a:gd name="T20" fmla="*/ 124 w 124"/>
                <a:gd name="T21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4" h="71">
                  <a:moveTo>
                    <a:pt x="124" y="36"/>
                  </a:moveTo>
                  <a:cubicBezTo>
                    <a:pt x="119" y="41"/>
                    <a:pt x="119" y="29"/>
                    <a:pt x="113" y="30"/>
                  </a:cubicBezTo>
                  <a:cubicBezTo>
                    <a:pt x="91" y="30"/>
                    <a:pt x="65" y="71"/>
                    <a:pt x="36" y="64"/>
                  </a:cubicBezTo>
                  <a:cubicBezTo>
                    <a:pt x="15" y="59"/>
                    <a:pt x="0" y="14"/>
                    <a:pt x="38" y="11"/>
                  </a:cubicBezTo>
                  <a:cubicBezTo>
                    <a:pt x="39" y="16"/>
                    <a:pt x="43" y="17"/>
                    <a:pt x="43" y="24"/>
                  </a:cubicBezTo>
                  <a:cubicBezTo>
                    <a:pt x="41" y="24"/>
                    <a:pt x="42" y="26"/>
                    <a:pt x="41" y="28"/>
                  </a:cubicBezTo>
                  <a:cubicBezTo>
                    <a:pt x="33" y="31"/>
                    <a:pt x="28" y="31"/>
                    <a:pt x="22" y="30"/>
                  </a:cubicBezTo>
                  <a:cubicBezTo>
                    <a:pt x="17" y="38"/>
                    <a:pt x="23" y="47"/>
                    <a:pt x="27" y="52"/>
                  </a:cubicBezTo>
                  <a:cubicBezTo>
                    <a:pt x="63" y="48"/>
                    <a:pt x="80" y="28"/>
                    <a:pt x="103" y="14"/>
                  </a:cubicBezTo>
                  <a:cubicBezTo>
                    <a:pt x="107" y="6"/>
                    <a:pt x="97" y="2"/>
                    <a:pt x="102" y="0"/>
                  </a:cubicBezTo>
                  <a:cubicBezTo>
                    <a:pt x="110" y="2"/>
                    <a:pt x="121" y="28"/>
                    <a:pt x="124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3" name="Freeform 38">
              <a:extLst>
                <a:ext uri="{FF2B5EF4-FFF2-40B4-BE49-F238E27FC236}">
                  <a16:creationId xmlns:a16="http://schemas.microsoft.com/office/drawing/2014/main" id="{C290AF30-39B5-8A06-559C-28C5571A92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560" y="4437698"/>
              <a:ext cx="307975" cy="287338"/>
            </a:xfrm>
            <a:custGeom>
              <a:avLst/>
              <a:gdLst>
                <a:gd name="T0" fmla="*/ 119 w 119"/>
                <a:gd name="T1" fmla="*/ 107 h 111"/>
                <a:gd name="T2" fmla="*/ 104 w 119"/>
                <a:gd name="T3" fmla="*/ 95 h 111"/>
                <a:gd name="T4" fmla="*/ 19 w 119"/>
                <a:gd name="T5" fmla="*/ 111 h 111"/>
                <a:gd name="T6" fmla="*/ 78 w 119"/>
                <a:gd name="T7" fmla="*/ 32 h 111"/>
                <a:gd name="T8" fmla="*/ 16 w 119"/>
                <a:gd name="T9" fmla="*/ 47 h 111"/>
                <a:gd name="T10" fmla="*/ 12 w 119"/>
                <a:gd name="T11" fmla="*/ 64 h 111"/>
                <a:gd name="T12" fmla="*/ 0 w 119"/>
                <a:gd name="T13" fmla="*/ 23 h 111"/>
                <a:gd name="T14" fmla="*/ 15 w 119"/>
                <a:gd name="T15" fmla="*/ 35 h 111"/>
                <a:gd name="T16" fmla="*/ 94 w 119"/>
                <a:gd name="T17" fmla="*/ 0 h 111"/>
                <a:gd name="T18" fmla="*/ 44 w 119"/>
                <a:gd name="T19" fmla="*/ 99 h 111"/>
                <a:gd name="T20" fmla="*/ 103 w 119"/>
                <a:gd name="T21" fmla="*/ 85 h 111"/>
                <a:gd name="T22" fmla="*/ 107 w 119"/>
                <a:gd name="T23" fmla="*/ 66 h 111"/>
                <a:gd name="T24" fmla="*/ 119 w 119"/>
                <a:gd name="T25" fmla="*/ 107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" h="111">
                  <a:moveTo>
                    <a:pt x="119" y="107"/>
                  </a:moveTo>
                  <a:cubicBezTo>
                    <a:pt x="108" y="109"/>
                    <a:pt x="111" y="96"/>
                    <a:pt x="104" y="95"/>
                  </a:cubicBezTo>
                  <a:cubicBezTo>
                    <a:pt x="77" y="96"/>
                    <a:pt x="45" y="110"/>
                    <a:pt x="19" y="111"/>
                  </a:cubicBezTo>
                  <a:cubicBezTo>
                    <a:pt x="33" y="80"/>
                    <a:pt x="61" y="61"/>
                    <a:pt x="78" y="32"/>
                  </a:cubicBezTo>
                  <a:cubicBezTo>
                    <a:pt x="61" y="33"/>
                    <a:pt x="34" y="39"/>
                    <a:pt x="16" y="47"/>
                  </a:cubicBezTo>
                  <a:cubicBezTo>
                    <a:pt x="14" y="51"/>
                    <a:pt x="16" y="61"/>
                    <a:pt x="12" y="64"/>
                  </a:cubicBezTo>
                  <a:cubicBezTo>
                    <a:pt x="4" y="56"/>
                    <a:pt x="5" y="37"/>
                    <a:pt x="0" y="23"/>
                  </a:cubicBezTo>
                  <a:cubicBezTo>
                    <a:pt x="11" y="21"/>
                    <a:pt x="8" y="34"/>
                    <a:pt x="15" y="35"/>
                  </a:cubicBezTo>
                  <a:cubicBezTo>
                    <a:pt x="45" y="29"/>
                    <a:pt x="88" y="33"/>
                    <a:pt x="94" y="0"/>
                  </a:cubicBezTo>
                  <a:cubicBezTo>
                    <a:pt x="118" y="42"/>
                    <a:pt x="56" y="68"/>
                    <a:pt x="44" y="99"/>
                  </a:cubicBezTo>
                  <a:cubicBezTo>
                    <a:pt x="65" y="95"/>
                    <a:pt x="85" y="91"/>
                    <a:pt x="103" y="85"/>
                  </a:cubicBezTo>
                  <a:cubicBezTo>
                    <a:pt x="105" y="80"/>
                    <a:pt x="103" y="71"/>
                    <a:pt x="107" y="66"/>
                  </a:cubicBezTo>
                  <a:cubicBezTo>
                    <a:pt x="115" y="75"/>
                    <a:pt x="114" y="95"/>
                    <a:pt x="119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4" name="Freeform 39">
              <a:extLst>
                <a:ext uri="{FF2B5EF4-FFF2-40B4-BE49-F238E27FC236}">
                  <a16:creationId xmlns:a16="http://schemas.microsoft.com/office/drawing/2014/main" id="{EC5ABF3C-40F8-0BEF-57C8-CD5583857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635" y="3866198"/>
              <a:ext cx="269875" cy="282575"/>
            </a:xfrm>
            <a:custGeom>
              <a:avLst/>
              <a:gdLst>
                <a:gd name="T0" fmla="*/ 100 w 104"/>
                <a:gd name="T1" fmla="*/ 0 h 109"/>
                <a:gd name="T2" fmla="*/ 100 w 104"/>
                <a:gd name="T3" fmla="*/ 30 h 109"/>
                <a:gd name="T4" fmla="*/ 29 w 104"/>
                <a:gd name="T5" fmla="*/ 83 h 109"/>
                <a:gd name="T6" fmla="*/ 96 w 104"/>
                <a:gd name="T7" fmla="*/ 68 h 109"/>
                <a:gd name="T8" fmla="*/ 99 w 104"/>
                <a:gd name="T9" fmla="*/ 109 h 109"/>
                <a:gd name="T10" fmla="*/ 87 w 104"/>
                <a:gd name="T11" fmla="*/ 92 h 109"/>
                <a:gd name="T12" fmla="*/ 1 w 104"/>
                <a:gd name="T13" fmla="*/ 91 h 109"/>
                <a:gd name="T14" fmla="*/ 78 w 104"/>
                <a:gd name="T15" fmla="*/ 26 h 109"/>
                <a:gd name="T16" fmla="*/ 13 w 104"/>
                <a:gd name="T17" fmla="*/ 28 h 109"/>
                <a:gd name="T18" fmla="*/ 7 w 104"/>
                <a:gd name="T19" fmla="*/ 43 h 109"/>
                <a:gd name="T20" fmla="*/ 5 w 104"/>
                <a:gd name="T21" fmla="*/ 1 h 109"/>
                <a:gd name="T22" fmla="*/ 12 w 104"/>
                <a:gd name="T23" fmla="*/ 15 h 109"/>
                <a:gd name="T24" fmla="*/ 88 w 104"/>
                <a:gd name="T25" fmla="*/ 15 h 109"/>
                <a:gd name="T26" fmla="*/ 95 w 104"/>
                <a:gd name="T27" fmla="*/ 0 h 109"/>
                <a:gd name="T28" fmla="*/ 100 w 104"/>
                <a:gd name="T2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9">
                  <a:moveTo>
                    <a:pt x="100" y="0"/>
                  </a:moveTo>
                  <a:cubicBezTo>
                    <a:pt x="100" y="10"/>
                    <a:pt x="100" y="20"/>
                    <a:pt x="100" y="30"/>
                  </a:cubicBezTo>
                  <a:cubicBezTo>
                    <a:pt x="76" y="47"/>
                    <a:pt x="52" y="66"/>
                    <a:pt x="29" y="83"/>
                  </a:cubicBezTo>
                  <a:cubicBezTo>
                    <a:pt x="52" y="86"/>
                    <a:pt x="95" y="93"/>
                    <a:pt x="96" y="68"/>
                  </a:cubicBezTo>
                  <a:cubicBezTo>
                    <a:pt x="104" y="73"/>
                    <a:pt x="100" y="100"/>
                    <a:pt x="99" y="109"/>
                  </a:cubicBezTo>
                  <a:cubicBezTo>
                    <a:pt x="91" y="107"/>
                    <a:pt x="94" y="93"/>
                    <a:pt x="87" y="92"/>
                  </a:cubicBezTo>
                  <a:cubicBezTo>
                    <a:pt x="58" y="91"/>
                    <a:pt x="27" y="95"/>
                    <a:pt x="1" y="91"/>
                  </a:cubicBezTo>
                  <a:cubicBezTo>
                    <a:pt x="22" y="63"/>
                    <a:pt x="55" y="50"/>
                    <a:pt x="78" y="26"/>
                  </a:cubicBezTo>
                  <a:cubicBezTo>
                    <a:pt x="62" y="28"/>
                    <a:pt x="29" y="24"/>
                    <a:pt x="13" y="28"/>
                  </a:cubicBezTo>
                  <a:cubicBezTo>
                    <a:pt x="10" y="30"/>
                    <a:pt x="11" y="39"/>
                    <a:pt x="7" y="43"/>
                  </a:cubicBezTo>
                  <a:cubicBezTo>
                    <a:pt x="0" y="36"/>
                    <a:pt x="3" y="10"/>
                    <a:pt x="5" y="1"/>
                  </a:cubicBezTo>
                  <a:cubicBezTo>
                    <a:pt x="12" y="1"/>
                    <a:pt x="8" y="12"/>
                    <a:pt x="12" y="15"/>
                  </a:cubicBezTo>
                  <a:cubicBezTo>
                    <a:pt x="35" y="19"/>
                    <a:pt x="66" y="21"/>
                    <a:pt x="88" y="15"/>
                  </a:cubicBezTo>
                  <a:cubicBezTo>
                    <a:pt x="91" y="11"/>
                    <a:pt x="95" y="7"/>
                    <a:pt x="95" y="0"/>
                  </a:cubicBezTo>
                  <a:cubicBezTo>
                    <a:pt x="96" y="0"/>
                    <a:pt x="99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5" name="Freeform 40">
              <a:extLst>
                <a:ext uri="{FF2B5EF4-FFF2-40B4-BE49-F238E27FC236}">
                  <a16:creationId xmlns:a16="http://schemas.microsoft.com/office/drawing/2014/main" id="{71683E3E-7FC7-D87B-D9C4-F28D7FD332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78635" y="4175760"/>
              <a:ext cx="269875" cy="271463"/>
            </a:xfrm>
            <a:custGeom>
              <a:avLst/>
              <a:gdLst>
                <a:gd name="T0" fmla="*/ 46 w 104"/>
                <a:gd name="T1" fmla="*/ 58 h 105"/>
                <a:gd name="T2" fmla="*/ 79 w 104"/>
                <a:gd name="T3" fmla="*/ 40 h 105"/>
                <a:gd name="T4" fmla="*/ 43 w 104"/>
                <a:gd name="T5" fmla="*/ 33 h 105"/>
                <a:gd name="T6" fmla="*/ 46 w 104"/>
                <a:gd name="T7" fmla="*/ 58 h 105"/>
                <a:gd name="T8" fmla="*/ 104 w 104"/>
                <a:gd name="T9" fmla="*/ 41 h 105"/>
                <a:gd name="T10" fmla="*/ 62 w 104"/>
                <a:gd name="T11" fmla="*/ 67 h 105"/>
                <a:gd name="T12" fmla="*/ 19 w 104"/>
                <a:gd name="T13" fmla="*/ 89 h 105"/>
                <a:gd name="T14" fmla="*/ 11 w 104"/>
                <a:gd name="T15" fmla="*/ 105 h 105"/>
                <a:gd name="T16" fmla="*/ 8 w 104"/>
                <a:gd name="T17" fmla="*/ 62 h 105"/>
                <a:gd name="T18" fmla="*/ 16 w 104"/>
                <a:gd name="T19" fmla="*/ 74 h 105"/>
                <a:gd name="T20" fmla="*/ 40 w 104"/>
                <a:gd name="T21" fmla="*/ 63 h 105"/>
                <a:gd name="T22" fmla="*/ 38 w 104"/>
                <a:gd name="T23" fmla="*/ 31 h 105"/>
                <a:gd name="T24" fmla="*/ 13 w 104"/>
                <a:gd name="T25" fmla="*/ 24 h 105"/>
                <a:gd name="T26" fmla="*/ 8 w 104"/>
                <a:gd name="T27" fmla="*/ 38 h 105"/>
                <a:gd name="T28" fmla="*/ 1 w 104"/>
                <a:gd name="T29" fmla="*/ 1 h 105"/>
                <a:gd name="T30" fmla="*/ 12 w 104"/>
                <a:gd name="T31" fmla="*/ 14 h 105"/>
                <a:gd name="T32" fmla="*/ 104 w 104"/>
                <a:gd name="T3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4" h="105">
                  <a:moveTo>
                    <a:pt x="46" y="58"/>
                  </a:moveTo>
                  <a:cubicBezTo>
                    <a:pt x="60" y="54"/>
                    <a:pt x="69" y="48"/>
                    <a:pt x="79" y="40"/>
                  </a:cubicBezTo>
                  <a:cubicBezTo>
                    <a:pt x="67" y="39"/>
                    <a:pt x="55" y="29"/>
                    <a:pt x="43" y="33"/>
                  </a:cubicBezTo>
                  <a:cubicBezTo>
                    <a:pt x="46" y="39"/>
                    <a:pt x="45" y="50"/>
                    <a:pt x="46" y="58"/>
                  </a:cubicBezTo>
                  <a:close/>
                  <a:moveTo>
                    <a:pt x="104" y="41"/>
                  </a:moveTo>
                  <a:cubicBezTo>
                    <a:pt x="95" y="55"/>
                    <a:pt x="77" y="59"/>
                    <a:pt x="62" y="67"/>
                  </a:cubicBezTo>
                  <a:cubicBezTo>
                    <a:pt x="47" y="74"/>
                    <a:pt x="34" y="83"/>
                    <a:pt x="19" y="89"/>
                  </a:cubicBezTo>
                  <a:cubicBezTo>
                    <a:pt x="17" y="96"/>
                    <a:pt x="17" y="105"/>
                    <a:pt x="11" y="105"/>
                  </a:cubicBezTo>
                  <a:cubicBezTo>
                    <a:pt x="12" y="89"/>
                    <a:pt x="5" y="73"/>
                    <a:pt x="8" y="62"/>
                  </a:cubicBezTo>
                  <a:cubicBezTo>
                    <a:pt x="14" y="62"/>
                    <a:pt x="12" y="71"/>
                    <a:pt x="16" y="74"/>
                  </a:cubicBezTo>
                  <a:cubicBezTo>
                    <a:pt x="25" y="72"/>
                    <a:pt x="32" y="67"/>
                    <a:pt x="40" y="63"/>
                  </a:cubicBezTo>
                  <a:cubicBezTo>
                    <a:pt x="41" y="50"/>
                    <a:pt x="38" y="43"/>
                    <a:pt x="38" y="31"/>
                  </a:cubicBezTo>
                  <a:cubicBezTo>
                    <a:pt x="32" y="22"/>
                    <a:pt x="25" y="25"/>
                    <a:pt x="13" y="24"/>
                  </a:cubicBezTo>
                  <a:cubicBezTo>
                    <a:pt x="7" y="24"/>
                    <a:pt x="13" y="36"/>
                    <a:pt x="8" y="38"/>
                  </a:cubicBezTo>
                  <a:cubicBezTo>
                    <a:pt x="0" y="33"/>
                    <a:pt x="3" y="14"/>
                    <a:pt x="1" y="1"/>
                  </a:cubicBezTo>
                  <a:cubicBezTo>
                    <a:pt x="10" y="0"/>
                    <a:pt x="8" y="10"/>
                    <a:pt x="12" y="14"/>
                  </a:cubicBezTo>
                  <a:cubicBezTo>
                    <a:pt x="41" y="24"/>
                    <a:pt x="76" y="29"/>
                    <a:pt x="104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</p:grpSp>
      <p:sp>
        <p:nvSpPr>
          <p:cNvPr id="5" name="椭圆 4">
            <a:extLst>
              <a:ext uri="{FF2B5EF4-FFF2-40B4-BE49-F238E27FC236}">
                <a16:creationId xmlns:a16="http://schemas.microsoft.com/office/drawing/2014/main" id="{32D2C551-1AF0-1441-97EE-1642CDC106F4}"/>
              </a:ext>
            </a:extLst>
          </p:cNvPr>
          <p:cNvSpPr/>
          <p:nvPr/>
        </p:nvSpPr>
        <p:spPr>
          <a:xfrm>
            <a:off x="2028715" y="1207859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1</a:t>
            </a:r>
            <a:endParaRPr lang="zh-CN" altLang="en-US" sz="2400" dirty="0">
              <a:latin typeface="+mn-ea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669015C-A114-5D0A-C7D7-3D68548E11BD}"/>
              </a:ext>
            </a:extLst>
          </p:cNvPr>
          <p:cNvSpPr/>
          <p:nvPr/>
        </p:nvSpPr>
        <p:spPr>
          <a:xfrm>
            <a:off x="2028715" y="2029465"/>
            <a:ext cx="377936" cy="3779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2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B97842C-AB34-2318-FC72-899D0A02FBB1}"/>
              </a:ext>
            </a:extLst>
          </p:cNvPr>
          <p:cNvSpPr/>
          <p:nvPr/>
        </p:nvSpPr>
        <p:spPr>
          <a:xfrm>
            <a:off x="2028715" y="2851071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3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BBCA9DA-C0E3-250E-2607-85F201711D92}"/>
              </a:ext>
            </a:extLst>
          </p:cNvPr>
          <p:cNvSpPr/>
          <p:nvPr/>
        </p:nvSpPr>
        <p:spPr>
          <a:xfrm>
            <a:off x="2028715" y="3672677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4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9F4EA58-2D21-B096-DE43-601EDC08395A}"/>
              </a:ext>
            </a:extLst>
          </p:cNvPr>
          <p:cNvSpPr/>
          <p:nvPr/>
        </p:nvSpPr>
        <p:spPr>
          <a:xfrm>
            <a:off x="2028715" y="4494283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5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FF3FB2E-7A09-15BD-B514-8CE2B8C13131}"/>
              </a:ext>
            </a:extLst>
          </p:cNvPr>
          <p:cNvSpPr/>
          <p:nvPr/>
        </p:nvSpPr>
        <p:spPr>
          <a:xfrm>
            <a:off x="2028715" y="5315887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6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3" name="文本占位符 22">
            <a:extLst>
              <a:ext uri="{FF2B5EF4-FFF2-40B4-BE49-F238E27FC236}">
                <a16:creationId xmlns:a16="http://schemas.microsoft.com/office/drawing/2014/main" id="{37A6DDFD-E504-8E3D-1AF2-321C9CE5B1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6819" y="1144222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4" name="文本占位符 22">
            <a:extLst>
              <a:ext uri="{FF2B5EF4-FFF2-40B4-BE49-F238E27FC236}">
                <a16:creationId xmlns:a16="http://schemas.microsoft.com/office/drawing/2014/main" id="{2B5AA712-64EC-5C09-FCF6-0225BD3B1B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96819" y="1949818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5" name="文本占位符 22">
            <a:extLst>
              <a:ext uri="{FF2B5EF4-FFF2-40B4-BE49-F238E27FC236}">
                <a16:creationId xmlns:a16="http://schemas.microsoft.com/office/drawing/2014/main" id="{F3C60BF2-0AC4-FA3C-8327-243CEE8C16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6819" y="2774926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6" name="文本占位符 22">
            <a:extLst>
              <a:ext uri="{FF2B5EF4-FFF2-40B4-BE49-F238E27FC236}">
                <a16:creationId xmlns:a16="http://schemas.microsoft.com/office/drawing/2014/main" id="{EE3E7D4F-980F-4A62-ECC7-94D085ACBA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96819" y="3600034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7" name="文本占位符 22">
            <a:extLst>
              <a:ext uri="{FF2B5EF4-FFF2-40B4-BE49-F238E27FC236}">
                <a16:creationId xmlns:a16="http://schemas.microsoft.com/office/drawing/2014/main" id="{A61553FE-DC04-10B5-6D4A-0465CE167B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96819" y="4402518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8" name="文本占位符 22">
            <a:extLst>
              <a:ext uri="{FF2B5EF4-FFF2-40B4-BE49-F238E27FC236}">
                <a16:creationId xmlns:a16="http://schemas.microsoft.com/office/drawing/2014/main" id="{ADF75CB8-301A-9522-DB7A-9359F0360B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496819" y="5242886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36440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（六节_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76B31C-484D-1243-346E-0D8FEF10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36020" y="6538913"/>
            <a:ext cx="601472" cy="319088"/>
          </a:xfrm>
        </p:spPr>
        <p:txBody>
          <a:bodyPr/>
          <a:lstStyle>
            <a:lvl1pPr>
              <a:defRPr lang="en-US" altLang="zh-CN" sz="1600" kern="1200" dirty="0" smtClean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05389D-C31E-4256-1684-8F4385C7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2112" y="6538913"/>
            <a:ext cx="673608" cy="319088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C87181AA-4DAD-42D9-B724-3F8AD1554AD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8EC224A-60D3-3041-D2B7-8A3EFFA30928}"/>
              </a:ext>
            </a:extLst>
          </p:cNvPr>
          <p:cNvGrpSpPr/>
          <p:nvPr userDrawn="1"/>
        </p:nvGrpSpPr>
        <p:grpSpPr>
          <a:xfrm>
            <a:off x="9371152" y="825910"/>
            <a:ext cx="4209136" cy="5349742"/>
            <a:chOff x="1508760" y="1972310"/>
            <a:chExt cx="3309937" cy="4206875"/>
          </a:xfrm>
          <a:solidFill>
            <a:schemeClr val="accent1">
              <a:alpha val="15000"/>
            </a:schemeClr>
          </a:solidFill>
        </p:grpSpPr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B1B0C16C-5953-AFF3-A85A-6BF2B1EB5F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08760" y="1972310"/>
              <a:ext cx="3309937" cy="4206875"/>
            </a:xfrm>
            <a:custGeom>
              <a:avLst/>
              <a:gdLst>
                <a:gd name="T0" fmla="*/ 1226 w 1275"/>
                <a:gd name="T1" fmla="*/ 588 h 1621"/>
                <a:gd name="T2" fmla="*/ 1228 w 1275"/>
                <a:gd name="T3" fmla="*/ 60 h 1621"/>
                <a:gd name="T4" fmla="*/ 935 w 1275"/>
                <a:gd name="T5" fmla="*/ 117 h 1621"/>
                <a:gd name="T6" fmla="*/ 644 w 1275"/>
                <a:gd name="T7" fmla="*/ 51 h 1621"/>
                <a:gd name="T8" fmla="*/ 88 w 1275"/>
                <a:gd name="T9" fmla="*/ 72 h 1621"/>
                <a:gd name="T10" fmla="*/ 59 w 1275"/>
                <a:gd name="T11" fmla="*/ 63 h 1621"/>
                <a:gd name="T12" fmla="*/ 61 w 1275"/>
                <a:gd name="T13" fmla="*/ 589 h 1621"/>
                <a:gd name="T14" fmla="*/ 96 w 1275"/>
                <a:gd name="T15" fmla="*/ 1079 h 1621"/>
                <a:gd name="T16" fmla="*/ 308 w 1275"/>
                <a:gd name="T17" fmla="*/ 1392 h 1621"/>
                <a:gd name="T18" fmla="*/ 646 w 1275"/>
                <a:gd name="T19" fmla="*/ 1572 h 1621"/>
                <a:gd name="T20" fmla="*/ 980 w 1275"/>
                <a:gd name="T21" fmla="*/ 1392 h 1621"/>
                <a:gd name="T22" fmla="*/ 1190 w 1275"/>
                <a:gd name="T23" fmla="*/ 1079 h 1621"/>
                <a:gd name="T24" fmla="*/ 1226 w 1275"/>
                <a:gd name="T25" fmla="*/ 588 h 1621"/>
                <a:gd name="T26" fmla="*/ 1267 w 1275"/>
                <a:gd name="T27" fmla="*/ 3 h 1621"/>
                <a:gd name="T28" fmla="*/ 1265 w 1275"/>
                <a:gd name="T29" fmla="*/ 566 h 1621"/>
                <a:gd name="T30" fmla="*/ 1228 w 1275"/>
                <a:gd name="T31" fmla="*/ 1092 h 1621"/>
                <a:gd name="T32" fmla="*/ 996 w 1275"/>
                <a:gd name="T33" fmla="*/ 1418 h 1621"/>
                <a:gd name="T34" fmla="*/ 643 w 1275"/>
                <a:gd name="T35" fmla="*/ 1621 h 1621"/>
                <a:gd name="T36" fmla="*/ 336 w 1275"/>
                <a:gd name="T37" fmla="*/ 1452 h 1621"/>
                <a:gd name="T38" fmla="*/ 107 w 1275"/>
                <a:gd name="T39" fmla="*/ 1203 h 1621"/>
                <a:gd name="T40" fmla="*/ 41 w 1275"/>
                <a:gd name="T41" fmla="*/ 1028 h 1621"/>
                <a:gd name="T42" fmla="*/ 17 w 1275"/>
                <a:gd name="T43" fmla="*/ 318 h 1621"/>
                <a:gd name="T44" fmla="*/ 17 w 1275"/>
                <a:gd name="T45" fmla="*/ 0 h 1621"/>
                <a:gd name="T46" fmla="*/ 331 w 1275"/>
                <a:gd name="T47" fmla="*/ 82 h 1621"/>
                <a:gd name="T48" fmla="*/ 644 w 1275"/>
                <a:gd name="T49" fmla="*/ 7 h 1621"/>
                <a:gd name="T50" fmla="*/ 962 w 1275"/>
                <a:gd name="T51" fmla="*/ 82 h 1621"/>
                <a:gd name="T52" fmla="*/ 1238 w 1275"/>
                <a:gd name="T53" fmla="*/ 17 h 1621"/>
                <a:gd name="T54" fmla="*/ 1267 w 1275"/>
                <a:gd name="T55" fmla="*/ 3 h 1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5" h="1621">
                  <a:moveTo>
                    <a:pt x="1226" y="588"/>
                  </a:moveTo>
                  <a:cubicBezTo>
                    <a:pt x="1226" y="410"/>
                    <a:pt x="1227" y="232"/>
                    <a:pt x="1228" y="60"/>
                  </a:cubicBezTo>
                  <a:cubicBezTo>
                    <a:pt x="1146" y="96"/>
                    <a:pt x="1049" y="120"/>
                    <a:pt x="935" y="117"/>
                  </a:cubicBezTo>
                  <a:cubicBezTo>
                    <a:pt x="827" y="116"/>
                    <a:pt x="720" y="94"/>
                    <a:pt x="644" y="51"/>
                  </a:cubicBezTo>
                  <a:cubicBezTo>
                    <a:pt x="511" y="134"/>
                    <a:pt x="242" y="136"/>
                    <a:pt x="88" y="72"/>
                  </a:cubicBezTo>
                  <a:cubicBezTo>
                    <a:pt x="79" y="68"/>
                    <a:pt x="68" y="60"/>
                    <a:pt x="59" y="63"/>
                  </a:cubicBezTo>
                  <a:cubicBezTo>
                    <a:pt x="57" y="236"/>
                    <a:pt x="61" y="413"/>
                    <a:pt x="61" y="589"/>
                  </a:cubicBezTo>
                  <a:cubicBezTo>
                    <a:pt x="61" y="769"/>
                    <a:pt x="50" y="941"/>
                    <a:pt x="96" y="1079"/>
                  </a:cubicBezTo>
                  <a:cubicBezTo>
                    <a:pt x="140" y="1211"/>
                    <a:pt x="213" y="1316"/>
                    <a:pt x="308" y="1392"/>
                  </a:cubicBezTo>
                  <a:cubicBezTo>
                    <a:pt x="404" y="1466"/>
                    <a:pt x="529" y="1507"/>
                    <a:pt x="646" y="1572"/>
                  </a:cubicBezTo>
                  <a:cubicBezTo>
                    <a:pt x="760" y="1505"/>
                    <a:pt x="885" y="1467"/>
                    <a:pt x="980" y="1392"/>
                  </a:cubicBezTo>
                  <a:cubicBezTo>
                    <a:pt x="1074" y="1314"/>
                    <a:pt x="1148" y="1212"/>
                    <a:pt x="1190" y="1079"/>
                  </a:cubicBezTo>
                  <a:cubicBezTo>
                    <a:pt x="1233" y="940"/>
                    <a:pt x="1226" y="768"/>
                    <a:pt x="1226" y="588"/>
                  </a:cubicBezTo>
                  <a:close/>
                  <a:moveTo>
                    <a:pt x="1267" y="3"/>
                  </a:moveTo>
                  <a:cubicBezTo>
                    <a:pt x="1275" y="189"/>
                    <a:pt x="1259" y="379"/>
                    <a:pt x="1265" y="566"/>
                  </a:cubicBezTo>
                  <a:cubicBezTo>
                    <a:pt x="1270" y="752"/>
                    <a:pt x="1275" y="946"/>
                    <a:pt x="1228" y="1092"/>
                  </a:cubicBezTo>
                  <a:cubicBezTo>
                    <a:pt x="1183" y="1231"/>
                    <a:pt x="1098" y="1340"/>
                    <a:pt x="996" y="1418"/>
                  </a:cubicBezTo>
                  <a:cubicBezTo>
                    <a:pt x="891" y="1499"/>
                    <a:pt x="760" y="1545"/>
                    <a:pt x="643" y="1621"/>
                  </a:cubicBezTo>
                  <a:cubicBezTo>
                    <a:pt x="543" y="1551"/>
                    <a:pt x="430" y="1514"/>
                    <a:pt x="336" y="1452"/>
                  </a:cubicBezTo>
                  <a:cubicBezTo>
                    <a:pt x="242" y="1390"/>
                    <a:pt x="165" y="1307"/>
                    <a:pt x="107" y="1203"/>
                  </a:cubicBezTo>
                  <a:cubicBezTo>
                    <a:pt x="78" y="1150"/>
                    <a:pt x="54" y="1092"/>
                    <a:pt x="41" y="1028"/>
                  </a:cubicBezTo>
                  <a:cubicBezTo>
                    <a:pt x="0" y="825"/>
                    <a:pt x="33" y="554"/>
                    <a:pt x="17" y="318"/>
                  </a:cubicBezTo>
                  <a:cubicBezTo>
                    <a:pt x="17" y="212"/>
                    <a:pt x="17" y="106"/>
                    <a:pt x="17" y="0"/>
                  </a:cubicBezTo>
                  <a:cubicBezTo>
                    <a:pt x="98" y="48"/>
                    <a:pt x="205" y="82"/>
                    <a:pt x="331" y="82"/>
                  </a:cubicBezTo>
                  <a:cubicBezTo>
                    <a:pt x="452" y="82"/>
                    <a:pt x="563" y="60"/>
                    <a:pt x="644" y="7"/>
                  </a:cubicBezTo>
                  <a:cubicBezTo>
                    <a:pt x="720" y="60"/>
                    <a:pt x="837" y="82"/>
                    <a:pt x="962" y="82"/>
                  </a:cubicBezTo>
                  <a:cubicBezTo>
                    <a:pt x="1067" y="82"/>
                    <a:pt x="1166" y="55"/>
                    <a:pt x="1238" y="17"/>
                  </a:cubicBezTo>
                  <a:cubicBezTo>
                    <a:pt x="1250" y="11"/>
                    <a:pt x="1260" y="2"/>
                    <a:pt x="1267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E8FFA7DF-B644-4817-3099-3219A1B2E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7523" y="3866198"/>
              <a:ext cx="269875" cy="249238"/>
            </a:xfrm>
            <a:custGeom>
              <a:avLst/>
              <a:gdLst>
                <a:gd name="T0" fmla="*/ 98 w 104"/>
                <a:gd name="T1" fmla="*/ 26 h 96"/>
                <a:gd name="T2" fmla="*/ 98 w 104"/>
                <a:gd name="T3" fmla="*/ 73 h 96"/>
                <a:gd name="T4" fmla="*/ 93 w 104"/>
                <a:gd name="T5" fmla="*/ 58 h 96"/>
                <a:gd name="T6" fmla="*/ 15 w 104"/>
                <a:gd name="T7" fmla="*/ 82 h 96"/>
                <a:gd name="T8" fmla="*/ 6 w 104"/>
                <a:gd name="T9" fmla="*/ 96 h 96"/>
                <a:gd name="T10" fmla="*/ 5 w 104"/>
                <a:gd name="T11" fmla="*/ 53 h 96"/>
                <a:gd name="T12" fmla="*/ 10 w 104"/>
                <a:gd name="T13" fmla="*/ 66 h 96"/>
                <a:gd name="T14" fmla="*/ 51 w 104"/>
                <a:gd name="T15" fmla="*/ 47 h 96"/>
                <a:gd name="T16" fmla="*/ 15 w 104"/>
                <a:gd name="T17" fmla="*/ 22 h 96"/>
                <a:gd name="T18" fmla="*/ 6 w 104"/>
                <a:gd name="T19" fmla="*/ 35 h 96"/>
                <a:gd name="T20" fmla="*/ 5 w 104"/>
                <a:gd name="T21" fmla="*/ 0 h 96"/>
                <a:gd name="T22" fmla="*/ 10 w 104"/>
                <a:gd name="T23" fmla="*/ 0 h 96"/>
                <a:gd name="T24" fmla="*/ 92 w 104"/>
                <a:gd name="T25" fmla="*/ 40 h 96"/>
                <a:gd name="T26" fmla="*/ 98 w 104"/>
                <a:gd name="T27" fmla="*/ 2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96">
                  <a:moveTo>
                    <a:pt x="98" y="26"/>
                  </a:moveTo>
                  <a:cubicBezTo>
                    <a:pt x="104" y="35"/>
                    <a:pt x="99" y="57"/>
                    <a:pt x="98" y="73"/>
                  </a:cubicBezTo>
                  <a:cubicBezTo>
                    <a:pt x="92" y="73"/>
                    <a:pt x="97" y="62"/>
                    <a:pt x="93" y="58"/>
                  </a:cubicBezTo>
                  <a:cubicBezTo>
                    <a:pt x="56" y="49"/>
                    <a:pt x="38" y="72"/>
                    <a:pt x="15" y="82"/>
                  </a:cubicBezTo>
                  <a:cubicBezTo>
                    <a:pt x="11" y="84"/>
                    <a:pt x="10" y="92"/>
                    <a:pt x="6" y="96"/>
                  </a:cubicBezTo>
                  <a:cubicBezTo>
                    <a:pt x="0" y="90"/>
                    <a:pt x="2" y="63"/>
                    <a:pt x="5" y="53"/>
                  </a:cubicBezTo>
                  <a:cubicBezTo>
                    <a:pt x="10" y="53"/>
                    <a:pt x="9" y="62"/>
                    <a:pt x="10" y="66"/>
                  </a:cubicBezTo>
                  <a:cubicBezTo>
                    <a:pt x="26" y="62"/>
                    <a:pt x="35" y="50"/>
                    <a:pt x="51" y="47"/>
                  </a:cubicBezTo>
                  <a:cubicBezTo>
                    <a:pt x="42" y="36"/>
                    <a:pt x="28" y="29"/>
                    <a:pt x="15" y="22"/>
                  </a:cubicBezTo>
                  <a:cubicBezTo>
                    <a:pt x="6" y="20"/>
                    <a:pt x="13" y="35"/>
                    <a:pt x="6" y="35"/>
                  </a:cubicBezTo>
                  <a:cubicBezTo>
                    <a:pt x="0" y="30"/>
                    <a:pt x="7" y="11"/>
                    <a:pt x="5" y="0"/>
                  </a:cubicBezTo>
                  <a:cubicBezTo>
                    <a:pt x="6" y="0"/>
                    <a:pt x="9" y="0"/>
                    <a:pt x="10" y="0"/>
                  </a:cubicBezTo>
                  <a:cubicBezTo>
                    <a:pt x="24" y="25"/>
                    <a:pt x="53" y="47"/>
                    <a:pt x="92" y="40"/>
                  </a:cubicBezTo>
                  <a:cubicBezTo>
                    <a:pt x="97" y="39"/>
                    <a:pt x="93" y="28"/>
                    <a:pt x="98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5DBCCBBB-5E1B-5C78-2097-9355459CD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348" y="4140835"/>
              <a:ext cx="265112" cy="244475"/>
            </a:xfrm>
            <a:custGeom>
              <a:avLst/>
              <a:gdLst>
                <a:gd name="T0" fmla="*/ 98 w 102"/>
                <a:gd name="T1" fmla="*/ 27 h 94"/>
                <a:gd name="T2" fmla="*/ 98 w 102"/>
                <a:gd name="T3" fmla="*/ 72 h 94"/>
                <a:gd name="T4" fmla="*/ 93 w 102"/>
                <a:gd name="T5" fmla="*/ 58 h 94"/>
                <a:gd name="T6" fmla="*/ 10 w 102"/>
                <a:gd name="T7" fmla="*/ 53 h 94"/>
                <a:gd name="T8" fmla="*/ 28 w 102"/>
                <a:gd name="T9" fmla="*/ 89 h 94"/>
                <a:gd name="T10" fmla="*/ 0 w 102"/>
                <a:gd name="T11" fmla="*/ 89 h 94"/>
                <a:gd name="T12" fmla="*/ 3 w 102"/>
                <a:gd name="T13" fmla="*/ 3 h 94"/>
                <a:gd name="T14" fmla="*/ 30 w 102"/>
                <a:gd name="T15" fmla="*/ 5 h 94"/>
                <a:gd name="T16" fmla="*/ 10 w 102"/>
                <a:gd name="T17" fmla="*/ 37 h 94"/>
                <a:gd name="T18" fmla="*/ 89 w 102"/>
                <a:gd name="T19" fmla="*/ 40 h 94"/>
                <a:gd name="T20" fmla="*/ 98 w 102"/>
                <a:gd name="T21" fmla="*/ 2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94">
                  <a:moveTo>
                    <a:pt x="98" y="27"/>
                  </a:moveTo>
                  <a:cubicBezTo>
                    <a:pt x="102" y="33"/>
                    <a:pt x="99" y="61"/>
                    <a:pt x="98" y="72"/>
                  </a:cubicBezTo>
                  <a:cubicBezTo>
                    <a:pt x="91" y="72"/>
                    <a:pt x="93" y="65"/>
                    <a:pt x="93" y="58"/>
                  </a:cubicBezTo>
                  <a:cubicBezTo>
                    <a:pt x="67" y="53"/>
                    <a:pt x="35" y="57"/>
                    <a:pt x="10" y="53"/>
                  </a:cubicBezTo>
                  <a:cubicBezTo>
                    <a:pt x="0" y="73"/>
                    <a:pt x="21" y="78"/>
                    <a:pt x="28" y="89"/>
                  </a:cubicBezTo>
                  <a:cubicBezTo>
                    <a:pt x="21" y="94"/>
                    <a:pt x="10" y="89"/>
                    <a:pt x="0" y="89"/>
                  </a:cubicBezTo>
                  <a:cubicBezTo>
                    <a:pt x="2" y="61"/>
                    <a:pt x="2" y="32"/>
                    <a:pt x="3" y="3"/>
                  </a:cubicBezTo>
                  <a:cubicBezTo>
                    <a:pt x="12" y="4"/>
                    <a:pt x="24" y="0"/>
                    <a:pt x="30" y="5"/>
                  </a:cubicBezTo>
                  <a:cubicBezTo>
                    <a:pt x="23" y="15"/>
                    <a:pt x="3" y="14"/>
                    <a:pt x="10" y="37"/>
                  </a:cubicBezTo>
                  <a:cubicBezTo>
                    <a:pt x="35" y="40"/>
                    <a:pt x="57" y="40"/>
                    <a:pt x="89" y="40"/>
                  </a:cubicBezTo>
                  <a:cubicBezTo>
                    <a:pt x="95" y="39"/>
                    <a:pt x="91" y="28"/>
                    <a:pt x="98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AC83772D-8A91-F3BD-5AC9-C5C530D2F8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2223" y="2431098"/>
              <a:ext cx="765175" cy="695325"/>
            </a:xfrm>
            <a:custGeom>
              <a:avLst/>
              <a:gdLst>
                <a:gd name="T0" fmla="*/ 47 w 295"/>
                <a:gd name="T1" fmla="*/ 102 h 268"/>
                <a:gd name="T2" fmla="*/ 56 w 295"/>
                <a:gd name="T3" fmla="*/ 77 h 268"/>
                <a:gd name="T4" fmla="*/ 56 w 295"/>
                <a:gd name="T5" fmla="*/ 77 h 268"/>
                <a:gd name="T6" fmla="*/ 92 w 295"/>
                <a:gd name="T7" fmla="*/ 116 h 268"/>
                <a:gd name="T8" fmla="*/ 107 w 295"/>
                <a:gd name="T9" fmla="*/ 124 h 268"/>
                <a:gd name="T10" fmla="*/ 83 w 295"/>
                <a:gd name="T11" fmla="*/ 69 h 268"/>
                <a:gd name="T12" fmla="*/ 119 w 295"/>
                <a:gd name="T13" fmla="*/ 55 h 268"/>
                <a:gd name="T14" fmla="*/ 119 w 295"/>
                <a:gd name="T15" fmla="*/ 55 h 268"/>
                <a:gd name="T16" fmla="*/ 114 w 295"/>
                <a:gd name="T17" fmla="*/ 16 h 268"/>
                <a:gd name="T18" fmla="*/ 143 w 295"/>
                <a:gd name="T19" fmla="*/ 133 h 268"/>
                <a:gd name="T20" fmla="*/ 130 w 295"/>
                <a:gd name="T21" fmla="*/ 84 h 268"/>
                <a:gd name="T22" fmla="*/ 107 w 295"/>
                <a:gd name="T23" fmla="*/ 88 h 268"/>
                <a:gd name="T24" fmla="*/ 60 w 295"/>
                <a:gd name="T25" fmla="*/ 111 h 268"/>
                <a:gd name="T26" fmla="*/ 77 w 295"/>
                <a:gd name="T27" fmla="*/ 97 h 268"/>
                <a:gd name="T28" fmla="*/ 88 w 295"/>
                <a:gd name="T29" fmla="*/ 106 h 268"/>
                <a:gd name="T30" fmla="*/ 143 w 295"/>
                <a:gd name="T31" fmla="*/ 133 h 268"/>
                <a:gd name="T32" fmla="*/ 146 w 295"/>
                <a:gd name="T33" fmla="*/ 25 h 268"/>
                <a:gd name="T34" fmla="*/ 147 w 295"/>
                <a:gd name="T35" fmla="*/ 34 h 268"/>
                <a:gd name="T36" fmla="*/ 151 w 295"/>
                <a:gd name="T37" fmla="*/ 183 h 268"/>
                <a:gd name="T38" fmla="*/ 109 w 295"/>
                <a:gd name="T39" fmla="*/ 147 h 268"/>
                <a:gd name="T40" fmla="*/ 97 w 295"/>
                <a:gd name="T41" fmla="*/ 133 h 268"/>
                <a:gd name="T42" fmla="*/ 97 w 295"/>
                <a:gd name="T43" fmla="*/ 158 h 268"/>
                <a:gd name="T44" fmla="*/ 148 w 295"/>
                <a:gd name="T45" fmla="*/ 201 h 268"/>
                <a:gd name="T46" fmla="*/ 134 w 295"/>
                <a:gd name="T47" fmla="*/ 214 h 268"/>
                <a:gd name="T48" fmla="*/ 109 w 295"/>
                <a:gd name="T49" fmla="*/ 240 h 268"/>
                <a:gd name="T50" fmla="*/ 140 w 295"/>
                <a:gd name="T51" fmla="*/ 224 h 268"/>
                <a:gd name="T52" fmla="*/ 158 w 295"/>
                <a:gd name="T53" fmla="*/ 215 h 268"/>
                <a:gd name="T54" fmla="*/ 146 w 295"/>
                <a:gd name="T55" fmla="*/ 153 h 268"/>
                <a:gd name="T56" fmla="*/ 159 w 295"/>
                <a:gd name="T57" fmla="*/ 159 h 268"/>
                <a:gd name="T58" fmla="*/ 164 w 295"/>
                <a:gd name="T59" fmla="*/ 136 h 268"/>
                <a:gd name="T60" fmla="*/ 200 w 295"/>
                <a:gd name="T61" fmla="*/ 129 h 268"/>
                <a:gd name="T62" fmla="*/ 193 w 295"/>
                <a:gd name="T63" fmla="*/ 120 h 268"/>
                <a:gd name="T64" fmla="*/ 200 w 295"/>
                <a:gd name="T65" fmla="*/ 129 h 268"/>
                <a:gd name="T66" fmla="*/ 242 w 295"/>
                <a:gd name="T67" fmla="*/ 133 h 268"/>
                <a:gd name="T68" fmla="*/ 263 w 295"/>
                <a:gd name="T69" fmla="*/ 206 h 268"/>
                <a:gd name="T70" fmla="*/ 244 w 295"/>
                <a:gd name="T71" fmla="*/ 168 h 268"/>
                <a:gd name="T72" fmla="*/ 241 w 295"/>
                <a:gd name="T73" fmla="*/ 177 h 268"/>
                <a:gd name="T74" fmla="*/ 270 w 295"/>
                <a:gd name="T75" fmla="*/ 155 h 268"/>
                <a:gd name="T76" fmla="*/ 255 w 295"/>
                <a:gd name="T77" fmla="*/ 155 h 268"/>
                <a:gd name="T78" fmla="*/ 270 w 295"/>
                <a:gd name="T79" fmla="*/ 183 h 268"/>
                <a:gd name="T80" fmla="*/ 270 w 295"/>
                <a:gd name="T81" fmla="*/ 183 h 268"/>
                <a:gd name="T82" fmla="*/ 283 w 295"/>
                <a:gd name="T83" fmla="*/ 252 h 268"/>
                <a:gd name="T84" fmla="*/ 231 w 295"/>
                <a:gd name="T85" fmla="*/ 217 h 268"/>
                <a:gd name="T86" fmla="*/ 160 w 295"/>
                <a:gd name="T87" fmla="*/ 264 h 268"/>
                <a:gd name="T88" fmla="*/ 107 w 295"/>
                <a:gd name="T89" fmla="*/ 224 h 268"/>
                <a:gd name="T90" fmla="*/ 30 w 295"/>
                <a:gd name="T91" fmla="*/ 258 h 268"/>
                <a:gd name="T92" fmla="*/ 19 w 295"/>
                <a:gd name="T93" fmla="*/ 224 h 268"/>
                <a:gd name="T94" fmla="*/ 64 w 295"/>
                <a:gd name="T95" fmla="*/ 48 h 268"/>
                <a:gd name="T96" fmla="*/ 85 w 295"/>
                <a:gd name="T97" fmla="*/ 5 h 268"/>
                <a:gd name="T98" fmla="*/ 160 w 295"/>
                <a:gd name="T99" fmla="*/ 76 h 268"/>
                <a:gd name="T100" fmla="*/ 208 w 295"/>
                <a:gd name="T101" fmla="*/ 107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95" h="268">
                  <a:moveTo>
                    <a:pt x="42" y="115"/>
                  </a:moveTo>
                  <a:cubicBezTo>
                    <a:pt x="49" y="117"/>
                    <a:pt x="50" y="105"/>
                    <a:pt x="47" y="102"/>
                  </a:cubicBezTo>
                  <a:cubicBezTo>
                    <a:pt x="44" y="106"/>
                    <a:pt x="41" y="109"/>
                    <a:pt x="42" y="115"/>
                  </a:cubicBezTo>
                  <a:close/>
                  <a:moveTo>
                    <a:pt x="56" y="77"/>
                  </a:moveTo>
                  <a:cubicBezTo>
                    <a:pt x="63" y="76"/>
                    <a:pt x="68" y="73"/>
                    <a:pt x="68" y="64"/>
                  </a:cubicBezTo>
                  <a:cubicBezTo>
                    <a:pt x="61" y="60"/>
                    <a:pt x="55" y="68"/>
                    <a:pt x="56" y="77"/>
                  </a:cubicBezTo>
                  <a:close/>
                  <a:moveTo>
                    <a:pt x="107" y="124"/>
                  </a:moveTo>
                  <a:cubicBezTo>
                    <a:pt x="107" y="116"/>
                    <a:pt x="98" y="112"/>
                    <a:pt x="92" y="116"/>
                  </a:cubicBezTo>
                  <a:cubicBezTo>
                    <a:pt x="91" y="122"/>
                    <a:pt x="97" y="124"/>
                    <a:pt x="97" y="129"/>
                  </a:cubicBezTo>
                  <a:cubicBezTo>
                    <a:pt x="102" y="129"/>
                    <a:pt x="103" y="125"/>
                    <a:pt x="107" y="124"/>
                  </a:cubicBezTo>
                  <a:close/>
                  <a:moveTo>
                    <a:pt x="105" y="69"/>
                  </a:moveTo>
                  <a:cubicBezTo>
                    <a:pt x="107" y="59"/>
                    <a:pt x="83" y="59"/>
                    <a:pt x="83" y="69"/>
                  </a:cubicBezTo>
                  <a:cubicBezTo>
                    <a:pt x="90" y="72"/>
                    <a:pt x="97" y="67"/>
                    <a:pt x="105" y="69"/>
                  </a:cubicBezTo>
                  <a:close/>
                  <a:moveTo>
                    <a:pt x="119" y="55"/>
                  </a:moveTo>
                  <a:cubicBezTo>
                    <a:pt x="116" y="38"/>
                    <a:pt x="103" y="31"/>
                    <a:pt x="90" y="25"/>
                  </a:cubicBezTo>
                  <a:cubicBezTo>
                    <a:pt x="96" y="39"/>
                    <a:pt x="108" y="48"/>
                    <a:pt x="119" y="55"/>
                  </a:cubicBezTo>
                  <a:close/>
                  <a:moveTo>
                    <a:pt x="123" y="38"/>
                  </a:moveTo>
                  <a:cubicBezTo>
                    <a:pt x="118" y="33"/>
                    <a:pt x="120" y="20"/>
                    <a:pt x="114" y="16"/>
                  </a:cubicBezTo>
                  <a:cubicBezTo>
                    <a:pt x="109" y="25"/>
                    <a:pt x="115" y="36"/>
                    <a:pt x="123" y="38"/>
                  </a:cubicBezTo>
                  <a:close/>
                  <a:moveTo>
                    <a:pt x="143" y="133"/>
                  </a:moveTo>
                  <a:cubicBezTo>
                    <a:pt x="157" y="112"/>
                    <a:pt x="114" y="109"/>
                    <a:pt x="105" y="93"/>
                  </a:cubicBezTo>
                  <a:cubicBezTo>
                    <a:pt x="120" y="96"/>
                    <a:pt x="116" y="74"/>
                    <a:pt x="130" y="84"/>
                  </a:cubicBezTo>
                  <a:cubicBezTo>
                    <a:pt x="129" y="78"/>
                    <a:pt x="125" y="74"/>
                    <a:pt x="121" y="72"/>
                  </a:cubicBezTo>
                  <a:cubicBezTo>
                    <a:pt x="116" y="78"/>
                    <a:pt x="115" y="86"/>
                    <a:pt x="107" y="88"/>
                  </a:cubicBezTo>
                  <a:cubicBezTo>
                    <a:pt x="92" y="79"/>
                    <a:pt x="65" y="77"/>
                    <a:pt x="55" y="91"/>
                  </a:cubicBezTo>
                  <a:cubicBezTo>
                    <a:pt x="56" y="98"/>
                    <a:pt x="53" y="111"/>
                    <a:pt x="60" y="111"/>
                  </a:cubicBezTo>
                  <a:cubicBezTo>
                    <a:pt x="66" y="106"/>
                    <a:pt x="64" y="93"/>
                    <a:pt x="72" y="91"/>
                  </a:cubicBezTo>
                  <a:cubicBezTo>
                    <a:pt x="75" y="92"/>
                    <a:pt x="77" y="95"/>
                    <a:pt x="77" y="97"/>
                  </a:cubicBezTo>
                  <a:cubicBezTo>
                    <a:pt x="74" y="103"/>
                    <a:pt x="75" y="112"/>
                    <a:pt x="77" y="120"/>
                  </a:cubicBezTo>
                  <a:cubicBezTo>
                    <a:pt x="86" y="120"/>
                    <a:pt x="82" y="109"/>
                    <a:pt x="88" y="106"/>
                  </a:cubicBezTo>
                  <a:cubicBezTo>
                    <a:pt x="107" y="98"/>
                    <a:pt x="108" y="120"/>
                    <a:pt x="125" y="112"/>
                  </a:cubicBezTo>
                  <a:cubicBezTo>
                    <a:pt x="132" y="119"/>
                    <a:pt x="137" y="126"/>
                    <a:pt x="143" y="133"/>
                  </a:cubicBezTo>
                  <a:close/>
                  <a:moveTo>
                    <a:pt x="147" y="34"/>
                  </a:moveTo>
                  <a:cubicBezTo>
                    <a:pt x="148" y="30"/>
                    <a:pt x="147" y="28"/>
                    <a:pt x="146" y="25"/>
                  </a:cubicBezTo>
                  <a:cubicBezTo>
                    <a:pt x="143" y="25"/>
                    <a:pt x="142" y="25"/>
                    <a:pt x="140" y="25"/>
                  </a:cubicBezTo>
                  <a:cubicBezTo>
                    <a:pt x="141" y="29"/>
                    <a:pt x="142" y="34"/>
                    <a:pt x="147" y="34"/>
                  </a:cubicBezTo>
                  <a:close/>
                  <a:moveTo>
                    <a:pt x="148" y="201"/>
                  </a:moveTo>
                  <a:cubicBezTo>
                    <a:pt x="152" y="195"/>
                    <a:pt x="151" y="191"/>
                    <a:pt x="151" y="183"/>
                  </a:cubicBezTo>
                  <a:cubicBezTo>
                    <a:pt x="132" y="176"/>
                    <a:pt x="103" y="179"/>
                    <a:pt x="102" y="154"/>
                  </a:cubicBezTo>
                  <a:cubicBezTo>
                    <a:pt x="101" y="149"/>
                    <a:pt x="110" y="154"/>
                    <a:pt x="109" y="147"/>
                  </a:cubicBezTo>
                  <a:cubicBezTo>
                    <a:pt x="104" y="143"/>
                    <a:pt x="99" y="154"/>
                    <a:pt x="93" y="149"/>
                  </a:cubicBezTo>
                  <a:cubicBezTo>
                    <a:pt x="93" y="143"/>
                    <a:pt x="102" y="138"/>
                    <a:pt x="97" y="133"/>
                  </a:cubicBezTo>
                  <a:cubicBezTo>
                    <a:pt x="96" y="139"/>
                    <a:pt x="85" y="135"/>
                    <a:pt x="77" y="136"/>
                  </a:cubicBezTo>
                  <a:cubicBezTo>
                    <a:pt x="77" y="150"/>
                    <a:pt x="82" y="159"/>
                    <a:pt x="97" y="158"/>
                  </a:cubicBezTo>
                  <a:cubicBezTo>
                    <a:pt x="101" y="167"/>
                    <a:pt x="105" y="176"/>
                    <a:pt x="114" y="181"/>
                  </a:cubicBezTo>
                  <a:cubicBezTo>
                    <a:pt x="129" y="177"/>
                    <a:pt x="136" y="196"/>
                    <a:pt x="148" y="201"/>
                  </a:cubicBezTo>
                  <a:close/>
                  <a:moveTo>
                    <a:pt x="158" y="215"/>
                  </a:moveTo>
                  <a:cubicBezTo>
                    <a:pt x="148" y="221"/>
                    <a:pt x="143" y="207"/>
                    <a:pt x="134" y="214"/>
                  </a:cubicBezTo>
                  <a:cubicBezTo>
                    <a:pt x="129" y="211"/>
                    <a:pt x="136" y="198"/>
                    <a:pt x="127" y="198"/>
                  </a:cubicBezTo>
                  <a:cubicBezTo>
                    <a:pt x="130" y="219"/>
                    <a:pt x="121" y="231"/>
                    <a:pt x="109" y="240"/>
                  </a:cubicBezTo>
                  <a:cubicBezTo>
                    <a:pt x="119" y="244"/>
                    <a:pt x="125" y="244"/>
                    <a:pt x="135" y="240"/>
                  </a:cubicBezTo>
                  <a:cubicBezTo>
                    <a:pt x="138" y="236"/>
                    <a:pt x="135" y="225"/>
                    <a:pt x="140" y="224"/>
                  </a:cubicBezTo>
                  <a:cubicBezTo>
                    <a:pt x="151" y="224"/>
                    <a:pt x="140" y="245"/>
                    <a:pt x="151" y="244"/>
                  </a:cubicBezTo>
                  <a:cubicBezTo>
                    <a:pt x="149" y="227"/>
                    <a:pt x="149" y="224"/>
                    <a:pt x="158" y="215"/>
                  </a:cubicBezTo>
                  <a:close/>
                  <a:moveTo>
                    <a:pt x="159" y="159"/>
                  </a:moveTo>
                  <a:cubicBezTo>
                    <a:pt x="162" y="150"/>
                    <a:pt x="151" y="148"/>
                    <a:pt x="146" y="153"/>
                  </a:cubicBezTo>
                  <a:cubicBezTo>
                    <a:pt x="146" y="154"/>
                    <a:pt x="146" y="155"/>
                    <a:pt x="146" y="158"/>
                  </a:cubicBezTo>
                  <a:cubicBezTo>
                    <a:pt x="149" y="159"/>
                    <a:pt x="153" y="160"/>
                    <a:pt x="159" y="159"/>
                  </a:cubicBezTo>
                  <a:close/>
                  <a:moveTo>
                    <a:pt x="167" y="147"/>
                  </a:moveTo>
                  <a:cubicBezTo>
                    <a:pt x="170" y="145"/>
                    <a:pt x="170" y="136"/>
                    <a:pt x="164" y="136"/>
                  </a:cubicBezTo>
                  <a:cubicBezTo>
                    <a:pt x="163" y="138"/>
                    <a:pt x="159" y="149"/>
                    <a:pt x="167" y="147"/>
                  </a:cubicBezTo>
                  <a:close/>
                  <a:moveTo>
                    <a:pt x="200" y="129"/>
                  </a:moveTo>
                  <a:cubicBezTo>
                    <a:pt x="200" y="126"/>
                    <a:pt x="200" y="124"/>
                    <a:pt x="200" y="120"/>
                  </a:cubicBezTo>
                  <a:cubicBezTo>
                    <a:pt x="197" y="120"/>
                    <a:pt x="196" y="120"/>
                    <a:pt x="193" y="120"/>
                  </a:cubicBezTo>
                  <a:cubicBezTo>
                    <a:pt x="191" y="125"/>
                    <a:pt x="190" y="125"/>
                    <a:pt x="192" y="131"/>
                  </a:cubicBezTo>
                  <a:cubicBezTo>
                    <a:pt x="196" y="131"/>
                    <a:pt x="196" y="129"/>
                    <a:pt x="200" y="129"/>
                  </a:cubicBezTo>
                  <a:close/>
                  <a:moveTo>
                    <a:pt x="214" y="122"/>
                  </a:moveTo>
                  <a:cubicBezTo>
                    <a:pt x="217" y="134"/>
                    <a:pt x="233" y="140"/>
                    <a:pt x="242" y="133"/>
                  </a:cubicBezTo>
                  <a:cubicBezTo>
                    <a:pt x="237" y="120"/>
                    <a:pt x="228" y="122"/>
                    <a:pt x="214" y="122"/>
                  </a:cubicBezTo>
                  <a:close/>
                  <a:moveTo>
                    <a:pt x="263" y="206"/>
                  </a:moveTo>
                  <a:cubicBezTo>
                    <a:pt x="268" y="215"/>
                    <a:pt x="253" y="222"/>
                    <a:pt x="259" y="231"/>
                  </a:cubicBezTo>
                  <a:cubicBezTo>
                    <a:pt x="295" y="210"/>
                    <a:pt x="242" y="195"/>
                    <a:pt x="244" y="168"/>
                  </a:cubicBezTo>
                  <a:cubicBezTo>
                    <a:pt x="235" y="177"/>
                    <a:pt x="228" y="160"/>
                    <a:pt x="220" y="171"/>
                  </a:cubicBezTo>
                  <a:cubicBezTo>
                    <a:pt x="226" y="176"/>
                    <a:pt x="230" y="181"/>
                    <a:pt x="241" y="177"/>
                  </a:cubicBezTo>
                  <a:cubicBezTo>
                    <a:pt x="244" y="191"/>
                    <a:pt x="250" y="203"/>
                    <a:pt x="263" y="206"/>
                  </a:cubicBezTo>
                  <a:close/>
                  <a:moveTo>
                    <a:pt x="270" y="155"/>
                  </a:moveTo>
                  <a:cubicBezTo>
                    <a:pt x="270" y="147"/>
                    <a:pt x="262" y="145"/>
                    <a:pt x="256" y="141"/>
                  </a:cubicBezTo>
                  <a:cubicBezTo>
                    <a:pt x="257" y="148"/>
                    <a:pt x="256" y="152"/>
                    <a:pt x="255" y="155"/>
                  </a:cubicBezTo>
                  <a:cubicBezTo>
                    <a:pt x="259" y="155"/>
                    <a:pt x="264" y="155"/>
                    <a:pt x="270" y="155"/>
                  </a:cubicBezTo>
                  <a:close/>
                  <a:moveTo>
                    <a:pt x="270" y="183"/>
                  </a:moveTo>
                  <a:cubicBezTo>
                    <a:pt x="273" y="177"/>
                    <a:pt x="272" y="169"/>
                    <a:pt x="264" y="168"/>
                  </a:cubicBezTo>
                  <a:cubicBezTo>
                    <a:pt x="266" y="174"/>
                    <a:pt x="263" y="184"/>
                    <a:pt x="270" y="183"/>
                  </a:cubicBezTo>
                  <a:close/>
                  <a:moveTo>
                    <a:pt x="273" y="136"/>
                  </a:moveTo>
                  <a:cubicBezTo>
                    <a:pt x="291" y="164"/>
                    <a:pt x="274" y="217"/>
                    <a:pt x="283" y="252"/>
                  </a:cubicBezTo>
                  <a:cubicBezTo>
                    <a:pt x="269" y="260"/>
                    <a:pt x="246" y="268"/>
                    <a:pt x="225" y="264"/>
                  </a:cubicBezTo>
                  <a:cubicBezTo>
                    <a:pt x="211" y="248"/>
                    <a:pt x="228" y="230"/>
                    <a:pt x="231" y="217"/>
                  </a:cubicBezTo>
                  <a:cubicBezTo>
                    <a:pt x="221" y="207"/>
                    <a:pt x="207" y="222"/>
                    <a:pt x="193" y="222"/>
                  </a:cubicBezTo>
                  <a:cubicBezTo>
                    <a:pt x="190" y="244"/>
                    <a:pt x="176" y="254"/>
                    <a:pt x="160" y="264"/>
                  </a:cubicBezTo>
                  <a:cubicBezTo>
                    <a:pt x="138" y="265"/>
                    <a:pt x="88" y="268"/>
                    <a:pt x="88" y="244"/>
                  </a:cubicBezTo>
                  <a:cubicBezTo>
                    <a:pt x="88" y="230"/>
                    <a:pt x="102" y="236"/>
                    <a:pt x="107" y="224"/>
                  </a:cubicBezTo>
                  <a:cubicBezTo>
                    <a:pt x="101" y="212"/>
                    <a:pt x="83" y="211"/>
                    <a:pt x="76" y="214"/>
                  </a:cubicBezTo>
                  <a:cubicBezTo>
                    <a:pt x="55" y="220"/>
                    <a:pt x="60" y="260"/>
                    <a:pt x="30" y="258"/>
                  </a:cubicBezTo>
                  <a:cubicBezTo>
                    <a:pt x="19" y="258"/>
                    <a:pt x="0" y="249"/>
                    <a:pt x="1" y="230"/>
                  </a:cubicBezTo>
                  <a:cubicBezTo>
                    <a:pt x="5" y="225"/>
                    <a:pt x="14" y="227"/>
                    <a:pt x="19" y="224"/>
                  </a:cubicBezTo>
                  <a:cubicBezTo>
                    <a:pt x="35" y="207"/>
                    <a:pt x="35" y="169"/>
                    <a:pt x="15" y="158"/>
                  </a:cubicBezTo>
                  <a:cubicBezTo>
                    <a:pt x="5" y="95"/>
                    <a:pt x="44" y="81"/>
                    <a:pt x="64" y="48"/>
                  </a:cubicBezTo>
                  <a:cubicBezTo>
                    <a:pt x="65" y="39"/>
                    <a:pt x="60" y="35"/>
                    <a:pt x="60" y="25"/>
                  </a:cubicBezTo>
                  <a:cubicBezTo>
                    <a:pt x="66" y="16"/>
                    <a:pt x="85" y="16"/>
                    <a:pt x="85" y="5"/>
                  </a:cubicBezTo>
                  <a:cubicBezTo>
                    <a:pt x="101" y="3"/>
                    <a:pt x="115" y="3"/>
                    <a:pt x="131" y="0"/>
                  </a:cubicBezTo>
                  <a:cubicBezTo>
                    <a:pt x="152" y="11"/>
                    <a:pt x="165" y="47"/>
                    <a:pt x="160" y="76"/>
                  </a:cubicBezTo>
                  <a:cubicBezTo>
                    <a:pt x="159" y="88"/>
                    <a:pt x="147" y="96"/>
                    <a:pt x="148" y="110"/>
                  </a:cubicBezTo>
                  <a:cubicBezTo>
                    <a:pt x="168" y="125"/>
                    <a:pt x="190" y="109"/>
                    <a:pt x="208" y="107"/>
                  </a:cubicBezTo>
                  <a:cubicBezTo>
                    <a:pt x="231" y="106"/>
                    <a:pt x="261" y="117"/>
                    <a:pt x="273" y="1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D074E224-9669-CCD2-CFFD-10B3D6103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6248" y="4424998"/>
              <a:ext cx="282575" cy="149225"/>
            </a:xfrm>
            <a:custGeom>
              <a:avLst/>
              <a:gdLst>
                <a:gd name="T0" fmla="*/ 104 w 109"/>
                <a:gd name="T1" fmla="*/ 12 h 58"/>
                <a:gd name="T2" fmla="*/ 98 w 109"/>
                <a:gd name="T3" fmla="*/ 57 h 58"/>
                <a:gd name="T4" fmla="*/ 95 w 109"/>
                <a:gd name="T5" fmla="*/ 43 h 58"/>
                <a:gd name="T6" fmla="*/ 17 w 109"/>
                <a:gd name="T7" fmla="*/ 31 h 58"/>
                <a:gd name="T8" fmla="*/ 9 w 109"/>
                <a:gd name="T9" fmla="*/ 44 h 58"/>
                <a:gd name="T10" fmla="*/ 10 w 109"/>
                <a:gd name="T11" fmla="*/ 0 h 58"/>
                <a:gd name="T12" fmla="*/ 15 w 109"/>
                <a:gd name="T13" fmla="*/ 0 h 58"/>
                <a:gd name="T14" fmla="*/ 17 w 109"/>
                <a:gd name="T15" fmla="*/ 14 h 58"/>
                <a:gd name="T16" fmla="*/ 92 w 109"/>
                <a:gd name="T17" fmla="*/ 26 h 58"/>
                <a:gd name="T18" fmla="*/ 104 w 109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58">
                  <a:moveTo>
                    <a:pt x="104" y="12"/>
                  </a:moveTo>
                  <a:cubicBezTo>
                    <a:pt x="109" y="20"/>
                    <a:pt x="103" y="48"/>
                    <a:pt x="98" y="57"/>
                  </a:cubicBezTo>
                  <a:cubicBezTo>
                    <a:pt x="92" y="58"/>
                    <a:pt x="100" y="45"/>
                    <a:pt x="95" y="43"/>
                  </a:cubicBezTo>
                  <a:cubicBezTo>
                    <a:pt x="70" y="38"/>
                    <a:pt x="44" y="34"/>
                    <a:pt x="17" y="31"/>
                  </a:cubicBezTo>
                  <a:cubicBezTo>
                    <a:pt x="11" y="33"/>
                    <a:pt x="12" y="42"/>
                    <a:pt x="9" y="44"/>
                  </a:cubicBezTo>
                  <a:cubicBezTo>
                    <a:pt x="0" y="34"/>
                    <a:pt x="11" y="14"/>
                    <a:pt x="10" y="0"/>
                  </a:cubicBezTo>
                  <a:cubicBezTo>
                    <a:pt x="12" y="0"/>
                    <a:pt x="14" y="0"/>
                    <a:pt x="15" y="0"/>
                  </a:cubicBezTo>
                  <a:cubicBezTo>
                    <a:pt x="16" y="5"/>
                    <a:pt x="15" y="11"/>
                    <a:pt x="17" y="14"/>
                  </a:cubicBezTo>
                  <a:cubicBezTo>
                    <a:pt x="39" y="20"/>
                    <a:pt x="69" y="20"/>
                    <a:pt x="92" y="26"/>
                  </a:cubicBezTo>
                  <a:cubicBezTo>
                    <a:pt x="100" y="26"/>
                    <a:pt x="99" y="16"/>
                    <a:pt x="10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1C7F82E7-E337-4359-7117-62B87B423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985" y="4577398"/>
              <a:ext cx="312737" cy="236538"/>
            </a:xfrm>
            <a:custGeom>
              <a:avLst/>
              <a:gdLst>
                <a:gd name="T0" fmla="*/ 71 w 120"/>
                <a:gd name="T1" fmla="*/ 80 h 91"/>
                <a:gd name="T2" fmla="*/ 109 w 120"/>
                <a:gd name="T3" fmla="*/ 48 h 91"/>
                <a:gd name="T4" fmla="*/ 98 w 120"/>
                <a:gd name="T5" fmla="*/ 33 h 91"/>
                <a:gd name="T6" fmla="*/ 52 w 120"/>
                <a:gd name="T7" fmla="*/ 70 h 91"/>
                <a:gd name="T8" fmla="*/ 26 w 120"/>
                <a:gd name="T9" fmla="*/ 15 h 91"/>
                <a:gd name="T10" fmla="*/ 24 w 120"/>
                <a:gd name="T11" fmla="*/ 5 h 91"/>
                <a:gd name="T12" fmla="*/ 55 w 120"/>
                <a:gd name="T13" fmla="*/ 14 h 91"/>
                <a:gd name="T14" fmla="*/ 31 w 120"/>
                <a:gd name="T15" fmla="*/ 23 h 91"/>
                <a:gd name="T16" fmla="*/ 38 w 120"/>
                <a:gd name="T17" fmla="*/ 57 h 91"/>
                <a:gd name="T18" fmla="*/ 102 w 120"/>
                <a:gd name="T19" fmla="*/ 21 h 91"/>
                <a:gd name="T20" fmla="*/ 102 w 120"/>
                <a:gd name="T21" fmla="*/ 80 h 91"/>
                <a:gd name="T22" fmla="*/ 103 w 120"/>
                <a:gd name="T23" fmla="*/ 91 h 91"/>
                <a:gd name="T24" fmla="*/ 71 w 120"/>
                <a:gd name="T25" fmla="*/ 8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1">
                  <a:moveTo>
                    <a:pt x="71" y="80"/>
                  </a:moveTo>
                  <a:cubicBezTo>
                    <a:pt x="88" y="71"/>
                    <a:pt x="113" y="76"/>
                    <a:pt x="109" y="48"/>
                  </a:cubicBezTo>
                  <a:cubicBezTo>
                    <a:pt x="108" y="43"/>
                    <a:pt x="104" y="36"/>
                    <a:pt x="98" y="33"/>
                  </a:cubicBezTo>
                  <a:cubicBezTo>
                    <a:pt x="72" y="26"/>
                    <a:pt x="77" y="60"/>
                    <a:pt x="52" y="70"/>
                  </a:cubicBezTo>
                  <a:cubicBezTo>
                    <a:pt x="19" y="83"/>
                    <a:pt x="0" y="37"/>
                    <a:pt x="26" y="15"/>
                  </a:cubicBezTo>
                  <a:cubicBezTo>
                    <a:pt x="26" y="12"/>
                    <a:pt x="22" y="10"/>
                    <a:pt x="24" y="5"/>
                  </a:cubicBezTo>
                  <a:cubicBezTo>
                    <a:pt x="33" y="8"/>
                    <a:pt x="52" y="10"/>
                    <a:pt x="55" y="14"/>
                  </a:cubicBezTo>
                  <a:cubicBezTo>
                    <a:pt x="51" y="24"/>
                    <a:pt x="40" y="18"/>
                    <a:pt x="31" y="23"/>
                  </a:cubicBezTo>
                  <a:cubicBezTo>
                    <a:pt x="19" y="31"/>
                    <a:pt x="14" y="59"/>
                    <a:pt x="38" y="57"/>
                  </a:cubicBezTo>
                  <a:cubicBezTo>
                    <a:pt x="58" y="56"/>
                    <a:pt x="69" y="0"/>
                    <a:pt x="102" y="21"/>
                  </a:cubicBezTo>
                  <a:cubicBezTo>
                    <a:pt x="117" y="29"/>
                    <a:pt x="120" y="65"/>
                    <a:pt x="102" y="80"/>
                  </a:cubicBezTo>
                  <a:cubicBezTo>
                    <a:pt x="98" y="84"/>
                    <a:pt x="109" y="85"/>
                    <a:pt x="103" y="91"/>
                  </a:cubicBezTo>
                  <a:cubicBezTo>
                    <a:pt x="92" y="88"/>
                    <a:pt x="76" y="89"/>
                    <a:pt x="71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651EC3F4-F241-AE7C-7CD4-261203C2EC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0198" y="4723448"/>
              <a:ext cx="334962" cy="347663"/>
            </a:xfrm>
            <a:custGeom>
              <a:avLst/>
              <a:gdLst>
                <a:gd name="T0" fmla="*/ 56 w 129"/>
                <a:gd name="T1" fmla="*/ 85 h 134"/>
                <a:gd name="T2" fmla="*/ 32 w 129"/>
                <a:gd name="T3" fmla="*/ 44 h 134"/>
                <a:gd name="T4" fmla="*/ 19 w 129"/>
                <a:gd name="T5" fmla="*/ 66 h 134"/>
                <a:gd name="T6" fmla="*/ 56 w 129"/>
                <a:gd name="T7" fmla="*/ 85 h 134"/>
                <a:gd name="T8" fmla="*/ 128 w 129"/>
                <a:gd name="T9" fmla="*/ 48 h 134"/>
                <a:gd name="T10" fmla="*/ 115 w 129"/>
                <a:gd name="T11" fmla="*/ 75 h 134"/>
                <a:gd name="T12" fmla="*/ 61 w 129"/>
                <a:gd name="T13" fmla="*/ 85 h 134"/>
                <a:gd name="T14" fmla="*/ 90 w 129"/>
                <a:gd name="T15" fmla="*/ 105 h 134"/>
                <a:gd name="T16" fmla="*/ 102 w 129"/>
                <a:gd name="T17" fmla="*/ 96 h 134"/>
                <a:gd name="T18" fmla="*/ 83 w 129"/>
                <a:gd name="T19" fmla="*/ 134 h 134"/>
                <a:gd name="T20" fmla="*/ 83 w 129"/>
                <a:gd name="T21" fmla="*/ 121 h 134"/>
                <a:gd name="T22" fmla="*/ 16 w 129"/>
                <a:gd name="T23" fmla="*/ 82 h 134"/>
                <a:gd name="T24" fmla="*/ 0 w 129"/>
                <a:gd name="T25" fmla="*/ 89 h 134"/>
                <a:gd name="T26" fmla="*/ 70 w 129"/>
                <a:gd name="T27" fmla="*/ 46 h 134"/>
                <a:gd name="T28" fmla="*/ 68 w 129"/>
                <a:gd name="T29" fmla="*/ 63 h 134"/>
                <a:gd name="T30" fmla="*/ 128 w 129"/>
                <a:gd name="T31" fmla="*/ 48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9" h="134">
                  <a:moveTo>
                    <a:pt x="56" y="85"/>
                  </a:moveTo>
                  <a:cubicBezTo>
                    <a:pt x="67" y="67"/>
                    <a:pt x="59" y="39"/>
                    <a:pt x="32" y="44"/>
                  </a:cubicBezTo>
                  <a:cubicBezTo>
                    <a:pt x="27" y="51"/>
                    <a:pt x="21" y="56"/>
                    <a:pt x="19" y="66"/>
                  </a:cubicBezTo>
                  <a:cubicBezTo>
                    <a:pt x="32" y="72"/>
                    <a:pt x="43" y="80"/>
                    <a:pt x="56" y="85"/>
                  </a:cubicBezTo>
                  <a:close/>
                  <a:moveTo>
                    <a:pt x="128" y="48"/>
                  </a:moveTo>
                  <a:cubicBezTo>
                    <a:pt x="129" y="56"/>
                    <a:pt x="121" y="68"/>
                    <a:pt x="115" y="75"/>
                  </a:cubicBezTo>
                  <a:cubicBezTo>
                    <a:pt x="94" y="77"/>
                    <a:pt x="68" y="73"/>
                    <a:pt x="61" y="85"/>
                  </a:cubicBezTo>
                  <a:cubicBezTo>
                    <a:pt x="66" y="97"/>
                    <a:pt x="81" y="97"/>
                    <a:pt x="90" y="105"/>
                  </a:cubicBezTo>
                  <a:cubicBezTo>
                    <a:pt x="98" y="105"/>
                    <a:pt x="96" y="96"/>
                    <a:pt x="102" y="96"/>
                  </a:cubicBezTo>
                  <a:cubicBezTo>
                    <a:pt x="102" y="108"/>
                    <a:pt x="89" y="129"/>
                    <a:pt x="83" y="134"/>
                  </a:cubicBezTo>
                  <a:cubicBezTo>
                    <a:pt x="76" y="134"/>
                    <a:pt x="87" y="128"/>
                    <a:pt x="83" y="121"/>
                  </a:cubicBezTo>
                  <a:cubicBezTo>
                    <a:pt x="63" y="105"/>
                    <a:pt x="39" y="95"/>
                    <a:pt x="16" y="82"/>
                  </a:cubicBezTo>
                  <a:cubicBezTo>
                    <a:pt x="7" y="80"/>
                    <a:pt x="10" y="91"/>
                    <a:pt x="0" y="89"/>
                  </a:cubicBezTo>
                  <a:cubicBezTo>
                    <a:pt x="8" y="61"/>
                    <a:pt x="43" y="0"/>
                    <a:pt x="70" y="46"/>
                  </a:cubicBezTo>
                  <a:cubicBezTo>
                    <a:pt x="70" y="52"/>
                    <a:pt x="71" y="61"/>
                    <a:pt x="68" y="63"/>
                  </a:cubicBezTo>
                  <a:cubicBezTo>
                    <a:pt x="90" y="61"/>
                    <a:pt x="116" y="61"/>
                    <a:pt x="128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8" name="Freeform 23">
              <a:extLst>
                <a:ext uri="{FF2B5EF4-FFF2-40B4-BE49-F238E27FC236}">
                  <a16:creationId xmlns:a16="http://schemas.microsoft.com/office/drawing/2014/main" id="{CD3B8DEF-4639-A650-CB7B-03FC30DD7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7323" y="4993323"/>
              <a:ext cx="327025" cy="312738"/>
            </a:xfrm>
            <a:custGeom>
              <a:avLst/>
              <a:gdLst>
                <a:gd name="T0" fmla="*/ 103 w 126"/>
                <a:gd name="T1" fmla="*/ 40 h 121"/>
                <a:gd name="T2" fmla="*/ 126 w 126"/>
                <a:gd name="T3" fmla="*/ 58 h 121"/>
                <a:gd name="T4" fmla="*/ 71 w 126"/>
                <a:gd name="T5" fmla="*/ 121 h 121"/>
                <a:gd name="T6" fmla="*/ 74 w 126"/>
                <a:gd name="T7" fmla="*/ 107 h 121"/>
                <a:gd name="T8" fmla="*/ 16 w 126"/>
                <a:gd name="T9" fmla="*/ 55 h 121"/>
                <a:gd name="T10" fmla="*/ 0 w 126"/>
                <a:gd name="T11" fmla="*/ 60 h 121"/>
                <a:gd name="T12" fmla="*/ 46 w 126"/>
                <a:gd name="T13" fmla="*/ 0 h 121"/>
                <a:gd name="T14" fmla="*/ 63 w 126"/>
                <a:gd name="T15" fmla="*/ 15 h 121"/>
                <a:gd name="T16" fmla="*/ 43 w 126"/>
                <a:gd name="T17" fmla="*/ 17 h 121"/>
                <a:gd name="T18" fmla="*/ 22 w 126"/>
                <a:gd name="T19" fmla="*/ 39 h 121"/>
                <a:gd name="T20" fmla="*/ 50 w 126"/>
                <a:gd name="T21" fmla="*/ 64 h 121"/>
                <a:gd name="T22" fmla="*/ 57 w 126"/>
                <a:gd name="T23" fmla="*/ 31 h 121"/>
                <a:gd name="T24" fmla="*/ 90 w 126"/>
                <a:gd name="T25" fmla="*/ 55 h 121"/>
                <a:gd name="T26" fmla="*/ 57 w 126"/>
                <a:gd name="T27" fmla="*/ 67 h 121"/>
                <a:gd name="T28" fmla="*/ 87 w 126"/>
                <a:gd name="T29" fmla="*/ 92 h 121"/>
                <a:gd name="T30" fmla="*/ 103 w 126"/>
                <a:gd name="T31" fmla="*/ 4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6" h="121">
                  <a:moveTo>
                    <a:pt x="103" y="40"/>
                  </a:moveTo>
                  <a:cubicBezTo>
                    <a:pt x="111" y="39"/>
                    <a:pt x="116" y="55"/>
                    <a:pt x="126" y="58"/>
                  </a:cubicBezTo>
                  <a:cubicBezTo>
                    <a:pt x="107" y="78"/>
                    <a:pt x="92" y="110"/>
                    <a:pt x="71" y="121"/>
                  </a:cubicBezTo>
                  <a:cubicBezTo>
                    <a:pt x="71" y="115"/>
                    <a:pt x="78" y="111"/>
                    <a:pt x="74" y="107"/>
                  </a:cubicBezTo>
                  <a:cubicBezTo>
                    <a:pt x="57" y="87"/>
                    <a:pt x="35" y="72"/>
                    <a:pt x="16" y="55"/>
                  </a:cubicBezTo>
                  <a:cubicBezTo>
                    <a:pt x="8" y="54"/>
                    <a:pt x="6" y="66"/>
                    <a:pt x="0" y="60"/>
                  </a:cubicBezTo>
                  <a:cubicBezTo>
                    <a:pt x="13" y="38"/>
                    <a:pt x="33" y="21"/>
                    <a:pt x="46" y="0"/>
                  </a:cubicBezTo>
                  <a:cubicBezTo>
                    <a:pt x="52" y="4"/>
                    <a:pt x="63" y="11"/>
                    <a:pt x="63" y="15"/>
                  </a:cubicBezTo>
                  <a:cubicBezTo>
                    <a:pt x="62" y="24"/>
                    <a:pt x="51" y="14"/>
                    <a:pt x="43" y="17"/>
                  </a:cubicBezTo>
                  <a:cubicBezTo>
                    <a:pt x="41" y="20"/>
                    <a:pt x="22" y="34"/>
                    <a:pt x="22" y="39"/>
                  </a:cubicBezTo>
                  <a:cubicBezTo>
                    <a:pt x="23" y="49"/>
                    <a:pt x="44" y="54"/>
                    <a:pt x="50" y="64"/>
                  </a:cubicBezTo>
                  <a:cubicBezTo>
                    <a:pt x="63" y="60"/>
                    <a:pt x="65" y="41"/>
                    <a:pt x="57" y="31"/>
                  </a:cubicBezTo>
                  <a:cubicBezTo>
                    <a:pt x="68" y="31"/>
                    <a:pt x="78" y="49"/>
                    <a:pt x="90" y="55"/>
                  </a:cubicBezTo>
                  <a:cubicBezTo>
                    <a:pt x="81" y="58"/>
                    <a:pt x="61" y="52"/>
                    <a:pt x="57" y="67"/>
                  </a:cubicBezTo>
                  <a:cubicBezTo>
                    <a:pt x="66" y="76"/>
                    <a:pt x="74" y="93"/>
                    <a:pt x="87" y="92"/>
                  </a:cubicBezTo>
                  <a:cubicBezTo>
                    <a:pt x="105" y="92"/>
                    <a:pt x="116" y="60"/>
                    <a:pt x="103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9" name="Freeform 24">
              <a:extLst>
                <a:ext uri="{FF2B5EF4-FFF2-40B4-BE49-F238E27FC236}">
                  <a16:creationId xmlns:a16="http://schemas.microsoft.com/office/drawing/2014/main" id="{523FE168-E3E4-0675-00A8-1C6BF4B273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1535" y="3228023"/>
              <a:ext cx="2111375" cy="2195513"/>
            </a:xfrm>
            <a:custGeom>
              <a:avLst/>
              <a:gdLst>
                <a:gd name="T0" fmla="*/ 316 w 813"/>
                <a:gd name="T1" fmla="*/ 720 h 846"/>
                <a:gd name="T2" fmla="*/ 313 w 813"/>
                <a:gd name="T3" fmla="*/ 652 h 846"/>
                <a:gd name="T4" fmla="*/ 294 w 813"/>
                <a:gd name="T5" fmla="*/ 673 h 846"/>
                <a:gd name="T6" fmla="*/ 309 w 813"/>
                <a:gd name="T7" fmla="*/ 671 h 846"/>
                <a:gd name="T8" fmla="*/ 313 w 813"/>
                <a:gd name="T9" fmla="*/ 720 h 846"/>
                <a:gd name="T10" fmla="*/ 316 w 813"/>
                <a:gd name="T11" fmla="*/ 720 h 846"/>
                <a:gd name="T12" fmla="*/ 377 w 813"/>
                <a:gd name="T13" fmla="*/ 720 h 846"/>
                <a:gd name="T14" fmla="*/ 391 w 813"/>
                <a:gd name="T15" fmla="*/ 671 h 846"/>
                <a:gd name="T16" fmla="*/ 349 w 813"/>
                <a:gd name="T17" fmla="*/ 667 h 846"/>
                <a:gd name="T18" fmla="*/ 384 w 813"/>
                <a:gd name="T19" fmla="*/ 692 h 846"/>
                <a:gd name="T20" fmla="*/ 366 w 813"/>
                <a:gd name="T21" fmla="*/ 715 h 846"/>
                <a:gd name="T22" fmla="*/ 353 w 813"/>
                <a:gd name="T23" fmla="*/ 704 h 846"/>
                <a:gd name="T24" fmla="*/ 377 w 813"/>
                <a:gd name="T25" fmla="*/ 720 h 846"/>
                <a:gd name="T26" fmla="*/ 417 w 813"/>
                <a:gd name="T27" fmla="*/ 716 h 846"/>
                <a:gd name="T28" fmla="*/ 419 w 813"/>
                <a:gd name="T29" fmla="*/ 656 h 846"/>
                <a:gd name="T30" fmla="*/ 417 w 813"/>
                <a:gd name="T31" fmla="*/ 716 h 846"/>
                <a:gd name="T32" fmla="*/ 481 w 813"/>
                <a:gd name="T33" fmla="*/ 714 h 846"/>
                <a:gd name="T34" fmla="*/ 514 w 813"/>
                <a:gd name="T35" fmla="*/ 668 h 846"/>
                <a:gd name="T36" fmla="*/ 475 w 813"/>
                <a:gd name="T37" fmla="*/ 672 h 846"/>
                <a:gd name="T38" fmla="*/ 490 w 813"/>
                <a:gd name="T39" fmla="*/ 659 h 846"/>
                <a:gd name="T40" fmla="*/ 506 w 813"/>
                <a:gd name="T41" fmla="*/ 668 h 846"/>
                <a:gd name="T42" fmla="*/ 470 w 813"/>
                <a:gd name="T43" fmla="*/ 720 h 846"/>
                <a:gd name="T44" fmla="*/ 514 w 813"/>
                <a:gd name="T45" fmla="*/ 715 h 846"/>
                <a:gd name="T46" fmla="*/ 481 w 813"/>
                <a:gd name="T47" fmla="*/ 714 h 846"/>
                <a:gd name="T48" fmla="*/ 415 w 813"/>
                <a:gd name="T49" fmla="*/ 465 h 846"/>
                <a:gd name="T50" fmla="*/ 628 w 813"/>
                <a:gd name="T51" fmla="*/ 461 h 846"/>
                <a:gd name="T52" fmla="*/ 478 w 813"/>
                <a:gd name="T53" fmla="*/ 353 h 846"/>
                <a:gd name="T54" fmla="*/ 545 w 813"/>
                <a:gd name="T55" fmla="*/ 362 h 846"/>
                <a:gd name="T56" fmla="*/ 441 w 813"/>
                <a:gd name="T57" fmla="*/ 229 h 846"/>
                <a:gd name="T58" fmla="*/ 483 w 813"/>
                <a:gd name="T59" fmla="*/ 237 h 846"/>
                <a:gd name="T60" fmla="*/ 441 w 813"/>
                <a:gd name="T61" fmla="*/ 162 h 846"/>
                <a:gd name="T62" fmla="*/ 408 w 813"/>
                <a:gd name="T63" fmla="*/ 80 h 846"/>
                <a:gd name="T64" fmla="*/ 346 w 813"/>
                <a:gd name="T65" fmla="*/ 220 h 846"/>
                <a:gd name="T66" fmla="*/ 340 w 813"/>
                <a:gd name="T67" fmla="*/ 237 h 846"/>
                <a:gd name="T68" fmla="*/ 381 w 813"/>
                <a:gd name="T69" fmla="*/ 229 h 846"/>
                <a:gd name="T70" fmla="*/ 275 w 813"/>
                <a:gd name="T71" fmla="*/ 360 h 846"/>
                <a:gd name="T72" fmla="*/ 344 w 813"/>
                <a:gd name="T73" fmla="*/ 353 h 846"/>
                <a:gd name="T74" fmla="*/ 344 w 813"/>
                <a:gd name="T75" fmla="*/ 355 h 846"/>
                <a:gd name="T76" fmla="*/ 342 w 813"/>
                <a:gd name="T77" fmla="*/ 357 h 846"/>
                <a:gd name="T78" fmla="*/ 211 w 813"/>
                <a:gd name="T79" fmla="*/ 446 h 846"/>
                <a:gd name="T80" fmla="*/ 192 w 813"/>
                <a:gd name="T81" fmla="*/ 461 h 846"/>
                <a:gd name="T82" fmla="*/ 415 w 813"/>
                <a:gd name="T83" fmla="*/ 465 h 846"/>
                <a:gd name="T84" fmla="*/ 450 w 813"/>
                <a:gd name="T85" fmla="*/ 532 h 846"/>
                <a:gd name="T86" fmla="*/ 677 w 813"/>
                <a:gd name="T87" fmla="*/ 532 h 846"/>
                <a:gd name="T88" fmla="*/ 649 w 813"/>
                <a:gd name="T89" fmla="*/ 492 h 846"/>
                <a:gd name="T90" fmla="*/ 413 w 813"/>
                <a:gd name="T91" fmla="*/ 482 h 846"/>
                <a:gd name="T92" fmla="*/ 217 w 813"/>
                <a:gd name="T93" fmla="*/ 489 h 846"/>
                <a:gd name="T94" fmla="*/ 172 w 813"/>
                <a:gd name="T95" fmla="*/ 495 h 846"/>
                <a:gd name="T96" fmla="*/ 145 w 813"/>
                <a:gd name="T97" fmla="*/ 532 h 846"/>
                <a:gd name="T98" fmla="*/ 377 w 813"/>
                <a:gd name="T99" fmla="*/ 532 h 846"/>
                <a:gd name="T100" fmla="*/ 375 w 813"/>
                <a:gd name="T101" fmla="*/ 551 h 846"/>
                <a:gd name="T102" fmla="*/ 450 w 813"/>
                <a:gd name="T103" fmla="*/ 551 h 846"/>
                <a:gd name="T104" fmla="*/ 450 w 813"/>
                <a:gd name="T105" fmla="*/ 532 h 846"/>
                <a:gd name="T106" fmla="*/ 794 w 813"/>
                <a:gd name="T107" fmla="*/ 0 h 846"/>
                <a:gd name="T108" fmla="*/ 749 w 813"/>
                <a:gd name="T109" fmla="*/ 575 h 846"/>
                <a:gd name="T110" fmla="*/ 408 w 813"/>
                <a:gd name="T111" fmla="*/ 846 h 846"/>
                <a:gd name="T112" fmla="*/ 66 w 813"/>
                <a:gd name="T113" fmla="*/ 579 h 846"/>
                <a:gd name="T114" fmla="*/ 18 w 813"/>
                <a:gd name="T115" fmla="*/ 5 h 846"/>
                <a:gd name="T116" fmla="*/ 22 w 813"/>
                <a:gd name="T117" fmla="*/ 0 h 846"/>
                <a:gd name="T118" fmla="*/ 794 w 813"/>
                <a:gd name="T119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13" h="846">
                  <a:moveTo>
                    <a:pt x="316" y="720"/>
                  </a:moveTo>
                  <a:cubicBezTo>
                    <a:pt x="318" y="703"/>
                    <a:pt x="324" y="665"/>
                    <a:pt x="313" y="652"/>
                  </a:cubicBezTo>
                  <a:cubicBezTo>
                    <a:pt x="310" y="663"/>
                    <a:pt x="297" y="662"/>
                    <a:pt x="294" y="673"/>
                  </a:cubicBezTo>
                  <a:cubicBezTo>
                    <a:pt x="299" y="681"/>
                    <a:pt x="307" y="666"/>
                    <a:pt x="309" y="671"/>
                  </a:cubicBezTo>
                  <a:cubicBezTo>
                    <a:pt x="311" y="686"/>
                    <a:pt x="305" y="711"/>
                    <a:pt x="313" y="720"/>
                  </a:cubicBezTo>
                  <a:cubicBezTo>
                    <a:pt x="314" y="720"/>
                    <a:pt x="315" y="720"/>
                    <a:pt x="316" y="720"/>
                  </a:cubicBezTo>
                  <a:close/>
                  <a:moveTo>
                    <a:pt x="377" y="720"/>
                  </a:moveTo>
                  <a:cubicBezTo>
                    <a:pt x="392" y="716"/>
                    <a:pt x="395" y="684"/>
                    <a:pt x="391" y="671"/>
                  </a:cubicBezTo>
                  <a:cubicBezTo>
                    <a:pt x="385" y="644"/>
                    <a:pt x="353" y="653"/>
                    <a:pt x="349" y="667"/>
                  </a:cubicBezTo>
                  <a:cubicBezTo>
                    <a:pt x="340" y="705"/>
                    <a:pt x="376" y="699"/>
                    <a:pt x="384" y="692"/>
                  </a:cubicBezTo>
                  <a:cubicBezTo>
                    <a:pt x="382" y="704"/>
                    <a:pt x="380" y="715"/>
                    <a:pt x="366" y="715"/>
                  </a:cubicBezTo>
                  <a:cubicBezTo>
                    <a:pt x="358" y="716"/>
                    <a:pt x="362" y="704"/>
                    <a:pt x="353" y="704"/>
                  </a:cubicBezTo>
                  <a:cubicBezTo>
                    <a:pt x="349" y="720"/>
                    <a:pt x="364" y="724"/>
                    <a:pt x="377" y="720"/>
                  </a:cubicBezTo>
                  <a:close/>
                  <a:moveTo>
                    <a:pt x="417" y="716"/>
                  </a:moveTo>
                  <a:cubicBezTo>
                    <a:pt x="454" y="753"/>
                    <a:pt x="475" y="629"/>
                    <a:pt x="419" y="656"/>
                  </a:cubicBezTo>
                  <a:cubicBezTo>
                    <a:pt x="409" y="668"/>
                    <a:pt x="404" y="705"/>
                    <a:pt x="417" y="716"/>
                  </a:cubicBezTo>
                  <a:close/>
                  <a:moveTo>
                    <a:pt x="481" y="714"/>
                  </a:moveTo>
                  <a:cubicBezTo>
                    <a:pt x="489" y="696"/>
                    <a:pt x="517" y="692"/>
                    <a:pt x="514" y="668"/>
                  </a:cubicBezTo>
                  <a:cubicBezTo>
                    <a:pt x="511" y="646"/>
                    <a:pt x="469" y="648"/>
                    <a:pt x="475" y="672"/>
                  </a:cubicBezTo>
                  <a:cubicBezTo>
                    <a:pt x="485" y="671"/>
                    <a:pt x="481" y="661"/>
                    <a:pt x="490" y="659"/>
                  </a:cubicBezTo>
                  <a:cubicBezTo>
                    <a:pt x="497" y="658"/>
                    <a:pt x="503" y="661"/>
                    <a:pt x="506" y="668"/>
                  </a:cubicBezTo>
                  <a:cubicBezTo>
                    <a:pt x="511" y="690"/>
                    <a:pt x="468" y="699"/>
                    <a:pt x="470" y="720"/>
                  </a:cubicBezTo>
                  <a:cubicBezTo>
                    <a:pt x="484" y="718"/>
                    <a:pt x="509" y="727"/>
                    <a:pt x="514" y="715"/>
                  </a:cubicBezTo>
                  <a:cubicBezTo>
                    <a:pt x="506" y="711"/>
                    <a:pt x="491" y="714"/>
                    <a:pt x="481" y="714"/>
                  </a:cubicBezTo>
                  <a:close/>
                  <a:moveTo>
                    <a:pt x="415" y="465"/>
                  </a:moveTo>
                  <a:cubicBezTo>
                    <a:pt x="469" y="406"/>
                    <a:pt x="550" y="477"/>
                    <a:pt x="628" y="461"/>
                  </a:cubicBezTo>
                  <a:cubicBezTo>
                    <a:pt x="577" y="425"/>
                    <a:pt x="517" y="400"/>
                    <a:pt x="478" y="353"/>
                  </a:cubicBezTo>
                  <a:cubicBezTo>
                    <a:pt x="496" y="360"/>
                    <a:pt x="518" y="363"/>
                    <a:pt x="545" y="362"/>
                  </a:cubicBezTo>
                  <a:cubicBezTo>
                    <a:pt x="511" y="318"/>
                    <a:pt x="456" y="287"/>
                    <a:pt x="441" y="229"/>
                  </a:cubicBezTo>
                  <a:cubicBezTo>
                    <a:pt x="454" y="233"/>
                    <a:pt x="465" y="237"/>
                    <a:pt x="483" y="237"/>
                  </a:cubicBezTo>
                  <a:cubicBezTo>
                    <a:pt x="468" y="213"/>
                    <a:pt x="453" y="189"/>
                    <a:pt x="441" y="162"/>
                  </a:cubicBezTo>
                  <a:cubicBezTo>
                    <a:pt x="429" y="137"/>
                    <a:pt x="420" y="108"/>
                    <a:pt x="408" y="80"/>
                  </a:cubicBezTo>
                  <a:cubicBezTo>
                    <a:pt x="397" y="134"/>
                    <a:pt x="370" y="184"/>
                    <a:pt x="346" y="220"/>
                  </a:cubicBezTo>
                  <a:cubicBezTo>
                    <a:pt x="343" y="225"/>
                    <a:pt x="337" y="231"/>
                    <a:pt x="340" y="237"/>
                  </a:cubicBezTo>
                  <a:cubicBezTo>
                    <a:pt x="357" y="237"/>
                    <a:pt x="368" y="233"/>
                    <a:pt x="381" y="229"/>
                  </a:cubicBezTo>
                  <a:cubicBezTo>
                    <a:pt x="359" y="287"/>
                    <a:pt x="313" y="319"/>
                    <a:pt x="275" y="360"/>
                  </a:cubicBezTo>
                  <a:cubicBezTo>
                    <a:pt x="302" y="361"/>
                    <a:pt x="325" y="360"/>
                    <a:pt x="344" y="353"/>
                  </a:cubicBezTo>
                  <a:cubicBezTo>
                    <a:pt x="344" y="355"/>
                    <a:pt x="344" y="355"/>
                    <a:pt x="344" y="355"/>
                  </a:cubicBezTo>
                  <a:cubicBezTo>
                    <a:pt x="343" y="355"/>
                    <a:pt x="342" y="355"/>
                    <a:pt x="342" y="357"/>
                  </a:cubicBezTo>
                  <a:cubicBezTo>
                    <a:pt x="304" y="391"/>
                    <a:pt x="258" y="423"/>
                    <a:pt x="211" y="446"/>
                  </a:cubicBezTo>
                  <a:cubicBezTo>
                    <a:pt x="204" y="449"/>
                    <a:pt x="195" y="453"/>
                    <a:pt x="192" y="461"/>
                  </a:cubicBezTo>
                  <a:cubicBezTo>
                    <a:pt x="266" y="473"/>
                    <a:pt x="357" y="410"/>
                    <a:pt x="415" y="465"/>
                  </a:cubicBezTo>
                  <a:close/>
                  <a:moveTo>
                    <a:pt x="450" y="532"/>
                  </a:moveTo>
                  <a:cubicBezTo>
                    <a:pt x="525" y="532"/>
                    <a:pt x="601" y="532"/>
                    <a:pt x="677" y="532"/>
                  </a:cubicBezTo>
                  <a:cubicBezTo>
                    <a:pt x="670" y="517"/>
                    <a:pt x="659" y="505"/>
                    <a:pt x="649" y="492"/>
                  </a:cubicBezTo>
                  <a:cubicBezTo>
                    <a:pt x="572" y="496"/>
                    <a:pt x="480" y="424"/>
                    <a:pt x="413" y="482"/>
                  </a:cubicBezTo>
                  <a:cubicBezTo>
                    <a:pt x="357" y="433"/>
                    <a:pt x="277" y="479"/>
                    <a:pt x="217" y="489"/>
                  </a:cubicBezTo>
                  <a:cubicBezTo>
                    <a:pt x="201" y="492"/>
                    <a:pt x="183" y="490"/>
                    <a:pt x="172" y="495"/>
                  </a:cubicBezTo>
                  <a:cubicBezTo>
                    <a:pt x="159" y="500"/>
                    <a:pt x="151" y="523"/>
                    <a:pt x="145" y="532"/>
                  </a:cubicBezTo>
                  <a:cubicBezTo>
                    <a:pt x="222" y="532"/>
                    <a:pt x="299" y="532"/>
                    <a:pt x="377" y="532"/>
                  </a:cubicBezTo>
                  <a:cubicBezTo>
                    <a:pt x="377" y="539"/>
                    <a:pt x="374" y="542"/>
                    <a:pt x="375" y="551"/>
                  </a:cubicBezTo>
                  <a:cubicBezTo>
                    <a:pt x="401" y="551"/>
                    <a:pt x="425" y="551"/>
                    <a:pt x="450" y="551"/>
                  </a:cubicBezTo>
                  <a:cubicBezTo>
                    <a:pt x="451" y="544"/>
                    <a:pt x="445" y="537"/>
                    <a:pt x="450" y="532"/>
                  </a:cubicBezTo>
                  <a:close/>
                  <a:moveTo>
                    <a:pt x="794" y="0"/>
                  </a:moveTo>
                  <a:cubicBezTo>
                    <a:pt x="794" y="208"/>
                    <a:pt x="813" y="432"/>
                    <a:pt x="749" y="575"/>
                  </a:cubicBezTo>
                  <a:cubicBezTo>
                    <a:pt x="686" y="721"/>
                    <a:pt x="550" y="780"/>
                    <a:pt x="408" y="846"/>
                  </a:cubicBezTo>
                  <a:cubicBezTo>
                    <a:pt x="265" y="782"/>
                    <a:pt x="132" y="721"/>
                    <a:pt x="66" y="579"/>
                  </a:cubicBezTo>
                  <a:cubicBezTo>
                    <a:pt x="0" y="437"/>
                    <a:pt x="23" y="215"/>
                    <a:pt x="18" y="5"/>
                  </a:cubicBezTo>
                  <a:cubicBezTo>
                    <a:pt x="18" y="1"/>
                    <a:pt x="19" y="0"/>
                    <a:pt x="22" y="0"/>
                  </a:cubicBezTo>
                  <a:cubicBezTo>
                    <a:pt x="280" y="0"/>
                    <a:pt x="538" y="0"/>
                    <a:pt x="79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0" name="Freeform 25">
              <a:extLst>
                <a:ext uri="{FF2B5EF4-FFF2-40B4-BE49-F238E27FC236}">
                  <a16:creationId xmlns:a16="http://schemas.microsoft.com/office/drawing/2014/main" id="{1113EAA8-B1BC-54F6-3B24-E7F027ADC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3010" y="5166360"/>
              <a:ext cx="269875" cy="298450"/>
            </a:xfrm>
            <a:custGeom>
              <a:avLst/>
              <a:gdLst>
                <a:gd name="T0" fmla="*/ 74 w 104"/>
                <a:gd name="T1" fmla="*/ 15 h 115"/>
                <a:gd name="T2" fmla="*/ 96 w 104"/>
                <a:gd name="T3" fmla="*/ 115 h 115"/>
                <a:gd name="T4" fmla="*/ 17 w 104"/>
                <a:gd name="T5" fmla="*/ 64 h 115"/>
                <a:gd name="T6" fmla="*/ 0 w 104"/>
                <a:gd name="T7" fmla="*/ 67 h 115"/>
                <a:gd name="T8" fmla="*/ 25 w 104"/>
                <a:gd name="T9" fmla="*/ 50 h 115"/>
                <a:gd name="T10" fmla="*/ 84 w 104"/>
                <a:gd name="T11" fmla="*/ 88 h 115"/>
                <a:gd name="T12" fmla="*/ 66 w 104"/>
                <a:gd name="T13" fmla="*/ 21 h 115"/>
                <a:gd name="T14" fmla="*/ 50 w 104"/>
                <a:gd name="T15" fmla="*/ 28 h 115"/>
                <a:gd name="T16" fmla="*/ 75 w 104"/>
                <a:gd name="T17" fmla="*/ 0 h 115"/>
                <a:gd name="T18" fmla="*/ 74 w 104"/>
                <a:gd name="T19" fmla="*/ 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5">
                  <a:moveTo>
                    <a:pt x="74" y="15"/>
                  </a:moveTo>
                  <a:cubicBezTo>
                    <a:pt x="73" y="47"/>
                    <a:pt x="104" y="86"/>
                    <a:pt x="96" y="115"/>
                  </a:cubicBezTo>
                  <a:cubicBezTo>
                    <a:pt x="71" y="99"/>
                    <a:pt x="43" y="82"/>
                    <a:pt x="17" y="64"/>
                  </a:cubicBezTo>
                  <a:cubicBezTo>
                    <a:pt x="8" y="63"/>
                    <a:pt x="5" y="71"/>
                    <a:pt x="0" y="67"/>
                  </a:cubicBezTo>
                  <a:cubicBezTo>
                    <a:pt x="6" y="54"/>
                    <a:pt x="46" y="26"/>
                    <a:pt x="25" y="50"/>
                  </a:cubicBezTo>
                  <a:cubicBezTo>
                    <a:pt x="43" y="66"/>
                    <a:pt x="64" y="77"/>
                    <a:pt x="84" y="88"/>
                  </a:cubicBezTo>
                  <a:cubicBezTo>
                    <a:pt x="84" y="67"/>
                    <a:pt x="73" y="42"/>
                    <a:pt x="66" y="21"/>
                  </a:cubicBezTo>
                  <a:cubicBezTo>
                    <a:pt x="60" y="23"/>
                    <a:pt x="56" y="26"/>
                    <a:pt x="50" y="28"/>
                  </a:cubicBezTo>
                  <a:cubicBezTo>
                    <a:pt x="50" y="16"/>
                    <a:pt x="69" y="10"/>
                    <a:pt x="75" y="0"/>
                  </a:cubicBezTo>
                  <a:cubicBezTo>
                    <a:pt x="83" y="6"/>
                    <a:pt x="74" y="7"/>
                    <a:pt x="7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1" name="Freeform 26">
              <a:extLst>
                <a:ext uri="{FF2B5EF4-FFF2-40B4-BE49-F238E27FC236}">
                  <a16:creationId xmlns:a16="http://schemas.microsoft.com/office/drawing/2014/main" id="{CB2FACE7-4F4E-D7A0-4B14-BFB212822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010" y="5358448"/>
              <a:ext cx="204787" cy="273050"/>
            </a:xfrm>
            <a:custGeom>
              <a:avLst/>
              <a:gdLst>
                <a:gd name="T0" fmla="*/ 62 w 79"/>
                <a:gd name="T1" fmla="*/ 84 h 105"/>
                <a:gd name="T2" fmla="*/ 79 w 79"/>
                <a:gd name="T3" fmla="*/ 87 h 105"/>
                <a:gd name="T4" fmla="*/ 40 w 79"/>
                <a:gd name="T5" fmla="*/ 105 h 105"/>
                <a:gd name="T6" fmla="*/ 50 w 79"/>
                <a:gd name="T7" fmla="*/ 93 h 105"/>
                <a:gd name="T8" fmla="*/ 16 w 79"/>
                <a:gd name="T9" fmla="*/ 19 h 105"/>
                <a:gd name="T10" fmla="*/ 0 w 79"/>
                <a:gd name="T11" fmla="*/ 19 h 105"/>
                <a:gd name="T12" fmla="*/ 40 w 79"/>
                <a:gd name="T13" fmla="*/ 0 h 105"/>
                <a:gd name="T14" fmla="*/ 29 w 79"/>
                <a:gd name="T15" fmla="*/ 12 h 105"/>
                <a:gd name="T16" fmla="*/ 62 w 79"/>
                <a:gd name="T17" fmla="*/ 8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105">
                  <a:moveTo>
                    <a:pt x="62" y="84"/>
                  </a:moveTo>
                  <a:cubicBezTo>
                    <a:pt x="68" y="89"/>
                    <a:pt x="76" y="81"/>
                    <a:pt x="79" y="87"/>
                  </a:cubicBezTo>
                  <a:cubicBezTo>
                    <a:pt x="71" y="95"/>
                    <a:pt x="52" y="104"/>
                    <a:pt x="40" y="105"/>
                  </a:cubicBezTo>
                  <a:cubicBezTo>
                    <a:pt x="40" y="98"/>
                    <a:pt x="50" y="100"/>
                    <a:pt x="50" y="93"/>
                  </a:cubicBezTo>
                  <a:cubicBezTo>
                    <a:pt x="40" y="68"/>
                    <a:pt x="28" y="43"/>
                    <a:pt x="16" y="19"/>
                  </a:cubicBezTo>
                  <a:cubicBezTo>
                    <a:pt x="10" y="17"/>
                    <a:pt x="3" y="25"/>
                    <a:pt x="0" y="19"/>
                  </a:cubicBezTo>
                  <a:cubicBezTo>
                    <a:pt x="10" y="11"/>
                    <a:pt x="28" y="0"/>
                    <a:pt x="40" y="0"/>
                  </a:cubicBezTo>
                  <a:cubicBezTo>
                    <a:pt x="38" y="6"/>
                    <a:pt x="32" y="7"/>
                    <a:pt x="29" y="12"/>
                  </a:cubicBezTo>
                  <a:cubicBezTo>
                    <a:pt x="40" y="36"/>
                    <a:pt x="52" y="60"/>
                    <a:pt x="6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2" name="Freeform 27">
              <a:extLst>
                <a:ext uri="{FF2B5EF4-FFF2-40B4-BE49-F238E27FC236}">
                  <a16:creationId xmlns:a16="http://schemas.microsoft.com/office/drawing/2014/main" id="{8847B595-3F71-C621-588D-223F76363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148" y="5423535"/>
              <a:ext cx="314325" cy="342900"/>
            </a:xfrm>
            <a:custGeom>
              <a:avLst/>
              <a:gdLst>
                <a:gd name="T0" fmla="*/ 121 w 121"/>
                <a:gd name="T1" fmla="*/ 98 h 132"/>
                <a:gd name="T2" fmla="*/ 78 w 121"/>
                <a:gd name="T3" fmla="*/ 79 h 132"/>
                <a:gd name="T4" fmla="*/ 33 w 121"/>
                <a:gd name="T5" fmla="*/ 54 h 132"/>
                <a:gd name="T6" fmla="*/ 59 w 121"/>
                <a:gd name="T7" fmla="*/ 115 h 132"/>
                <a:gd name="T8" fmla="*/ 78 w 121"/>
                <a:gd name="T9" fmla="*/ 116 h 132"/>
                <a:gd name="T10" fmla="*/ 39 w 121"/>
                <a:gd name="T11" fmla="*/ 132 h 132"/>
                <a:gd name="T12" fmla="*/ 48 w 121"/>
                <a:gd name="T13" fmla="*/ 118 h 132"/>
                <a:gd name="T14" fmla="*/ 17 w 121"/>
                <a:gd name="T15" fmla="*/ 46 h 132"/>
                <a:gd name="T16" fmla="*/ 1 w 121"/>
                <a:gd name="T17" fmla="*/ 46 h 132"/>
                <a:gd name="T18" fmla="*/ 25 w 121"/>
                <a:gd name="T19" fmla="*/ 32 h 132"/>
                <a:gd name="T20" fmla="*/ 102 w 121"/>
                <a:gd name="T21" fmla="*/ 77 h 132"/>
                <a:gd name="T22" fmla="*/ 78 w 121"/>
                <a:gd name="T23" fmla="*/ 20 h 132"/>
                <a:gd name="T24" fmla="*/ 60 w 121"/>
                <a:gd name="T25" fmla="*/ 20 h 132"/>
                <a:gd name="T26" fmla="*/ 95 w 121"/>
                <a:gd name="T27" fmla="*/ 0 h 132"/>
                <a:gd name="T28" fmla="*/ 88 w 121"/>
                <a:gd name="T29" fmla="*/ 16 h 132"/>
                <a:gd name="T30" fmla="*/ 121 w 121"/>
                <a:gd name="T31" fmla="*/ 9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1" h="132">
                  <a:moveTo>
                    <a:pt x="121" y="98"/>
                  </a:moveTo>
                  <a:cubicBezTo>
                    <a:pt x="105" y="103"/>
                    <a:pt x="92" y="87"/>
                    <a:pt x="78" y="79"/>
                  </a:cubicBezTo>
                  <a:cubicBezTo>
                    <a:pt x="62" y="70"/>
                    <a:pt x="47" y="62"/>
                    <a:pt x="33" y="54"/>
                  </a:cubicBezTo>
                  <a:cubicBezTo>
                    <a:pt x="39" y="77"/>
                    <a:pt x="48" y="96"/>
                    <a:pt x="59" y="115"/>
                  </a:cubicBezTo>
                  <a:cubicBezTo>
                    <a:pt x="65" y="116"/>
                    <a:pt x="73" y="113"/>
                    <a:pt x="78" y="116"/>
                  </a:cubicBezTo>
                  <a:cubicBezTo>
                    <a:pt x="67" y="124"/>
                    <a:pt x="50" y="132"/>
                    <a:pt x="39" y="132"/>
                  </a:cubicBezTo>
                  <a:cubicBezTo>
                    <a:pt x="39" y="126"/>
                    <a:pt x="48" y="126"/>
                    <a:pt x="48" y="118"/>
                  </a:cubicBezTo>
                  <a:cubicBezTo>
                    <a:pt x="51" y="98"/>
                    <a:pt x="23" y="63"/>
                    <a:pt x="17" y="46"/>
                  </a:cubicBezTo>
                  <a:cubicBezTo>
                    <a:pt x="11" y="44"/>
                    <a:pt x="5" y="51"/>
                    <a:pt x="1" y="46"/>
                  </a:cubicBezTo>
                  <a:cubicBezTo>
                    <a:pt x="0" y="39"/>
                    <a:pt x="18" y="37"/>
                    <a:pt x="25" y="32"/>
                  </a:cubicBezTo>
                  <a:cubicBezTo>
                    <a:pt x="51" y="45"/>
                    <a:pt x="75" y="63"/>
                    <a:pt x="102" y="77"/>
                  </a:cubicBezTo>
                  <a:cubicBezTo>
                    <a:pt x="97" y="55"/>
                    <a:pt x="87" y="37"/>
                    <a:pt x="78" y="20"/>
                  </a:cubicBezTo>
                  <a:cubicBezTo>
                    <a:pt x="70" y="17"/>
                    <a:pt x="65" y="24"/>
                    <a:pt x="60" y="20"/>
                  </a:cubicBezTo>
                  <a:cubicBezTo>
                    <a:pt x="67" y="8"/>
                    <a:pt x="86" y="8"/>
                    <a:pt x="95" y="0"/>
                  </a:cubicBezTo>
                  <a:cubicBezTo>
                    <a:pt x="104" y="7"/>
                    <a:pt x="88" y="7"/>
                    <a:pt x="88" y="16"/>
                  </a:cubicBezTo>
                  <a:cubicBezTo>
                    <a:pt x="97" y="46"/>
                    <a:pt x="110" y="72"/>
                    <a:pt x="121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3" name="Freeform 28">
              <a:extLst>
                <a:ext uri="{FF2B5EF4-FFF2-40B4-BE49-F238E27FC236}">
                  <a16:creationId xmlns:a16="http://schemas.microsoft.com/office/drawing/2014/main" id="{D6CC2DCF-188B-BCF2-0A9D-2DDD3BC63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198" y="2524760"/>
              <a:ext cx="238125" cy="295275"/>
            </a:xfrm>
            <a:custGeom>
              <a:avLst/>
              <a:gdLst>
                <a:gd name="T0" fmla="*/ 74 w 92"/>
                <a:gd name="T1" fmla="*/ 19 h 114"/>
                <a:gd name="T2" fmla="*/ 71 w 92"/>
                <a:gd name="T3" fmla="*/ 114 h 114"/>
                <a:gd name="T4" fmla="*/ 65 w 92"/>
                <a:gd name="T5" fmla="*/ 100 h 114"/>
                <a:gd name="T6" fmla="*/ 3 w 92"/>
                <a:gd name="T7" fmla="*/ 79 h 114"/>
                <a:gd name="T8" fmla="*/ 69 w 92"/>
                <a:gd name="T9" fmla="*/ 83 h 114"/>
                <a:gd name="T10" fmla="*/ 51 w 92"/>
                <a:gd name="T11" fmla="*/ 66 h 114"/>
                <a:gd name="T12" fmla="*/ 2 w 92"/>
                <a:gd name="T13" fmla="*/ 52 h 114"/>
                <a:gd name="T14" fmla="*/ 69 w 92"/>
                <a:gd name="T15" fmla="*/ 54 h 114"/>
                <a:gd name="T16" fmla="*/ 2 w 92"/>
                <a:gd name="T17" fmla="*/ 24 h 114"/>
                <a:gd name="T18" fmla="*/ 62 w 92"/>
                <a:gd name="T19" fmla="*/ 23 h 114"/>
                <a:gd name="T20" fmla="*/ 74 w 92"/>
                <a:gd name="T21" fmla="*/ 1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4">
                  <a:moveTo>
                    <a:pt x="74" y="19"/>
                  </a:moveTo>
                  <a:cubicBezTo>
                    <a:pt x="88" y="36"/>
                    <a:pt x="92" y="103"/>
                    <a:pt x="71" y="114"/>
                  </a:cubicBezTo>
                  <a:cubicBezTo>
                    <a:pt x="63" y="114"/>
                    <a:pt x="64" y="107"/>
                    <a:pt x="65" y="100"/>
                  </a:cubicBezTo>
                  <a:cubicBezTo>
                    <a:pt x="51" y="86"/>
                    <a:pt x="14" y="99"/>
                    <a:pt x="3" y="79"/>
                  </a:cubicBezTo>
                  <a:cubicBezTo>
                    <a:pt x="24" y="65"/>
                    <a:pt x="49" y="83"/>
                    <a:pt x="69" y="83"/>
                  </a:cubicBezTo>
                  <a:cubicBezTo>
                    <a:pt x="73" y="69"/>
                    <a:pt x="58" y="69"/>
                    <a:pt x="51" y="66"/>
                  </a:cubicBezTo>
                  <a:cubicBezTo>
                    <a:pt x="36" y="61"/>
                    <a:pt x="14" y="62"/>
                    <a:pt x="2" y="52"/>
                  </a:cubicBezTo>
                  <a:cubicBezTo>
                    <a:pt x="14" y="31"/>
                    <a:pt x="49" y="52"/>
                    <a:pt x="69" y="54"/>
                  </a:cubicBezTo>
                  <a:cubicBezTo>
                    <a:pt x="65" y="24"/>
                    <a:pt x="22" y="36"/>
                    <a:pt x="2" y="24"/>
                  </a:cubicBezTo>
                  <a:cubicBezTo>
                    <a:pt x="0" y="0"/>
                    <a:pt x="48" y="18"/>
                    <a:pt x="62" y="23"/>
                  </a:cubicBezTo>
                  <a:cubicBezTo>
                    <a:pt x="68" y="24"/>
                    <a:pt x="70" y="13"/>
                    <a:pt x="74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4" name="Freeform 29">
              <a:extLst>
                <a:ext uri="{FF2B5EF4-FFF2-40B4-BE49-F238E27FC236}">
                  <a16:creationId xmlns:a16="http://schemas.microsoft.com/office/drawing/2014/main" id="{EB752082-84C0-E697-7DD8-C16F744194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0185" y="2210435"/>
              <a:ext cx="796925" cy="906463"/>
            </a:xfrm>
            <a:custGeom>
              <a:avLst/>
              <a:gdLst>
                <a:gd name="T0" fmla="*/ 220 w 307"/>
                <a:gd name="T1" fmla="*/ 268 h 349"/>
                <a:gd name="T2" fmla="*/ 111 w 307"/>
                <a:gd name="T3" fmla="*/ 268 h 349"/>
                <a:gd name="T4" fmla="*/ 220 w 307"/>
                <a:gd name="T5" fmla="*/ 268 h 349"/>
                <a:gd name="T6" fmla="*/ 173 w 307"/>
                <a:gd name="T7" fmla="*/ 123 h 349"/>
                <a:gd name="T8" fmla="*/ 194 w 307"/>
                <a:gd name="T9" fmla="*/ 123 h 349"/>
                <a:gd name="T10" fmla="*/ 162 w 307"/>
                <a:gd name="T11" fmla="*/ 45 h 349"/>
                <a:gd name="T12" fmla="*/ 137 w 307"/>
                <a:gd name="T13" fmla="*/ 123 h 349"/>
                <a:gd name="T14" fmla="*/ 156 w 307"/>
                <a:gd name="T15" fmla="*/ 123 h 349"/>
                <a:gd name="T16" fmla="*/ 168 w 307"/>
                <a:gd name="T17" fmla="*/ 105 h 349"/>
                <a:gd name="T18" fmla="*/ 173 w 307"/>
                <a:gd name="T19" fmla="*/ 123 h 349"/>
                <a:gd name="T20" fmla="*/ 253 w 307"/>
                <a:gd name="T21" fmla="*/ 300 h 349"/>
                <a:gd name="T22" fmla="*/ 286 w 307"/>
                <a:gd name="T23" fmla="*/ 257 h 349"/>
                <a:gd name="T24" fmla="*/ 45 w 307"/>
                <a:gd name="T25" fmla="*/ 259 h 349"/>
                <a:gd name="T26" fmla="*/ 79 w 307"/>
                <a:gd name="T27" fmla="*/ 300 h 349"/>
                <a:gd name="T28" fmla="*/ 109 w 307"/>
                <a:gd name="T29" fmla="*/ 294 h 349"/>
                <a:gd name="T30" fmla="*/ 83 w 307"/>
                <a:gd name="T31" fmla="*/ 264 h 349"/>
                <a:gd name="T32" fmla="*/ 178 w 307"/>
                <a:gd name="T33" fmla="*/ 244 h 349"/>
                <a:gd name="T34" fmla="*/ 248 w 307"/>
                <a:gd name="T35" fmla="*/ 266 h 349"/>
                <a:gd name="T36" fmla="*/ 222 w 307"/>
                <a:gd name="T37" fmla="*/ 291 h 349"/>
                <a:gd name="T38" fmla="*/ 253 w 307"/>
                <a:gd name="T39" fmla="*/ 300 h 349"/>
                <a:gd name="T40" fmla="*/ 274 w 307"/>
                <a:gd name="T41" fmla="*/ 75 h 349"/>
                <a:gd name="T42" fmla="*/ 302 w 307"/>
                <a:gd name="T43" fmla="*/ 133 h 349"/>
                <a:gd name="T44" fmla="*/ 264 w 307"/>
                <a:gd name="T45" fmla="*/ 85 h 349"/>
                <a:gd name="T46" fmla="*/ 187 w 307"/>
                <a:gd name="T47" fmla="*/ 47 h 349"/>
                <a:gd name="T48" fmla="*/ 210 w 307"/>
                <a:gd name="T49" fmla="*/ 121 h 349"/>
                <a:gd name="T50" fmla="*/ 175 w 307"/>
                <a:gd name="T51" fmla="*/ 139 h 349"/>
                <a:gd name="T52" fmla="*/ 173 w 307"/>
                <a:gd name="T53" fmla="*/ 173 h 349"/>
                <a:gd name="T54" fmla="*/ 225 w 307"/>
                <a:gd name="T55" fmla="*/ 175 h 349"/>
                <a:gd name="T56" fmla="*/ 173 w 307"/>
                <a:gd name="T57" fmla="*/ 188 h 349"/>
                <a:gd name="T58" fmla="*/ 166 w 307"/>
                <a:gd name="T59" fmla="*/ 219 h 349"/>
                <a:gd name="T60" fmla="*/ 305 w 307"/>
                <a:gd name="T61" fmla="*/ 250 h 349"/>
                <a:gd name="T62" fmla="*/ 256 w 307"/>
                <a:gd name="T63" fmla="*/ 318 h 349"/>
                <a:gd name="T64" fmla="*/ 192 w 307"/>
                <a:gd name="T65" fmla="*/ 338 h 349"/>
                <a:gd name="T66" fmla="*/ 232 w 307"/>
                <a:gd name="T67" fmla="*/ 312 h 349"/>
                <a:gd name="T68" fmla="*/ 183 w 307"/>
                <a:gd name="T69" fmla="*/ 304 h 349"/>
                <a:gd name="T70" fmla="*/ 181 w 307"/>
                <a:gd name="T71" fmla="*/ 343 h 349"/>
                <a:gd name="T72" fmla="*/ 132 w 307"/>
                <a:gd name="T73" fmla="*/ 334 h 349"/>
                <a:gd name="T74" fmla="*/ 168 w 307"/>
                <a:gd name="T75" fmla="*/ 330 h 349"/>
                <a:gd name="T76" fmla="*/ 166 w 307"/>
                <a:gd name="T77" fmla="*/ 304 h 349"/>
                <a:gd name="T78" fmla="*/ 100 w 307"/>
                <a:gd name="T79" fmla="*/ 311 h 349"/>
                <a:gd name="T80" fmla="*/ 123 w 307"/>
                <a:gd name="T81" fmla="*/ 334 h 349"/>
                <a:gd name="T82" fmla="*/ 25 w 307"/>
                <a:gd name="T83" fmla="*/ 252 h 349"/>
                <a:gd name="T84" fmla="*/ 161 w 307"/>
                <a:gd name="T85" fmla="*/ 221 h 349"/>
                <a:gd name="T86" fmla="*/ 157 w 307"/>
                <a:gd name="T87" fmla="*/ 191 h 349"/>
                <a:gd name="T88" fmla="*/ 104 w 307"/>
                <a:gd name="T89" fmla="*/ 182 h 349"/>
                <a:gd name="T90" fmla="*/ 156 w 307"/>
                <a:gd name="T91" fmla="*/ 173 h 349"/>
                <a:gd name="T92" fmla="*/ 157 w 307"/>
                <a:gd name="T93" fmla="*/ 140 h 349"/>
                <a:gd name="T94" fmla="*/ 104 w 307"/>
                <a:gd name="T95" fmla="*/ 132 h 349"/>
                <a:gd name="T96" fmla="*/ 121 w 307"/>
                <a:gd name="T97" fmla="*/ 123 h 349"/>
                <a:gd name="T98" fmla="*/ 144 w 307"/>
                <a:gd name="T99" fmla="*/ 51 h 349"/>
                <a:gd name="T100" fmla="*/ 34 w 307"/>
                <a:gd name="T101" fmla="*/ 143 h 349"/>
                <a:gd name="T102" fmla="*/ 95 w 307"/>
                <a:gd name="T103" fmla="*/ 140 h 349"/>
                <a:gd name="T104" fmla="*/ 28 w 307"/>
                <a:gd name="T105" fmla="*/ 173 h 349"/>
                <a:gd name="T106" fmla="*/ 95 w 307"/>
                <a:gd name="T107" fmla="*/ 171 h 349"/>
                <a:gd name="T108" fmla="*/ 28 w 307"/>
                <a:gd name="T109" fmla="*/ 204 h 349"/>
                <a:gd name="T110" fmla="*/ 91 w 307"/>
                <a:gd name="T111" fmla="*/ 201 h 349"/>
                <a:gd name="T112" fmla="*/ 33 w 307"/>
                <a:gd name="T113" fmla="*/ 221 h 349"/>
                <a:gd name="T114" fmla="*/ 28 w 307"/>
                <a:gd name="T115" fmla="*/ 239 h 349"/>
                <a:gd name="T116" fmla="*/ 12 w 307"/>
                <a:gd name="T117" fmla="*/ 213 h 349"/>
                <a:gd name="T118" fmla="*/ 150 w 307"/>
                <a:gd name="T119" fmla="*/ 29 h 349"/>
                <a:gd name="T120" fmla="*/ 177 w 307"/>
                <a:gd name="T121" fmla="*/ 29 h 349"/>
                <a:gd name="T122" fmla="*/ 274 w 307"/>
                <a:gd name="T123" fmla="*/ 75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7" h="349">
                  <a:moveTo>
                    <a:pt x="220" y="268"/>
                  </a:moveTo>
                  <a:cubicBezTo>
                    <a:pt x="190" y="258"/>
                    <a:pt x="144" y="258"/>
                    <a:pt x="111" y="268"/>
                  </a:cubicBezTo>
                  <a:cubicBezTo>
                    <a:pt x="129" y="292"/>
                    <a:pt x="201" y="292"/>
                    <a:pt x="220" y="268"/>
                  </a:cubicBezTo>
                  <a:close/>
                  <a:moveTo>
                    <a:pt x="173" y="123"/>
                  </a:moveTo>
                  <a:cubicBezTo>
                    <a:pt x="181" y="123"/>
                    <a:pt x="187" y="123"/>
                    <a:pt x="194" y="123"/>
                  </a:cubicBezTo>
                  <a:cubicBezTo>
                    <a:pt x="184" y="96"/>
                    <a:pt x="181" y="64"/>
                    <a:pt x="162" y="45"/>
                  </a:cubicBezTo>
                  <a:cubicBezTo>
                    <a:pt x="154" y="71"/>
                    <a:pt x="143" y="95"/>
                    <a:pt x="137" y="123"/>
                  </a:cubicBezTo>
                  <a:cubicBezTo>
                    <a:pt x="143" y="123"/>
                    <a:pt x="149" y="123"/>
                    <a:pt x="156" y="123"/>
                  </a:cubicBezTo>
                  <a:cubicBezTo>
                    <a:pt x="156" y="113"/>
                    <a:pt x="159" y="106"/>
                    <a:pt x="168" y="105"/>
                  </a:cubicBezTo>
                  <a:cubicBezTo>
                    <a:pt x="173" y="107"/>
                    <a:pt x="173" y="114"/>
                    <a:pt x="173" y="123"/>
                  </a:cubicBezTo>
                  <a:close/>
                  <a:moveTo>
                    <a:pt x="253" y="300"/>
                  </a:moveTo>
                  <a:cubicBezTo>
                    <a:pt x="266" y="288"/>
                    <a:pt x="278" y="276"/>
                    <a:pt x="286" y="257"/>
                  </a:cubicBezTo>
                  <a:cubicBezTo>
                    <a:pt x="219" y="230"/>
                    <a:pt x="105" y="229"/>
                    <a:pt x="45" y="259"/>
                  </a:cubicBezTo>
                  <a:cubicBezTo>
                    <a:pt x="54" y="276"/>
                    <a:pt x="67" y="287"/>
                    <a:pt x="79" y="300"/>
                  </a:cubicBezTo>
                  <a:cubicBezTo>
                    <a:pt x="90" y="299"/>
                    <a:pt x="96" y="292"/>
                    <a:pt x="109" y="294"/>
                  </a:cubicBezTo>
                  <a:cubicBezTo>
                    <a:pt x="105" y="280"/>
                    <a:pt x="85" y="281"/>
                    <a:pt x="83" y="264"/>
                  </a:cubicBezTo>
                  <a:cubicBezTo>
                    <a:pt x="100" y="247"/>
                    <a:pt x="143" y="242"/>
                    <a:pt x="178" y="244"/>
                  </a:cubicBezTo>
                  <a:cubicBezTo>
                    <a:pt x="205" y="247"/>
                    <a:pt x="238" y="249"/>
                    <a:pt x="248" y="266"/>
                  </a:cubicBezTo>
                  <a:cubicBezTo>
                    <a:pt x="244" y="280"/>
                    <a:pt x="228" y="281"/>
                    <a:pt x="222" y="291"/>
                  </a:cubicBezTo>
                  <a:cubicBezTo>
                    <a:pt x="232" y="294"/>
                    <a:pt x="243" y="297"/>
                    <a:pt x="253" y="300"/>
                  </a:cubicBezTo>
                  <a:close/>
                  <a:moveTo>
                    <a:pt x="274" y="75"/>
                  </a:moveTo>
                  <a:cubicBezTo>
                    <a:pt x="287" y="88"/>
                    <a:pt x="307" y="110"/>
                    <a:pt x="302" y="133"/>
                  </a:cubicBezTo>
                  <a:cubicBezTo>
                    <a:pt x="283" y="125"/>
                    <a:pt x="278" y="100"/>
                    <a:pt x="264" y="85"/>
                  </a:cubicBezTo>
                  <a:cubicBezTo>
                    <a:pt x="244" y="64"/>
                    <a:pt x="217" y="57"/>
                    <a:pt x="187" y="47"/>
                  </a:cubicBezTo>
                  <a:cubicBezTo>
                    <a:pt x="192" y="75"/>
                    <a:pt x="204" y="94"/>
                    <a:pt x="210" y="121"/>
                  </a:cubicBezTo>
                  <a:cubicBezTo>
                    <a:pt x="252" y="134"/>
                    <a:pt x="201" y="145"/>
                    <a:pt x="175" y="139"/>
                  </a:cubicBezTo>
                  <a:cubicBezTo>
                    <a:pt x="171" y="147"/>
                    <a:pt x="175" y="162"/>
                    <a:pt x="173" y="173"/>
                  </a:cubicBezTo>
                  <a:cubicBezTo>
                    <a:pt x="187" y="177"/>
                    <a:pt x="210" y="168"/>
                    <a:pt x="225" y="175"/>
                  </a:cubicBezTo>
                  <a:cubicBezTo>
                    <a:pt x="225" y="202"/>
                    <a:pt x="197" y="185"/>
                    <a:pt x="173" y="188"/>
                  </a:cubicBezTo>
                  <a:cubicBezTo>
                    <a:pt x="173" y="202"/>
                    <a:pt x="175" y="215"/>
                    <a:pt x="166" y="219"/>
                  </a:cubicBezTo>
                  <a:cubicBezTo>
                    <a:pt x="220" y="223"/>
                    <a:pt x="271" y="226"/>
                    <a:pt x="305" y="250"/>
                  </a:cubicBezTo>
                  <a:cubicBezTo>
                    <a:pt x="297" y="277"/>
                    <a:pt x="278" y="302"/>
                    <a:pt x="256" y="318"/>
                  </a:cubicBezTo>
                  <a:cubicBezTo>
                    <a:pt x="239" y="330"/>
                    <a:pt x="215" y="342"/>
                    <a:pt x="192" y="338"/>
                  </a:cubicBezTo>
                  <a:cubicBezTo>
                    <a:pt x="192" y="315"/>
                    <a:pt x="222" y="325"/>
                    <a:pt x="232" y="312"/>
                  </a:cubicBezTo>
                  <a:cubicBezTo>
                    <a:pt x="220" y="305"/>
                    <a:pt x="201" y="305"/>
                    <a:pt x="183" y="304"/>
                  </a:cubicBezTo>
                  <a:cubicBezTo>
                    <a:pt x="182" y="311"/>
                    <a:pt x="187" y="335"/>
                    <a:pt x="181" y="343"/>
                  </a:cubicBezTo>
                  <a:cubicBezTo>
                    <a:pt x="166" y="349"/>
                    <a:pt x="129" y="347"/>
                    <a:pt x="132" y="334"/>
                  </a:cubicBezTo>
                  <a:cubicBezTo>
                    <a:pt x="134" y="323"/>
                    <a:pt x="154" y="330"/>
                    <a:pt x="168" y="330"/>
                  </a:cubicBezTo>
                  <a:cubicBezTo>
                    <a:pt x="168" y="321"/>
                    <a:pt x="168" y="311"/>
                    <a:pt x="166" y="304"/>
                  </a:cubicBezTo>
                  <a:cubicBezTo>
                    <a:pt x="140" y="302"/>
                    <a:pt x="120" y="306"/>
                    <a:pt x="100" y="311"/>
                  </a:cubicBezTo>
                  <a:cubicBezTo>
                    <a:pt x="105" y="321"/>
                    <a:pt x="129" y="318"/>
                    <a:pt x="123" y="334"/>
                  </a:cubicBezTo>
                  <a:cubicBezTo>
                    <a:pt x="76" y="330"/>
                    <a:pt x="44" y="294"/>
                    <a:pt x="25" y="252"/>
                  </a:cubicBezTo>
                  <a:cubicBezTo>
                    <a:pt x="57" y="228"/>
                    <a:pt x="109" y="224"/>
                    <a:pt x="161" y="221"/>
                  </a:cubicBezTo>
                  <a:cubicBezTo>
                    <a:pt x="161" y="216"/>
                    <a:pt x="155" y="204"/>
                    <a:pt x="157" y="191"/>
                  </a:cubicBezTo>
                  <a:cubicBezTo>
                    <a:pt x="142" y="182"/>
                    <a:pt x="111" y="200"/>
                    <a:pt x="104" y="182"/>
                  </a:cubicBezTo>
                  <a:cubicBezTo>
                    <a:pt x="109" y="164"/>
                    <a:pt x="139" y="178"/>
                    <a:pt x="156" y="173"/>
                  </a:cubicBezTo>
                  <a:cubicBezTo>
                    <a:pt x="160" y="166"/>
                    <a:pt x="156" y="151"/>
                    <a:pt x="157" y="140"/>
                  </a:cubicBezTo>
                  <a:cubicBezTo>
                    <a:pt x="138" y="133"/>
                    <a:pt x="113" y="151"/>
                    <a:pt x="104" y="132"/>
                  </a:cubicBezTo>
                  <a:cubicBezTo>
                    <a:pt x="105" y="124"/>
                    <a:pt x="112" y="123"/>
                    <a:pt x="121" y="123"/>
                  </a:cubicBezTo>
                  <a:cubicBezTo>
                    <a:pt x="124" y="95"/>
                    <a:pt x="137" y="76"/>
                    <a:pt x="144" y="51"/>
                  </a:cubicBezTo>
                  <a:cubicBezTo>
                    <a:pt x="88" y="54"/>
                    <a:pt x="52" y="94"/>
                    <a:pt x="34" y="143"/>
                  </a:cubicBezTo>
                  <a:cubicBezTo>
                    <a:pt x="52" y="142"/>
                    <a:pt x="83" y="124"/>
                    <a:pt x="95" y="140"/>
                  </a:cubicBezTo>
                  <a:cubicBezTo>
                    <a:pt x="83" y="162"/>
                    <a:pt x="34" y="142"/>
                    <a:pt x="28" y="173"/>
                  </a:cubicBezTo>
                  <a:cubicBezTo>
                    <a:pt x="41" y="177"/>
                    <a:pt x="79" y="152"/>
                    <a:pt x="95" y="171"/>
                  </a:cubicBezTo>
                  <a:cubicBezTo>
                    <a:pt x="83" y="192"/>
                    <a:pt x="30" y="172"/>
                    <a:pt x="28" y="204"/>
                  </a:cubicBezTo>
                  <a:cubicBezTo>
                    <a:pt x="43" y="206"/>
                    <a:pt x="76" y="183"/>
                    <a:pt x="91" y="201"/>
                  </a:cubicBezTo>
                  <a:cubicBezTo>
                    <a:pt x="84" y="220"/>
                    <a:pt x="45" y="207"/>
                    <a:pt x="33" y="221"/>
                  </a:cubicBezTo>
                  <a:cubicBezTo>
                    <a:pt x="30" y="225"/>
                    <a:pt x="35" y="238"/>
                    <a:pt x="28" y="239"/>
                  </a:cubicBezTo>
                  <a:cubicBezTo>
                    <a:pt x="16" y="237"/>
                    <a:pt x="13" y="223"/>
                    <a:pt x="12" y="213"/>
                  </a:cubicBezTo>
                  <a:cubicBezTo>
                    <a:pt x="0" y="105"/>
                    <a:pt x="69" y="44"/>
                    <a:pt x="150" y="29"/>
                  </a:cubicBezTo>
                  <a:cubicBezTo>
                    <a:pt x="155" y="9"/>
                    <a:pt x="176" y="0"/>
                    <a:pt x="177" y="29"/>
                  </a:cubicBezTo>
                  <a:cubicBezTo>
                    <a:pt x="214" y="35"/>
                    <a:pt x="250" y="51"/>
                    <a:pt x="274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5" name="Freeform 30">
              <a:extLst>
                <a:ext uri="{FF2B5EF4-FFF2-40B4-BE49-F238E27FC236}">
                  <a16:creationId xmlns:a16="http://schemas.microsoft.com/office/drawing/2014/main" id="{A579D0CD-B52B-5ECE-3128-0C4ECBF10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698" y="5542598"/>
              <a:ext cx="265112" cy="306388"/>
            </a:xfrm>
            <a:custGeom>
              <a:avLst/>
              <a:gdLst>
                <a:gd name="T0" fmla="*/ 100 w 102"/>
                <a:gd name="T1" fmla="*/ 5 h 118"/>
                <a:gd name="T2" fmla="*/ 89 w 102"/>
                <a:gd name="T3" fmla="*/ 13 h 118"/>
                <a:gd name="T4" fmla="*/ 86 w 102"/>
                <a:gd name="T5" fmla="*/ 83 h 118"/>
                <a:gd name="T6" fmla="*/ 21 w 102"/>
                <a:gd name="T7" fmla="*/ 99 h 118"/>
                <a:gd name="T8" fmla="*/ 12 w 102"/>
                <a:gd name="T9" fmla="*/ 16 h 118"/>
                <a:gd name="T10" fmla="*/ 0 w 102"/>
                <a:gd name="T11" fmla="*/ 8 h 118"/>
                <a:gd name="T12" fmla="*/ 42 w 102"/>
                <a:gd name="T13" fmla="*/ 5 h 118"/>
                <a:gd name="T14" fmla="*/ 30 w 102"/>
                <a:gd name="T15" fmla="*/ 13 h 118"/>
                <a:gd name="T16" fmla="*/ 48 w 102"/>
                <a:gd name="T17" fmla="*/ 99 h 118"/>
                <a:gd name="T18" fmla="*/ 74 w 102"/>
                <a:gd name="T19" fmla="*/ 13 h 118"/>
                <a:gd name="T20" fmla="*/ 61 w 102"/>
                <a:gd name="T21" fmla="*/ 8 h 118"/>
                <a:gd name="T22" fmla="*/ 100 w 102"/>
                <a:gd name="T23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" h="118">
                  <a:moveTo>
                    <a:pt x="100" y="5"/>
                  </a:moveTo>
                  <a:cubicBezTo>
                    <a:pt x="102" y="13"/>
                    <a:pt x="91" y="9"/>
                    <a:pt x="89" y="13"/>
                  </a:cubicBezTo>
                  <a:cubicBezTo>
                    <a:pt x="78" y="33"/>
                    <a:pt x="91" y="61"/>
                    <a:pt x="86" y="83"/>
                  </a:cubicBezTo>
                  <a:cubicBezTo>
                    <a:pt x="80" y="107"/>
                    <a:pt x="39" y="118"/>
                    <a:pt x="21" y="99"/>
                  </a:cubicBezTo>
                  <a:cubicBezTo>
                    <a:pt x="1" y="80"/>
                    <a:pt x="23" y="45"/>
                    <a:pt x="12" y="16"/>
                  </a:cubicBezTo>
                  <a:cubicBezTo>
                    <a:pt x="11" y="9"/>
                    <a:pt x="3" y="12"/>
                    <a:pt x="0" y="8"/>
                  </a:cubicBezTo>
                  <a:cubicBezTo>
                    <a:pt x="8" y="0"/>
                    <a:pt x="33" y="4"/>
                    <a:pt x="42" y="5"/>
                  </a:cubicBezTo>
                  <a:cubicBezTo>
                    <a:pt x="43" y="13"/>
                    <a:pt x="32" y="9"/>
                    <a:pt x="30" y="13"/>
                  </a:cubicBezTo>
                  <a:cubicBezTo>
                    <a:pt x="28" y="43"/>
                    <a:pt x="20" y="95"/>
                    <a:pt x="48" y="99"/>
                  </a:cubicBezTo>
                  <a:cubicBezTo>
                    <a:pt x="83" y="105"/>
                    <a:pt x="85" y="48"/>
                    <a:pt x="74" y="13"/>
                  </a:cubicBezTo>
                  <a:cubicBezTo>
                    <a:pt x="71" y="9"/>
                    <a:pt x="61" y="13"/>
                    <a:pt x="61" y="8"/>
                  </a:cubicBezTo>
                  <a:cubicBezTo>
                    <a:pt x="67" y="0"/>
                    <a:pt x="92" y="4"/>
                    <a:pt x="10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6" name="Freeform 31">
              <a:extLst>
                <a:ext uri="{FF2B5EF4-FFF2-40B4-BE49-F238E27FC236}">
                  <a16:creationId xmlns:a16="http://schemas.microsoft.com/office/drawing/2014/main" id="{18784BCF-A725-3ABD-F6A0-0E2C99305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685" y="4912360"/>
              <a:ext cx="98425" cy="196850"/>
            </a:xfrm>
            <a:custGeom>
              <a:avLst/>
              <a:gdLst>
                <a:gd name="T0" fmla="*/ 27 w 38"/>
                <a:gd name="T1" fmla="*/ 12 h 76"/>
                <a:gd name="T2" fmla="*/ 11 w 38"/>
                <a:gd name="T3" fmla="*/ 65 h 76"/>
                <a:gd name="T4" fmla="*/ 27 w 38"/>
                <a:gd name="T5" fmla="*/ 1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6">
                  <a:moveTo>
                    <a:pt x="27" y="12"/>
                  </a:moveTo>
                  <a:cubicBezTo>
                    <a:pt x="35" y="26"/>
                    <a:pt x="38" y="76"/>
                    <a:pt x="11" y="65"/>
                  </a:cubicBezTo>
                  <a:cubicBezTo>
                    <a:pt x="2" y="51"/>
                    <a:pt x="0" y="0"/>
                    <a:pt x="2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7" name="Freeform 32">
              <a:extLst>
                <a:ext uri="{FF2B5EF4-FFF2-40B4-BE49-F238E27FC236}">
                  <a16:creationId xmlns:a16="http://schemas.microsoft.com/office/drawing/2014/main" id="{150DEFEC-500E-F1BC-CF2B-BDACE97E1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235" y="4909185"/>
              <a:ext cx="98425" cy="127000"/>
            </a:xfrm>
            <a:custGeom>
              <a:avLst/>
              <a:gdLst>
                <a:gd name="T0" fmla="*/ 32 w 38"/>
                <a:gd name="T1" fmla="*/ 13 h 49"/>
                <a:gd name="T2" fmla="*/ 30 w 38"/>
                <a:gd name="T3" fmla="*/ 42 h 49"/>
                <a:gd name="T4" fmla="*/ 32 w 38"/>
                <a:gd name="T5" fmla="*/ 1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49">
                  <a:moveTo>
                    <a:pt x="32" y="13"/>
                  </a:moveTo>
                  <a:cubicBezTo>
                    <a:pt x="38" y="23"/>
                    <a:pt x="38" y="34"/>
                    <a:pt x="30" y="42"/>
                  </a:cubicBezTo>
                  <a:cubicBezTo>
                    <a:pt x="0" y="49"/>
                    <a:pt x="7" y="0"/>
                    <a:pt x="32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8" name="Freeform 33">
              <a:extLst>
                <a:ext uri="{FF2B5EF4-FFF2-40B4-BE49-F238E27FC236}">
                  <a16:creationId xmlns:a16="http://schemas.microsoft.com/office/drawing/2014/main" id="{22F2B0CB-454C-0A2C-E4D1-9FE8FE5A7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735" y="5240973"/>
              <a:ext cx="273050" cy="349250"/>
            </a:xfrm>
            <a:custGeom>
              <a:avLst/>
              <a:gdLst>
                <a:gd name="T0" fmla="*/ 96 w 105"/>
                <a:gd name="T1" fmla="*/ 51 h 134"/>
                <a:gd name="T2" fmla="*/ 105 w 105"/>
                <a:gd name="T3" fmla="*/ 51 h 134"/>
                <a:gd name="T4" fmla="*/ 85 w 105"/>
                <a:gd name="T5" fmla="*/ 81 h 134"/>
                <a:gd name="T6" fmla="*/ 73 w 105"/>
                <a:gd name="T7" fmla="*/ 33 h 134"/>
                <a:gd name="T8" fmla="*/ 15 w 105"/>
                <a:gd name="T9" fmla="*/ 81 h 134"/>
                <a:gd name="T10" fmla="*/ 60 w 105"/>
                <a:gd name="T11" fmla="*/ 97 h 134"/>
                <a:gd name="T12" fmla="*/ 51 w 105"/>
                <a:gd name="T13" fmla="*/ 81 h 134"/>
                <a:gd name="T14" fmla="*/ 87 w 105"/>
                <a:gd name="T15" fmla="*/ 107 h 134"/>
                <a:gd name="T16" fmla="*/ 76 w 105"/>
                <a:gd name="T17" fmla="*/ 106 h 134"/>
                <a:gd name="T18" fmla="*/ 56 w 105"/>
                <a:gd name="T19" fmla="*/ 132 h 134"/>
                <a:gd name="T20" fmla="*/ 1 w 105"/>
                <a:gd name="T21" fmla="*/ 77 h 134"/>
                <a:gd name="T22" fmla="*/ 96 w 105"/>
                <a:gd name="T23" fmla="*/ 5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5" h="134">
                  <a:moveTo>
                    <a:pt x="96" y="51"/>
                  </a:moveTo>
                  <a:cubicBezTo>
                    <a:pt x="100" y="51"/>
                    <a:pt x="101" y="47"/>
                    <a:pt x="105" y="51"/>
                  </a:cubicBezTo>
                  <a:cubicBezTo>
                    <a:pt x="104" y="59"/>
                    <a:pt x="95" y="75"/>
                    <a:pt x="85" y="81"/>
                  </a:cubicBezTo>
                  <a:cubicBezTo>
                    <a:pt x="88" y="64"/>
                    <a:pt x="89" y="39"/>
                    <a:pt x="73" y="33"/>
                  </a:cubicBezTo>
                  <a:cubicBezTo>
                    <a:pt x="51" y="23"/>
                    <a:pt x="17" y="52"/>
                    <a:pt x="15" y="81"/>
                  </a:cubicBezTo>
                  <a:cubicBezTo>
                    <a:pt x="12" y="114"/>
                    <a:pt x="51" y="134"/>
                    <a:pt x="60" y="97"/>
                  </a:cubicBezTo>
                  <a:cubicBezTo>
                    <a:pt x="60" y="88"/>
                    <a:pt x="49" y="91"/>
                    <a:pt x="51" y="81"/>
                  </a:cubicBezTo>
                  <a:cubicBezTo>
                    <a:pt x="63" y="88"/>
                    <a:pt x="78" y="95"/>
                    <a:pt x="87" y="107"/>
                  </a:cubicBezTo>
                  <a:cubicBezTo>
                    <a:pt x="83" y="113"/>
                    <a:pt x="81" y="105"/>
                    <a:pt x="76" y="106"/>
                  </a:cubicBezTo>
                  <a:cubicBezTo>
                    <a:pt x="66" y="111"/>
                    <a:pt x="62" y="123"/>
                    <a:pt x="56" y="132"/>
                  </a:cubicBezTo>
                  <a:cubicBezTo>
                    <a:pt x="27" y="124"/>
                    <a:pt x="1" y="110"/>
                    <a:pt x="1" y="77"/>
                  </a:cubicBezTo>
                  <a:cubicBezTo>
                    <a:pt x="0" y="25"/>
                    <a:pt x="73" y="0"/>
                    <a:pt x="96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9" name="Freeform 34">
              <a:extLst>
                <a:ext uri="{FF2B5EF4-FFF2-40B4-BE49-F238E27FC236}">
                  <a16:creationId xmlns:a16="http://schemas.microsoft.com/office/drawing/2014/main" id="{34988525-1D85-232C-6F51-5C9F440F58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15148" y="2423160"/>
              <a:ext cx="771525" cy="731838"/>
            </a:xfrm>
            <a:custGeom>
              <a:avLst/>
              <a:gdLst>
                <a:gd name="T0" fmla="*/ 26 w 297"/>
                <a:gd name="T1" fmla="*/ 174 h 282"/>
                <a:gd name="T2" fmla="*/ 40 w 297"/>
                <a:gd name="T3" fmla="*/ 158 h 282"/>
                <a:gd name="T4" fmla="*/ 24 w 297"/>
                <a:gd name="T5" fmla="*/ 158 h 282"/>
                <a:gd name="T6" fmla="*/ 73 w 297"/>
                <a:gd name="T7" fmla="*/ 171 h 282"/>
                <a:gd name="T8" fmla="*/ 35 w 297"/>
                <a:gd name="T9" fmla="*/ 234 h 282"/>
                <a:gd name="T10" fmla="*/ 53 w 297"/>
                <a:gd name="T11" fmla="*/ 180 h 282"/>
                <a:gd name="T12" fmla="*/ 80 w 297"/>
                <a:gd name="T13" fmla="*/ 127 h 282"/>
                <a:gd name="T14" fmla="*/ 59 w 297"/>
                <a:gd name="T15" fmla="*/ 141 h 282"/>
                <a:gd name="T16" fmla="*/ 101 w 297"/>
                <a:gd name="T17" fmla="*/ 136 h 282"/>
                <a:gd name="T18" fmla="*/ 101 w 297"/>
                <a:gd name="T19" fmla="*/ 136 h 282"/>
                <a:gd name="T20" fmla="*/ 126 w 297"/>
                <a:gd name="T21" fmla="*/ 139 h 282"/>
                <a:gd name="T22" fmla="*/ 134 w 297"/>
                <a:gd name="T23" fmla="*/ 161 h 282"/>
                <a:gd name="T24" fmla="*/ 134 w 297"/>
                <a:gd name="T25" fmla="*/ 161 h 282"/>
                <a:gd name="T26" fmla="*/ 151 w 297"/>
                <a:gd name="T27" fmla="*/ 27 h 282"/>
                <a:gd name="T28" fmla="*/ 157 w 297"/>
                <a:gd name="T29" fmla="*/ 239 h 282"/>
                <a:gd name="T30" fmla="*/ 163 w 297"/>
                <a:gd name="T31" fmla="*/ 200 h 282"/>
                <a:gd name="T32" fmla="*/ 139 w 297"/>
                <a:gd name="T33" fmla="*/ 218 h 282"/>
                <a:gd name="T34" fmla="*/ 156 w 297"/>
                <a:gd name="T35" fmla="*/ 227 h 282"/>
                <a:gd name="T36" fmla="*/ 173 w 297"/>
                <a:gd name="T37" fmla="*/ 39 h 282"/>
                <a:gd name="T38" fmla="*/ 173 w 297"/>
                <a:gd name="T39" fmla="*/ 39 h 282"/>
                <a:gd name="T40" fmla="*/ 173 w 297"/>
                <a:gd name="T41" fmla="*/ 58 h 282"/>
                <a:gd name="T42" fmla="*/ 157 w 297"/>
                <a:gd name="T43" fmla="*/ 191 h 282"/>
                <a:gd name="T44" fmla="*/ 143 w 297"/>
                <a:gd name="T45" fmla="*/ 186 h 282"/>
                <a:gd name="T46" fmla="*/ 157 w 297"/>
                <a:gd name="T47" fmla="*/ 191 h 282"/>
                <a:gd name="T48" fmla="*/ 186 w 297"/>
                <a:gd name="T49" fmla="*/ 127 h 282"/>
                <a:gd name="T50" fmla="*/ 202 w 297"/>
                <a:gd name="T51" fmla="*/ 119 h 282"/>
                <a:gd name="T52" fmla="*/ 198 w 297"/>
                <a:gd name="T53" fmla="*/ 67 h 282"/>
                <a:gd name="T54" fmla="*/ 189 w 297"/>
                <a:gd name="T55" fmla="*/ 72 h 282"/>
                <a:gd name="T56" fmla="*/ 209 w 297"/>
                <a:gd name="T57" fmla="*/ 66 h 282"/>
                <a:gd name="T58" fmla="*/ 211 w 297"/>
                <a:gd name="T59" fmla="*/ 72 h 282"/>
                <a:gd name="T60" fmla="*/ 217 w 297"/>
                <a:gd name="T61" fmla="*/ 139 h 282"/>
                <a:gd name="T62" fmla="*/ 201 w 297"/>
                <a:gd name="T63" fmla="*/ 150 h 282"/>
                <a:gd name="T64" fmla="*/ 192 w 297"/>
                <a:gd name="T65" fmla="*/ 166 h 282"/>
                <a:gd name="T66" fmla="*/ 227 w 297"/>
                <a:gd name="T67" fmla="*/ 67 h 282"/>
                <a:gd name="T68" fmla="*/ 235 w 297"/>
                <a:gd name="T69" fmla="*/ 115 h 282"/>
                <a:gd name="T70" fmla="*/ 184 w 297"/>
                <a:gd name="T71" fmla="*/ 91 h 282"/>
                <a:gd name="T72" fmla="*/ 173 w 297"/>
                <a:gd name="T73" fmla="*/ 84 h 282"/>
                <a:gd name="T74" fmla="*/ 154 w 297"/>
                <a:gd name="T75" fmla="*/ 136 h 282"/>
                <a:gd name="T76" fmla="*/ 206 w 297"/>
                <a:gd name="T77" fmla="*/ 109 h 282"/>
                <a:gd name="T78" fmla="*/ 217 w 297"/>
                <a:gd name="T79" fmla="*/ 96 h 282"/>
                <a:gd name="T80" fmla="*/ 235 w 297"/>
                <a:gd name="T81" fmla="*/ 115 h 282"/>
                <a:gd name="T82" fmla="*/ 251 w 297"/>
                <a:gd name="T83" fmla="*/ 106 h 282"/>
                <a:gd name="T84" fmla="*/ 249 w 297"/>
                <a:gd name="T85" fmla="*/ 119 h 282"/>
                <a:gd name="T86" fmla="*/ 263 w 297"/>
                <a:gd name="T87" fmla="*/ 261 h 282"/>
                <a:gd name="T88" fmla="*/ 185 w 297"/>
                <a:gd name="T89" fmla="*/ 225 h 282"/>
                <a:gd name="T90" fmla="*/ 131 w 297"/>
                <a:gd name="T91" fmla="*/ 267 h 282"/>
                <a:gd name="T92" fmla="*/ 62 w 297"/>
                <a:gd name="T93" fmla="*/ 218 h 282"/>
                <a:gd name="T94" fmla="*/ 10 w 297"/>
                <a:gd name="T95" fmla="*/ 256 h 282"/>
                <a:gd name="T96" fmla="*/ 97 w 297"/>
                <a:gd name="T97" fmla="*/ 113 h 282"/>
                <a:gd name="T98" fmla="*/ 134 w 297"/>
                <a:gd name="T99" fmla="*/ 82 h 282"/>
                <a:gd name="T100" fmla="*/ 207 w 297"/>
                <a:gd name="T101" fmla="*/ 8 h 282"/>
                <a:gd name="T102" fmla="*/ 234 w 297"/>
                <a:gd name="T103" fmla="*/ 27 h 282"/>
                <a:gd name="T104" fmla="*/ 263 w 297"/>
                <a:gd name="T105" fmla="*/ 184 h 282"/>
                <a:gd name="T106" fmla="*/ 290 w 297"/>
                <a:gd name="T107" fmla="*/ 23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7" h="282">
                  <a:moveTo>
                    <a:pt x="24" y="186"/>
                  </a:moveTo>
                  <a:cubicBezTo>
                    <a:pt x="30" y="187"/>
                    <a:pt x="32" y="172"/>
                    <a:pt x="26" y="174"/>
                  </a:cubicBezTo>
                  <a:cubicBezTo>
                    <a:pt x="22" y="175"/>
                    <a:pt x="21" y="182"/>
                    <a:pt x="24" y="186"/>
                  </a:cubicBezTo>
                  <a:close/>
                  <a:moveTo>
                    <a:pt x="40" y="158"/>
                  </a:moveTo>
                  <a:cubicBezTo>
                    <a:pt x="40" y="155"/>
                    <a:pt x="37" y="152"/>
                    <a:pt x="38" y="147"/>
                  </a:cubicBezTo>
                  <a:cubicBezTo>
                    <a:pt x="30" y="147"/>
                    <a:pt x="24" y="151"/>
                    <a:pt x="24" y="158"/>
                  </a:cubicBezTo>
                  <a:cubicBezTo>
                    <a:pt x="32" y="160"/>
                    <a:pt x="31" y="160"/>
                    <a:pt x="40" y="158"/>
                  </a:cubicBezTo>
                  <a:close/>
                  <a:moveTo>
                    <a:pt x="73" y="171"/>
                  </a:moveTo>
                  <a:cubicBezTo>
                    <a:pt x="64" y="166"/>
                    <a:pt x="59" y="180"/>
                    <a:pt x="52" y="171"/>
                  </a:cubicBezTo>
                  <a:cubicBezTo>
                    <a:pt x="51" y="195"/>
                    <a:pt x="0" y="214"/>
                    <a:pt x="35" y="234"/>
                  </a:cubicBezTo>
                  <a:cubicBezTo>
                    <a:pt x="41" y="225"/>
                    <a:pt x="30" y="220"/>
                    <a:pt x="29" y="213"/>
                  </a:cubicBezTo>
                  <a:cubicBezTo>
                    <a:pt x="42" y="205"/>
                    <a:pt x="52" y="194"/>
                    <a:pt x="53" y="180"/>
                  </a:cubicBezTo>
                  <a:cubicBezTo>
                    <a:pt x="59" y="180"/>
                    <a:pt x="70" y="184"/>
                    <a:pt x="73" y="171"/>
                  </a:cubicBezTo>
                  <a:close/>
                  <a:moveTo>
                    <a:pt x="80" y="127"/>
                  </a:moveTo>
                  <a:cubicBezTo>
                    <a:pt x="70" y="120"/>
                    <a:pt x="55" y="125"/>
                    <a:pt x="52" y="136"/>
                  </a:cubicBezTo>
                  <a:cubicBezTo>
                    <a:pt x="57" y="134"/>
                    <a:pt x="54" y="142"/>
                    <a:pt x="59" y="141"/>
                  </a:cubicBezTo>
                  <a:cubicBezTo>
                    <a:pt x="66" y="137"/>
                    <a:pt x="76" y="136"/>
                    <a:pt x="80" y="127"/>
                  </a:cubicBezTo>
                  <a:close/>
                  <a:moveTo>
                    <a:pt x="101" y="136"/>
                  </a:moveTo>
                  <a:cubicBezTo>
                    <a:pt x="104" y="131"/>
                    <a:pt x="104" y="123"/>
                    <a:pt x="95" y="123"/>
                  </a:cubicBezTo>
                  <a:cubicBezTo>
                    <a:pt x="95" y="131"/>
                    <a:pt x="96" y="134"/>
                    <a:pt x="101" y="136"/>
                  </a:cubicBezTo>
                  <a:close/>
                  <a:moveTo>
                    <a:pt x="131" y="150"/>
                  </a:moveTo>
                  <a:cubicBezTo>
                    <a:pt x="131" y="144"/>
                    <a:pt x="131" y="139"/>
                    <a:pt x="126" y="139"/>
                  </a:cubicBezTo>
                  <a:cubicBezTo>
                    <a:pt x="124" y="144"/>
                    <a:pt x="124" y="151"/>
                    <a:pt x="131" y="150"/>
                  </a:cubicBezTo>
                  <a:close/>
                  <a:moveTo>
                    <a:pt x="134" y="161"/>
                  </a:moveTo>
                  <a:cubicBezTo>
                    <a:pt x="137" y="163"/>
                    <a:pt x="151" y="165"/>
                    <a:pt x="151" y="157"/>
                  </a:cubicBezTo>
                  <a:cubicBezTo>
                    <a:pt x="147" y="151"/>
                    <a:pt x="134" y="153"/>
                    <a:pt x="134" y="161"/>
                  </a:cubicBezTo>
                  <a:close/>
                  <a:moveTo>
                    <a:pt x="151" y="37"/>
                  </a:moveTo>
                  <a:cubicBezTo>
                    <a:pt x="152" y="36"/>
                    <a:pt x="158" y="25"/>
                    <a:pt x="151" y="27"/>
                  </a:cubicBezTo>
                  <a:cubicBezTo>
                    <a:pt x="148" y="28"/>
                    <a:pt x="142" y="37"/>
                    <a:pt x="151" y="37"/>
                  </a:cubicBezTo>
                  <a:close/>
                  <a:moveTo>
                    <a:pt x="157" y="239"/>
                  </a:moveTo>
                  <a:cubicBezTo>
                    <a:pt x="163" y="247"/>
                    <a:pt x="176" y="249"/>
                    <a:pt x="185" y="243"/>
                  </a:cubicBezTo>
                  <a:cubicBezTo>
                    <a:pt x="170" y="237"/>
                    <a:pt x="168" y="218"/>
                    <a:pt x="163" y="200"/>
                  </a:cubicBezTo>
                  <a:cubicBezTo>
                    <a:pt x="158" y="208"/>
                    <a:pt x="165" y="212"/>
                    <a:pt x="159" y="217"/>
                  </a:cubicBezTo>
                  <a:cubicBezTo>
                    <a:pt x="151" y="209"/>
                    <a:pt x="146" y="224"/>
                    <a:pt x="139" y="218"/>
                  </a:cubicBezTo>
                  <a:cubicBezTo>
                    <a:pt x="142" y="225"/>
                    <a:pt x="145" y="234"/>
                    <a:pt x="143" y="247"/>
                  </a:cubicBezTo>
                  <a:cubicBezTo>
                    <a:pt x="154" y="247"/>
                    <a:pt x="143" y="225"/>
                    <a:pt x="156" y="227"/>
                  </a:cubicBezTo>
                  <a:cubicBezTo>
                    <a:pt x="158" y="229"/>
                    <a:pt x="157" y="234"/>
                    <a:pt x="157" y="239"/>
                  </a:cubicBezTo>
                  <a:close/>
                  <a:moveTo>
                    <a:pt x="173" y="39"/>
                  </a:moveTo>
                  <a:cubicBezTo>
                    <a:pt x="181" y="37"/>
                    <a:pt x="187" y="25"/>
                    <a:pt x="178" y="20"/>
                  </a:cubicBezTo>
                  <a:cubicBezTo>
                    <a:pt x="176" y="28"/>
                    <a:pt x="174" y="32"/>
                    <a:pt x="173" y="39"/>
                  </a:cubicBezTo>
                  <a:close/>
                  <a:moveTo>
                    <a:pt x="202" y="28"/>
                  </a:moveTo>
                  <a:cubicBezTo>
                    <a:pt x="190" y="36"/>
                    <a:pt x="178" y="43"/>
                    <a:pt x="173" y="58"/>
                  </a:cubicBezTo>
                  <a:cubicBezTo>
                    <a:pt x="187" y="53"/>
                    <a:pt x="197" y="42"/>
                    <a:pt x="202" y="28"/>
                  </a:cubicBezTo>
                  <a:close/>
                  <a:moveTo>
                    <a:pt x="157" y="191"/>
                  </a:moveTo>
                  <a:cubicBezTo>
                    <a:pt x="168" y="186"/>
                    <a:pt x="196" y="181"/>
                    <a:pt x="189" y="170"/>
                  </a:cubicBezTo>
                  <a:cubicBezTo>
                    <a:pt x="175" y="177"/>
                    <a:pt x="163" y="182"/>
                    <a:pt x="143" y="186"/>
                  </a:cubicBezTo>
                  <a:cubicBezTo>
                    <a:pt x="143" y="193"/>
                    <a:pt x="142" y="200"/>
                    <a:pt x="145" y="204"/>
                  </a:cubicBezTo>
                  <a:cubicBezTo>
                    <a:pt x="154" y="205"/>
                    <a:pt x="153" y="195"/>
                    <a:pt x="157" y="191"/>
                  </a:cubicBezTo>
                  <a:close/>
                  <a:moveTo>
                    <a:pt x="202" y="119"/>
                  </a:moveTo>
                  <a:cubicBezTo>
                    <a:pt x="196" y="117"/>
                    <a:pt x="187" y="119"/>
                    <a:pt x="186" y="127"/>
                  </a:cubicBezTo>
                  <a:cubicBezTo>
                    <a:pt x="192" y="125"/>
                    <a:pt x="191" y="133"/>
                    <a:pt x="197" y="132"/>
                  </a:cubicBezTo>
                  <a:cubicBezTo>
                    <a:pt x="197" y="125"/>
                    <a:pt x="202" y="125"/>
                    <a:pt x="202" y="119"/>
                  </a:cubicBezTo>
                  <a:close/>
                  <a:moveTo>
                    <a:pt x="189" y="72"/>
                  </a:moveTo>
                  <a:cubicBezTo>
                    <a:pt x="194" y="72"/>
                    <a:pt x="198" y="74"/>
                    <a:pt x="198" y="67"/>
                  </a:cubicBezTo>
                  <a:cubicBezTo>
                    <a:pt x="197" y="66"/>
                    <a:pt x="195" y="66"/>
                    <a:pt x="189" y="66"/>
                  </a:cubicBezTo>
                  <a:cubicBezTo>
                    <a:pt x="189" y="69"/>
                    <a:pt x="189" y="71"/>
                    <a:pt x="189" y="72"/>
                  </a:cubicBezTo>
                  <a:close/>
                  <a:moveTo>
                    <a:pt x="211" y="72"/>
                  </a:moveTo>
                  <a:cubicBezTo>
                    <a:pt x="212" y="70"/>
                    <a:pt x="209" y="69"/>
                    <a:pt x="209" y="66"/>
                  </a:cubicBezTo>
                  <a:cubicBezTo>
                    <a:pt x="206" y="65"/>
                    <a:pt x="202" y="66"/>
                    <a:pt x="201" y="67"/>
                  </a:cubicBezTo>
                  <a:cubicBezTo>
                    <a:pt x="200" y="74"/>
                    <a:pt x="208" y="75"/>
                    <a:pt x="211" y="72"/>
                  </a:cubicBezTo>
                  <a:close/>
                  <a:moveTo>
                    <a:pt x="192" y="166"/>
                  </a:moveTo>
                  <a:cubicBezTo>
                    <a:pt x="202" y="160"/>
                    <a:pt x="219" y="160"/>
                    <a:pt x="217" y="139"/>
                  </a:cubicBezTo>
                  <a:cubicBezTo>
                    <a:pt x="208" y="139"/>
                    <a:pt x="201" y="139"/>
                    <a:pt x="196" y="137"/>
                  </a:cubicBezTo>
                  <a:cubicBezTo>
                    <a:pt x="195" y="144"/>
                    <a:pt x="200" y="144"/>
                    <a:pt x="201" y="150"/>
                  </a:cubicBezTo>
                  <a:cubicBezTo>
                    <a:pt x="195" y="156"/>
                    <a:pt x="191" y="148"/>
                    <a:pt x="185" y="148"/>
                  </a:cubicBezTo>
                  <a:cubicBezTo>
                    <a:pt x="186" y="156"/>
                    <a:pt x="195" y="155"/>
                    <a:pt x="192" y="166"/>
                  </a:cubicBezTo>
                  <a:close/>
                  <a:moveTo>
                    <a:pt x="238" y="80"/>
                  </a:moveTo>
                  <a:cubicBezTo>
                    <a:pt x="238" y="72"/>
                    <a:pt x="234" y="62"/>
                    <a:pt x="227" y="67"/>
                  </a:cubicBezTo>
                  <a:cubicBezTo>
                    <a:pt x="227" y="76"/>
                    <a:pt x="233" y="77"/>
                    <a:pt x="238" y="80"/>
                  </a:cubicBezTo>
                  <a:close/>
                  <a:moveTo>
                    <a:pt x="235" y="115"/>
                  </a:moveTo>
                  <a:cubicBezTo>
                    <a:pt x="239" y="110"/>
                    <a:pt x="240" y="104"/>
                    <a:pt x="239" y="94"/>
                  </a:cubicBezTo>
                  <a:cubicBezTo>
                    <a:pt x="228" y="79"/>
                    <a:pt x="200" y="84"/>
                    <a:pt x="184" y="91"/>
                  </a:cubicBezTo>
                  <a:cubicBezTo>
                    <a:pt x="180" y="81"/>
                    <a:pt x="167" y="69"/>
                    <a:pt x="164" y="87"/>
                  </a:cubicBezTo>
                  <a:cubicBezTo>
                    <a:pt x="169" y="87"/>
                    <a:pt x="169" y="85"/>
                    <a:pt x="173" y="84"/>
                  </a:cubicBezTo>
                  <a:cubicBezTo>
                    <a:pt x="176" y="90"/>
                    <a:pt x="180" y="96"/>
                    <a:pt x="189" y="98"/>
                  </a:cubicBezTo>
                  <a:cubicBezTo>
                    <a:pt x="180" y="106"/>
                    <a:pt x="132" y="122"/>
                    <a:pt x="154" y="136"/>
                  </a:cubicBezTo>
                  <a:cubicBezTo>
                    <a:pt x="156" y="122"/>
                    <a:pt x="167" y="115"/>
                    <a:pt x="181" y="118"/>
                  </a:cubicBezTo>
                  <a:cubicBezTo>
                    <a:pt x="187" y="109"/>
                    <a:pt x="192" y="106"/>
                    <a:pt x="206" y="109"/>
                  </a:cubicBezTo>
                  <a:cubicBezTo>
                    <a:pt x="211" y="112"/>
                    <a:pt x="208" y="123"/>
                    <a:pt x="217" y="123"/>
                  </a:cubicBezTo>
                  <a:cubicBezTo>
                    <a:pt x="220" y="113"/>
                    <a:pt x="218" y="106"/>
                    <a:pt x="217" y="96"/>
                  </a:cubicBezTo>
                  <a:cubicBezTo>
                    <a:pt x="218" y="95"/>
                    <a:pt x="219" y="94"/>
                    <a:pt x="223" y="94"/>
                  </a:cubicBezTo>
                  <a:cubicBezTo>
                    <a:pt x="230" y="99"/>
                    <a:pt x="227" y="113"/>
                    <a:pt x="235" y="115"/>
                  </a:cubicBezTo>
                  <a:close/>
                  <a:moveTo>
                    <a:pt x="249" y="119"/>
                  </a:moveTo>
                  <a:cubicBezTo>
                    <a:pt x="253" y="115"/>
                    <a:pt x="252" y="114"/>
                    <a:pt x="251" y="106"/>
                  </a:cubicBezTo>
                  <a:cubicBezTo>
                    <a:pt x="249" y="106"/>
                    <a:pt x="247" y="106"/>
                    <a:pt x="246" y="106"/>
                  </a:cubicBezTo>
                  <a:cubicBezTo>
                    <a:pt x="246" y="112"/>
                    <a:pt x="244" y="119"/>
                    <a:pt x="249" y="119"/>
                  </a:cubicBezTo>
                  <a:close/>
                  <a:moveTo>
                    <a:pt x="290" y="233"/>
                  </a:moveTo>
                  <a:cubicBezTo>
                    <a:pt x="297" y="251"/>
                    <a:pt x="272" y="261"/>
                    <a:pt x="263" y="261"/>
                  </a:cubicBezTo>
                  <a:cubicBezTo>
                    <a:pt x="235" y="262"/>
                    <a:pt x="235" y="227"/>
                    <a:pt x="219" y="217"/>
                  </a:cubicBezTo>
                  <a:cubicBezTo>
                    <a:pt x="206" y="218"/>
                    <a:pt x="190" y="215"/>
                    <a:pt x="185" y="225"/>
                  </a:cubicBezTo>
                  <a:cubicBezTo>
                    <a:pt x="187" y="239"/>
                    <a:pt x="203" y="232"/>
                    <a:pt x="206" y="243"/>
                  </a:cubicBezTo>
                  <a:cubicBezTo>
                    <a:pt x="211" y="266"/>
                    <a:pt x="157" y="273"/>
                    <a:pt x="131" y="267"/>
                  </a:cubicBezTo>
                  <a:cubicBezTo>
                    <a:pt x="113" y="262"/>
                    <a:pt x="104" y="241"/>
                    <a:pt x="98" y="224"/>
                  </a:cubicBezTo>
                  <a:cubicBezTo>
                    <a:pt x="85" y="224"/>
                    <a:pt x="75" y="213"/>
                    <a:pt x="62" y="218"/>
                  </a:cubicBezTo>
                  <a:cubicBezTo>
                    <a:pt x="60" y="232"/>
                    <a:pt x="73" y="233"/>
                    <a:pt x="74" y="247"/>
                  </a:cubicBezTo>
                  <a:cubicBezTo>
                    <a:pt x="77" y="282"/>
                    <a:pt x="35" y="266"/>
                    <a:pt x="10" y="256"/>
                  </a:cubicBezTo>
                  <a:cubicBezTo>
                    <a:pt x="24" y="218"/>
                    <a:pt x="2" y="167"/>
                    <a:pt x="20" y="137"/>
                  </a:cubicBezTo>
                  <a:cubicBezTo>
                    <a:pt x="32" y="118"/>
                    <a:pt x="64" y="108"/>
                    <a:pt x="97" y="113"/>
                  </a:cubicBezTo>
                  <a:cubicBezTo>
                    <a:pt x="107" y="114"/>
                    <a:pt x="136" y="127"/>
                    <a:pt x="145" y="110"/>
                  </a:cubicBezTo>
                  <a:cubicBezTo>
                    <a:pt x="145" y="98"/>
                    <a:pt x="139" y="90"/>
                    <a:pt x="134" y="82"/>
                  </a:cubicBezTo>
                  <a:cubicBezTo>
                    <a:pt x="137" y="63"/>
                    <a:pt x="131" y="50"/>
                    <a:pt x="135" y="36"/>
                  </a:cubicBezTo>
                  <a:cubicBezTo>
                    <a:pt x="143" y="0"/>
                    <a:pt x="173" y="3"/>
                    <a:pt x="207" y="8"/>
                  </a:cubicBezTo>
                  <a:cubicBezTo>
                    <a:pt x="213" y="6"/>
                    <a:pt x="211" y="14"/>
                    <a:pt x="211" y="18"/>
                  </a:cubicBezTo>
                  <a:cubicBezTo>
                    <a:pt x="216" y="18"/>
                    <a:pt x="228" y="22"/>
                    <a:pt x="234" y="27"/>
                  </a:cubicBezTo>
                  <a:cubicBezTo>
                    <a:pt x="224" y="61"/>
                    <a:pt x="251" y="79"/>
                    <a:pt x="269" y="96"/>
                  </a:cubicBezTo>
                  <a:cubicBezTo>
                    <a:pt x="282" y="123"/>
                    <a:pt x="285" y="167"/>
                    <a:pt x="263" y="184"/>
                  </a:cubicBezTo>
                  <a:cubicBezTo>
                    <a:pt x="262" y="204"/>
                    <a:pt x="268" y="218"/>
                    <a:pt x="275" y="229"/>
                  </a:cubicBezTo>
                  <a:cubicBezTo>
                    <a:pt x="282" y="229"/>
                    <a:pt x="289" y="228"/>
                    <a:pt x="290" y="2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0" name="Freeform 35">
              <a:extLst>
                <a:ext uri="{FF2B5EF4-FFF2-40B4-BE49-F238E27FC236}">
                  <a16:creationId xmlns:a16="http://schemas.microsoft.com/office/drawing/2014/main" id="{A66A0811-B010-B46B-D787-EBFBA71EA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098" y="5055235"/>
              <a:ext cx="357187" cy="352425"/>
            </a:xfrm>
            <a:custGeom>
              <a:avLst/>
              <a:gdLst>
                <a:gd name="T0" fmla="*/ 138 w 138"/>
                <a:gd name="T1" fmla="*/ 77 h 136"/>
                <a:gd name="T2" fmla="*/ 125 w 138"/>
                <a:gd name="T3" fmla="*/ 72 h 136"/>
                <a:gd name="T4" fmla="*/ 58 w 138"/>
                <a:gd name="T5" fmla="*/ 136 h 136"/>
                <a:gd name="T6" fmla="*/ 67 w 138"/>
                <a:gd name="T7" fmla="*/ 36 h 136"/>
                <a:gd name="T8" fmla="*/ 29 w 138"/>
                <a:gd name="T9" fmla="*/ 101 h 136"/>
                <a:gd name="T10" fmla="*/ 0 w 138"/>
                <a:gd name="T11" fmla="*/ 72 h 136"/>
                <a:gd name="T12" fmla="*/ 41 w 138"/>
                <a:gd name="T13" fmla="*/ 50 h 136"/>
                <a:gd name="T14" fmla="*/ 62 w 138"/>
                <a:gd name="T15" fmla="*/ 2 h 136"/>
                <a:gd name="T16" fmla="*/ 84 w 138"/>
                <a:gd name="T17" fmla="*/ 20 h 136"/>
                <a:gd name="T18" fmla="*/ 72 w 138"/>
                <a:gd name="T19" fmla="*/ 110 h 136"/>
                <a:gd name="T20" fmla="*/ 113 w 138"/>
                <a:gd name="T21" fmla="*/ 67 h 136"/>
                <a:gd name="T22" fmla="*/ 108 w 138"/>
                <a:gd name="T23" fmla="*/ 49 h 136"/>
                <a:gd name="T24" fmla="*/ 138 w 138"/>
                <a:gd name="T25" fmla="*/ 77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136">
                  <a:moveTo>
                    <a:pt x="138" y="77"/>
                  </a:moveTo>
                  <a:cubicBezTo>
                    <a:pt x="134" y="81"/>
                    <a:pt x="130" y="73"/>
                    <a:pt x="125" y="72"/>
                  </a:cubicBezTo>
                  <a:cubicBezTo>
                    <a:pt x="99" y="88"/>
                    <a:pt x="84" y="117"/>
                    <a:pt x="58" y="136"/>
                  </a:cubicBezTo>
                  <a:cubicBezTo>
                    <a:pt x="56" y="105"/>
                    <a:pt x="66" y="71"/>
                    <a:pt x="67" y="36"/>
                  </a:cubicBezTo>
                  <a:cubicBezTo>
                    <a:pt x="50" y="52"/>
                    <a:pt x="15" y="74"/>
                    <a:pt x="29" y="101"/>
                  </a:cubicBezTo>
                  <a:cubicBezTo>
                    <a:pt x="18" y="98"/>
                    <a:pt x="7" y="83"/>
                    <a:pt x="0" y="72"/>
                  </a:cubicBezTo>
                  <a:cubicBezTo>
                    <a:pt x="15" y="82"/>
                    <a:pt x="26" y="67"/>
                    <a:pt x="41" y="50"/>
                  </a:cubicBezTo>
                  <a:cubicBezTo>
                    <a:pt x="57" y="33"/>
                    <a:pt x="72" y="24"/>
                    <a:pt x="62" y="2"/>
                  </a:cubicBezTo>
                  <a:cubicBezTo>
                    <a:pt x="70" y="0"/>
                    <a:pt x="75" y="16"/>
                    <a:pt x="84" y="20"/>
                  </a:cubicBezTo>
                  <a:cubicBezTo>
                    <a:pt x="79" y="49"/>
                    <a:pt x="78" y="82"/>
                    <a:pt x="72" y="110"/>
                  </a:cubicBezTo>
                  <a:cubicBezTo>
                    <a:pt x="90" y="100"/>
                    <a:pt x="100" y="82"/>
                    <a:pt x="113" y="67"/>
                  </a:cubicBezTo>
                  <a:cubicBezTo>
                    <a:pt x="114" y="58"/>
                    <a:pt x="108" y="57"/>
                    <a:pt x="108" y="49"/>
                  </a:cubicBezTo>
                  <a:cubicBezTo>
                    <a:pt x="117" y="52"/>
                    <a:pt x="136" y="68"/>
                    <a:pt x="138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1" name="Freeform 36">
              <a:extLst>
                <a:ext uri="{FF2B5EF4-FFF2-40B4-BE49-F238E27FC236}">
                  <a16:creationId xmlns:a16="http://schemas.microsoft.com/office/drawing/2014/main" id="{73BCD84A-8793-9DEB-E7B5-D92B950D7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873" y="4920298"/>
              <a:ext cx="265112" cy="242888"/>
            </a:xfrm>
            <a:custGeom>
              <a:avLst/>
              <a:gdLst>
                <a:gd name="T0" fmla="*/ 74 w 102"/>
                <a:gd name="T1" fmla="*/ 0 h 94"/>
                <a:gd name="T2" fmla="*/ 102 w 102"/>
                <a:gd name="T3" fmla="*/ 37 h 94"/>
                <a:gd name="T4" fmla="*/ 87 w 102"/>
                <a:gd name="T5" fmla="*/ 29 h 94"/>
                <a:gd name="T6" fmla="*/ 25 w 102"/>
                <a:gd name="T7" fmla="*/ 80 h 94"/>
                <a:gd name="T8" fmla="*/ 28 w 102"/>
                <a:gd name="T9" fmla="*/ 94 h 94"/>
                <a:gd name="T10" fmla="*/ 0 w 102"/>
                <a:gd name="T11" fmla="*/ 58 h 94"/>
                <a:gd name="T12" fmla="*/ 15 w 102"/>
                <a:gd name="T13" fmla="*/ 64 h 94"/>
                <a:gd name="T14" fmla="*/ 77 w 102"/>
                <a:gd name="T15" fmla="*/ 15 h 94"/>
                <a:gd name="T16" fmla="*/ 74 w 102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94">
                  <a:moveTo>
                    <a:pt x="74" y="0"/>
                  </a:moveTo>
                  <a:cubicBezTo>
                    <a:pt x="85" y="2"/>
                    <a:pt x="99" y="25"/>
                    <a:pt x="102" y="37"/>
                  </a:cubicBezTo>
                  <a:cubicBezTo>
                    <a:pt x="94" y="35"/>
                    <a:pt x="94" y="29"/>
                    <a:pt x="87" y="29"/>
                  </a:cubicBezTo>
                  <a:cubicBezTo>
                    <a:pt x="66" y="44"/>
                    <a:pt x="44" y="61"/>
                    <a:pt x="25" y="80"/>
                  </a:cubicBezTo>
                  <a:cubicBezTo>
                    <a:pt x="25" y="86"/>
                    <a:pt x="32" y="88"/>
                    <a:pt x="28" y="94"/>
                  </a:cubicBezTo>
                  <a:cubicBezTo>
                    <a:pt x="16" y="85"/>
                    <a:pt x="9" y="72"/>
                    <a:pt x="0" y="58"/>
                  </a:cubicBezTo>
                  <a:cubicBezTo>
                    <a:pt x="6" y="53"/>
                    <a:pt x="9" y="64"/>
                    <a:pt x="15" y="64"/>
                  </a:cubicBezTo>
                  <a:cubicBezTo>
                    <a:pt x="36" y="49"/>
                    <a:pt x="59" y="34"/>
                    <a:pt x="77" y="15"/>
                  </a:cubicBezTo>
                  <a:cubicBezTo>
                    <a:pt x="79" y="7"/>
                    <a:pt x="74" y="6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2" name="Freeform 37">
              <a:extLst>
                <a:ext uri="{FF2B5EF4-FFF2-40B4-BE49-F238E27FC236}">
                  <a16:creationId xmlns:a16="http://schemas.microsoft.com/office/drawing/2014/main" id="{4C1F425D-B2DB-D9D4-4120-E430F9A74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710" y="4769485"/>
              <a:ext cx="320675" cy="184150"/>
            </a:xfrm>
            <a:custGeom>
              <a:avLst/>
              <a:gdLst>
                <a:gd name="T0" fmla="*/ 124 w 124"/>
                <a:gd name="T1" fmla="*/ 36 h 71"/>
                <a:gd name="T2" fmla="*/ 113 w 124"/>
                <a:gd name="T3" fmla="*/ 30 h 71"/>
                <a:gd name="T4" fmla="*/ 36 w 124"/>
                <a:gd name="T5" fmla="*/ 64 h 71"/>
                <a:gd name="T6" fmla="*/ 38 w 124"/>
                <a:gd name="T7" fmla="*/ 11 h 71"/>
                <a:gd name="T8" fmla="*/ 43 w 124"/>
                <a:gd name="T9" fmla="*/ 24 h 71"/>
                <a:gd name="T10" fmla="*/ 41 w 124"/>
                <a:gd name="T11" fmla="*/ 28 h 71"/>
                <a:gd name="T12" fmla="*/ 22 w 124"/>
                <a:gd name="T13" fmla="*/ 30 h 71"/>
                <a:gd name="T14" fmla="*/ 27 w 124"/>
                <a:gd name="T15" fmla="*/ 52 h 71"/>
                <a:gd name="T16" fmla="*/ 103 w 124"/>
                <a:gd name="T17" fmla="*/ 14 h 71"/>
                <a:gd name="T18" fmla="*/ 102 w 124"/>
                <a:gd name="T19" fmla="*/ 0 h 71"/>
                <a:gd name="T20" fmla="*/ 124 w 124"/>
                <a:gd name="T21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4" h="71">
                  <a:moveTo>
                    <a:pt x="124" y="36"/>
                  </a:moveTo>
                  <a:cubicBezTo>
                    <a:pt x="119" y="41"/>
                    <a:pt x="119" y="29"/>
                    <a:pt x="113" y="30"/>
                  </a:cubicBezTo>
                  <a:cubicBezTo>
                    <a:pt x="91" y="30"/>
                    <a:pt x="65" y="71"/>
                    <a:pt x="36" y="64"/>
                  </a:cubicBezTo>
                  <a:cubicBezTo>
                    <a:pt x="15" y="59"/>
                    <a:pt x="0" y="14"/>
                    <a:pt x="38" y="11"/>
                  </a:cubicBezTo>
                  <a:cubicBezTo>
                    <a:pt x="39" y="16"/>
                    <a:pt x="43" y="17"/>
                    <a:pt x="43" y="24"/>
                  </a:cubicBezTo>
                  <a:cubicBezTo>
                    <a:pt x="41" y="24"/>
                    <a:pt x="42" y="26"/>
                    <a:pt x="41" y="28"/>
                  </a:cubicBezTo>
                  <a:cubicBezTo>
                    <a:pt x="33" y="31"/>
                    <a:pt x="28" y="31"/>
                    <a:pt x="22" y="30"/>
                  </a:cubicBezTo>
                  <a:cubicBezTo>
                    <a:pt x="17" y="38"/>
                    <a:pt x="23" y="47"/>
                    <a:pt x="27" y="52"/>
                  </a:cubicBezTo>
                  <a:cubicBezTo>
                    <a:pt x="63" y="48"/>
                    <a:pt x="80" y="28"/>
                    <a:pt x="103" y="14"/>
                  </a:cubicBezTo>
                  <a:cubicBezTo>
                    <a:pt x="107" y="6"/>
                    <a:pt x="97" y="2"/>
                    <a:pt x="102" y="0"/>
                  </a:cubicBezTo>
                  <a:cubicBezTo>
                    <a:pt x="110" y="2"/>
                    <a:pt x="121" y="28"/>
                    <a:pt x="124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3" name="Freeform 38">
              <a:extLst>
                <a:ext uri="{FF2B5EF4-FFF2-40B4-BE49-F238E27FC236}">
                  <a16:creationId xmlns:a16="http://schemas.microsoft.com/office/drawing/2014/main" id="{C290AF30-39B5-8A06-559C-28C5571A92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560" y="4437698"/>
              <a:ext cx="307975" cy="287338"/>
            </a:xfrm>
            <a:custGeom>
              <a:avLst/>
              <a:gdLst>
                <a:gd name="T0" fmla="*/ 119 w 119"/>
                <a:gd name="T1" fmla="*/ 107 h 111"/>
                <a:gd name="T2" fmla="*/ 104 w 119"/>
                <a:gd name="T3" fmla="*/ 95 h 111"/>
                <a:gd name="T4" fmla="*/ 19 w 119"/>
                <a:gd name="T5" fmla="*/ 111 h 111"/>
                <a:gd name="T6" fmla="*/ 78 w 119"/>
                <a:gd name="T7" fmla="*/ 32 h 111"/>
                <a:gd name="T8" fmla="*/ 16 w 119"/>
                <a:gd name="T9" fmla="*/ 47 h 111"/>
                <a:gd name="T10" fmla="*/ 12 w 119"/>
                <a:gd name="T11" fmla="*/ 64 h 111"/>
                <a:gd name="T12" fmla="*/ 0 w 119"/>
                <a:gd name="T13" fmla="*/ 23 h 111"/>
                <a:gd name="T14" fmla="*/ 15 w 119"/>
                <a:gd name="T15" fmla="*/ 35 h 111"/>
                <a:gd name="T16" fmla="*/ 94 w 119"/>
                <a:gd name="T17" fmla="*/ 0 h 111"/>
                <a:gd name="T18" fmla="*/ 44 w 119"/>
                <a:gd name="T19" fmla="*/ 99 h 111"/>
                <a:gd name="T20" fmla="*/ 103 w 119"/>
                <a:gd name="T21" fmla="*/ 85 h 111"/>
                <a:gd name="T22" fmla="*/ 107 w 119"/>
                <a:gd name="T23" fmla="*/ 66 h 111"/>
                <a:gd name="T24" fmla="*/ 119 w 119"/>
                <a:gd name="T25" fmla="*/ 107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" h="111">
                  <a:moveTo>
                    <a:pt x="119" y="107"/>
                  </a:moveTo>
                  <a:cubicBezTo>
                    <a:pt x="108" y="109"/>
                    <a:pt x="111" y="96"/>
                    <a:pt x="104" y="95"/>
                  </a:cubicBezTo>
                  <a:cubicBezTo>
                    <a:pt x="77" y="96"/>
                    <a:pt x="45" y="110"/>
                    <a:pt x="19" y="111"/>
                  </a:cubicBezTo>
                  <a:cubicBezTo>
                    <a:pt x="33" y="80"/>
                    <a:pt x="61" y="61"/>
                    <a:pt x="78" y="32"/>
                  </a:cubicBezTo>
                  <a:cubicBezTo>
                    <a:pt x="61" y="33"/>
                    <a:pt x="34" y="39"/>
                    <a:pt x="16" y="47"/>
                  </a:cubicBezTo>
                  <a:cubicBezTo>
                    <a:pt x="14" y="51"/>
                    <a:pt x="16" y="61"/>
                    <a:pt x="12" y="64"/>
                  </a:cubicBezTo>
                  <a:cubicBezTo>
                    <a:pt x="4" y="56"/>
                    <a:pt x="5" y="37"/>
                    <a:pt x="0" y="23"/>
                  </a:cubicBezTo>
                  <a:cubicBezTo>
                    <a:pt x="11" y="21"/>
                    <a:pt x="8" y="34"/>
                    <a:pt x="15" y="35"/>
                  </a:cubicBezTo>
                  <a:cubicBezTo>
                    <a:pt x="45" y="29"/>
                    <a:pt x="88" y="33"/>
                    <a:pt x="94" y="0"/>
                  </a:cubicBezTo>
                  <a:cubicBezTo>
                    <a:pt x="118" y="42"/>
                    <a:pt x="56" y="68"/>
                    <a:pt x="44" y="99"/>
                  </a:cubicBezTo>
                  <a:cubicBezTo>
                    <a:pt x="65" y="95"/>
                    <a:pt x="85" y="91"/>
                    <a:pt x="103" y="85"/>
                  </a:cubicBezTo>
                  <a:cubicBezTo>
                    <a:pt x="105" y="80"/>
                    <a:pt x="103" y="71"/>
                    <a:pt x="107" y="66"/>
                  </a:cubicBezTo>
                  <a:cubicBezTo>
                    <a:pt x="115" y="75"/>
                    <a:pt x="114" y="95"/>
                    <a:pt x="119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4" name="Freeform 39">
              <a:extLst>
                <a:ext uri="{FF2B5EF4-FFF2-40B4-BE49-F238E27FC236}">
                  <a16:creationId xmlns:a16="http://schemas.microsoft.com/office/drawing/2014/main" id="{EC5ABF3C-40F8-0BEF-57C8-CD5583857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635" y="3866198"/>
              <a:ext cx="269875" cy="282575"/>
            </a:xfrm>
            <a:custGeom>
              <a:avLst/>
              <a:gdLst>
                <a:gd name="T0" fmla="*/ 100 w 104"/>
                <a:gd name="T1" fmla="*/ 0 h 109"/>
                <a:gd name="T2" fmla="*/ 100 w 104"/>
                <a:gd name="T3" fmla="*/ 30 h 109"/>
                <a:gd name="T4" fmla="*/ 29 w 104"/>
                <a:gd name="T5" fmla="*/ 83 h 109"/>
                <a:gd name="T6" fmla="*/ 96 w 104"/>
                <a:gd name="T7" fmla="*/ 68 h 109"/>
                <a:gd name="T8" fmla="*/ 99 w 104"/>
                <a:gd name="T9" fmla="*/ 109 h 109"/>
                <a:gd name="T10" fmla="*/ 87 w 104"/>
                <a:gd name="T11" fmla="*/ 92 h 109"/>
                <a:gd name="T12" fmla="*/ 1 w 104"/>
                <a:gd name="T13" fmla="*/ 91 h 109"/>
                <a:gd name="T14" fmla="*/ 78 w 104"/>
                <a:gd name="T15" fmla="*/ 26 h 109"/>
                <a:gd name="T16" fmla="*/ 13 w 104"/>
                <a:gd name="T17" fmla="*/ 28 h 109"/>
                <a:gd name="T18" fmla="*/ 7 w 104"/>
                <a:gd name="T19" fmla="*/ 43 h 109"/>
                <a:gd name="T20" fmla="*/ 5 w 104"/>
                <a:gd name="T21" fmla="*/ 1 h 109"/>
                <a:gd name="T22" fmla="*/ 12 w 104"/>
                <a:gd name="T23" fmla="*/ 15 h 109"/>
                <a:gd name="T24" fmla="*/ 88 w 104"/>
                <a:gd name="T25" fmla="*/ 15 h 109"/>
                <a:gd name="T26" fmla="*/ 95 w 104"/>
                <a:gd name="T27" fmla="*/ 0 h 109"/>
                <a:gd name="T28" fmla="*/ 100 w 104"/>
                <a:gd name="T2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9">
                  <a:moveTo>
                    <a:pt x="100" y="0"/>
                  </a:moveTo>
                  <a:cubicBezTo>
                    <a:pt x="100" y="10"/>
                    <a:pt x="100" y="20"/>
                    <a:pt x="100" y="30"/>
                  </a:cubicBezTo>
                  <a:cubicBezTo>
                    <a:pt x="76" y="47"/>
                    <a:pt x="52" y="66"/>
                    <a:pt x="29" y="83"/>
                  </a:cubicBezTo>
                  <a:cubicBezTo>
                    <a:pt x="52" y="86"/>
                    <a:pt x="95" y="93"/>
                    <a:pt x="96" y="68"/>
                  </a:cubicBezTo>
                  <a:cubicBezTo>
                    <a:pt x="104" y="73"/>
                    <a:pt x="100" y="100"/>
                    <a:pt x="99" y="109"/>
                  </a:cubicBezTo>
                  <a:cubicBezTo>
                    <a:pt x="91" y="107"/>
                    <a:pt x="94" y="93"/>
                    <a:pt x="87" y="92"/>
                  </a:cubicBezTo>
                  <a:cubicBezTo>
                    <a:pt x="58" y="91"/>
                    <a:pt x="27" y="95"/>
                    <a:pt x="1" y="91"/>
                  </a:cubicBezTo>
                  <a:cubicBezTo>
                    <a:pt x="22" y="63"/>
                    <a:pt x="55" y="50"/>
                    <a:pt x="78" y="26"/>
                  </a:cubicBezTo>
                  <a:cubicBezTo>
                    <a:pt x="62" y="28"/>
                    <a:pt x="29" y="24"/>
                    <a:pt x="13" y="28"/>
                  </a:cubicBezTo>
                  <a:cubicBezTo>
                    <a:pt x="10" y="30"/>
                    <a:pt x="11" y="39"/>
                    <a:pt x="7" y="43"/>
                  </a:cubicBezTo>
                  <a:cubicBezTo>
                    <a:pt x="0" y="36"/>
                    <a:pt x="3" y="10"/>
                    <a:pt x="5" y="1"/>
                  </a:cubicBezTo>
                  <a:cubicBezTo>
                    <a:pt x="12" y="1"/>
                    <a:pt x="8" y="12"/>
                    <a:pt x="12" y="15"/>
                  </a:cubicBezTo>
                  <a:cubicBezTo>
                    <a:pt x="35" y="19"/>
                    <a:pt x="66" y="21"/>
                    <a:pt x="88" y="15"/>
                  </a:cubicBezTo>
                  <a:cubicBezTo>
                    <a:pt x="91" y="11"/>
                    <a:pt x="95" y="7"/>
                    <a:pt x="95" y="0"/>
                  </a:cubicBezTo>
                  <a:cubicBezTo>
                    <a:pt x="96" y="0"/>
                    <a:pt x="99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5" name="Freeform 40">
              <a:extLst>
                <a:ext uri="{FF2B5EF4-FFF2-40B4-BE49-F238E27FC236}">
                  <a16:creationId xmlns:a16="http://schemas.microsoft.com/office/drawing/2014/main" id="{71683E3E-7FC7-D87B-D9C4-F28D7FD332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78635" y="4175760"/>
              <a:ext cx="269875" cy="271463"/>
            </a:xfrm>
            <a:custGeom>
              <a:avLst/>
              <a:gdLst>
                <a:gd name="T0" fmla="*/ 46 w 104"/>
                <a:gd name="T1" fmla="*/ 58 h 105"/>
                <a:gd name="T2" fmla="*/ 79 w 104"/>
                <a:gd name="T3" fmla="*/ 40 h 105"/>
                <a:gd name="T4" fmla="*/ 43 w 104"/>
                <a:gd name="T5" fmla="*/ 33 h 105"/>
                <a:gd name="T6" fmla="*/ 46 w 104"/>
                <a:gd name="T7" fmla="*/ 58 h 105"/>
                <a:gd name="T8" fmla="*/ 104 w 104"/>
                <a:gd name="T9" fmla="*/ 41 h 105"/>
                <a:gd name="T10" fmla="*/ 62 w 104"/>
                <a:gd name="T11" fmla="*/ 67 h 105"/>
                <a:gd name="T12" fmla="*/ 19 w 104"/>
                <a:gd name="T13" fmla="*/ 89 h 105"/>
                <a:gd name="T14" fmla="*/ 11 w 104"/>
                <a:gd name="T15" fmla="*/ 105 h 105"/>
                <a:gd name="T16" fmla="*/ 8 w 104"/>
                <a:gd name="T17" fmla="*/ 62 h 105"/>
                <a:gd name="T18" fmla="*/ 16 w 104"/>
                <a:gd name="T19" fmla="*/ 74 h 105"/>
                <a:gd name="T20" fmla="*/ 40 w 104"/>
                <a:gd name="T21" fmla="*/ 63 h 105"/>
                <a:gd name="T22" fmla="*/ 38 w 104"/>
                <a:gd name="T23" fmla="*/ 31 h 105"/>
                <a:gd name="T24" fmla="*/ 13 w 104"/>
                <a:gd name="T25" fmla="*/ 24 h 105"/>
                <a:gd name="T26" fmla="*/ 8 w 104"/>
                <a:gd name="T27" fmla="*/ 38 h 105"/>
                <a:gd name="T28" fmla="*/ 1 w 104"/>
                <a:gd name="T29" fmla="*/ 1 h 105"/>
                <a:gd name="T30" fmla="*/ 12 w 104"/>
                <a:gd name="T31" fmla="*/ 14 h 105"/>
                <a:gd name="T32" fmla="*/ 104 w 104"/>
                <a:gd name="T3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4" h="105">
                  <a:moveTo>
                    <a:pt x="46" y="58"/>
                  </a:moveTo>
                  <a:cubicBezTo>
                    <a:pt x="60" y="54"/>
                    <a:pt x="69" y="48"/>
                    <a:pt x="79" y="40"/>
                  </a:cubicBezTo>
                  <a:cubicBezTo>
                    <a:pt x="67" y="39"/>
                    <a:pt x="55" y="29"/>
                    <a:pt x="43" y="33"/>
                  </a:cubicBezTo>
                  <a:cubicBezTo>
                    <a:pt x="46" y="39"/>
                    <a:pt x="45" y="50"/>
                    <a:pt x="46" y="58"/>
                  </a:cubicBezTo>
                  <a:close/>
                  <a:moveTo>
                    <a:pt x="104" y="41"/>
                  </a:moveTo>
                  <a:cubicBezTo>
                    <a:pt x="95" y="55"/>
                    <a:pt x="77" y="59"/>
                    <a:pt x="62" y="67"/>
                  </a:cubicBezTo>
                  <a:cubicBezTo>
                    <a:pt x="47" y="74"/>
                    <a:pt x="34" y="83"/>
                    <a:pt x="19" y="89"/>
                  </a:cubicBezTo>
                  <a:cubicBezTo>
                    <a:pt x="17" y="96"/>
                    <a:pt x="17" y="105"/>
                    <a:pt x="11" y="105"/>
                  </a:cubicBezTo>
                  <a:cubicBezTo>
                    <a:pt x="12" y="89"/>
                    <a:pt x="5" y="73"/>
                    <a:pt x="8" y="62"/>
                  </a:cubicBezTo>
                  <a:cubicBezTo>
                    <a:pt x="14" y="62"/>
                    <a:pt x="12" y="71"/>
                    <a:pt x="16" y="74"/>
                  </a:cubicBezTo>
                  <a:cubicBezTo>
                    <a:pt x="25" y="72"/>
                    <a:pt x="32" y="67"/>
                    <a:pt x="40" y="63"/>
                  </a:cubicBezTo>
                  <a:cubicBezTo>
                    <a:pt x="41" y="50"/>
                    <a:pt x="38" y="43"/>
                    <a:pt x="38" y="31"/>
                  </a:cubicBezTo>
                  <a:cubicBezTo>
                    <a:pt x="32" y="22"/>
                    <a:pt x="25" y="25"/>
                    <a:pt x="13" y="24"/>
                  </a:cubicBezTo>
                  <a:cubicBezTo>
                    <a:pt x="7" y="24"/>
                    <a:pt x="13" y="36"/>
                    <a:pt x="8" y="38"/>
                  </a:cubicBezTo>
                  <a:cubicBezTo>
                    <a:pt x="0" y="33"/>
                    <a:pt x="3" y="14"/>
                    <a:pt x="1" y="1"/>
                  </a:cubicBezTo>
                  <a:cubicBezTo>
                    <a:pt x="10" y="0"/>
                    <a:pt x="8" y="10"/>
                    <a:pt x="12" y="14"/>
                  </a:cubicBezTo>
                  <a:cubicBezTo>
                    <a:pt x="41" y="24"/>
                    <a:pt x="76" y="29"/>
                    <a:pt x="104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</p:grpSp>
      <p:sp>
        <p:nvSpPr>
          <p:cNvPr id="5" name="椭圆 4">
            <a:extLst>
              <a:ext uri="{FF2B5EF4-FFF2-40B4-BE49-F238E27FC236}">
                <a16:creationId xmlns:a16="http://schemas.microsoft.com/office/drawing/2014/main" id="{32D2C551-1AF0-1441-97EE-1642CDC106F4}"/>
              </a:ext>
            </a:extLst>
          </p:cNvPr>
          <p:cNvSpPr/>
          <p:nvPr/>
        </p:nvSpPr>
        <p:spPr>
          <a:xfrm>
            <a:off x="2028715" y="1207859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1</a:t>
            </a:r>
            <a:endParaRPr lang="zh-CN" altLang="en-US" sz="2400" dirty="0">
              <a:latin typeface="+mn-ea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669015C-A114-5D0A-C7D7-3D68548E11BD}"/>
              </a:ext>
            </a:extLst>
          </p:cNvPr>
          <p:cNvSpPr/>
          <p:nvPr/>
        </p:nvSpPr>
        <p:spPr>
          <a:xfrm>
            <a:off x="2028715" y="2029465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2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B97842C-AB34-2318-FC72-899D0A02FBB1}"/>
              </a:ext>
            </a:extLst>
          </p:cNvPr>
          <p:cNvSpPr/>
          <p:nvPr/>
        </p:nvSpPr>
        <p:spPr>
          <a:xfrm>
            <a:off x="2028715" y="2851071"/>
            <a:ext cx="377936" cy="3779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3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BBCA9DA-C0E3-250E-2607-85F201711D92}"/>
              </a:ext>
            </a:extLst>
          </p:cNvPr>
          <p:cNvSpPr/>
          <p:nvPr/>
        </p:nvSpPr>
        <p:spPr>
          <a:xfrm>
            <a:off x="2028715" y="3672677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4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9F4EA58-2D21-B096-DE43-601EDC08395A}"/>
              </a:ext>
            </a:extLst>
          </p:cNvPr>
          <p:cNvSpPr/>
          <p:nvPr/>
        </p:nvSpPr>
        <p:spPr>
          <a:xfrm>
            <a:off x="2028715" y="4494283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5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FF3FB2E-7A09-15BD-B514-8CE2B8C13131}"/>
              </a:ext>
            </a:extLst>
          </p:cNvPr>
          <p:cNvSpPr/>
          <p:nvPr/>
        </p:nvSpPr>
        <p:spPr>
          <a:xfrm>
            <a:off x="2028715" y="5315887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6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3" name="文本占位符 22">
            <a:extLst>
              <a:ext uri="{FF2B5EF4-FFF2-40B4-BE49-F238E27FC236}">
                <a16:creationId xmlns:a16="http://schemas.microsoft.com/office/drawing/2014/main" id="{37A6DDFD-E504-8E3D-1AF2-321C9CE5B1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6819" y="1144222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4" name="文本占位符 22">
            <a:extLst>
              <a:ext uri="{FF2B5EF4-FFF2-40B4-BE49-F238E27FC236}">
                <a16:creationId xmlns:a16="http://schemas.microsoft.com/office/drawing/2014/main" id="{2B5AA712-64EC-5C09-FCF6-0225BD3B1B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96819" y="1949818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5" name="文本占位符 22">
            <a:extLst>
              <a:ext uri="{FF2B5EF4-FFF2-40B4-BE49-F238E27FC236}">
                <a16:creationId xmlns:a16="http://schemas.microsoft.com/office/drawing/2014/main" id="{F3C60BF2-0AC4-FA3C-8327-243CEE8C16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6819" y="2774926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6" name="文本占位符 22">
            <a:extLst>
              <a:ext uri="{FF2B5EF4-FFF2-40B4-BE49-F238E27FC236}">
                <a16:creationId xmlns:a16="http://schemas.microsoft.com/office/drawing/2014/main" id="{EE3E7D4F-980F-4A62-ECC7-94D085ACBA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96819" y="3600034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7" name="文本占位符 22">
            <a:extLst>
              <a:ext uri="{FF2B5EF4-FFF2-40B4-BE49-F238E27FC236}">
                <a16:creationId xmlns:a16="http://schemas.microsoft.com/office/drawing/2014/main" id="{A61553FE-DC04-10B5-6D4A-0465CE167B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96819" y="4402518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8" name="文本占位符 22">
            <a:extLst>
              <a:ext uri="{FF2B5EF4-FFF2-40B4-BE49-F238E27FC236}">
                <a16:creationId xmlns:a16="http://schemas.microsoft.com/office/drawing/2014/main" id="{ADF75CB8-301A-9522-DB7A-9359F0360B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496819" y="5242886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85499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（六节_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76B31C-484D-1243-346E-0D8FEF10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36020" y="6538913"/>
            <a:ext cx="601472" cy="319088"/>
          </a:xfrm>
        </p:spPr>
        <p:txBody>
          <a:bodyPr/>
          <a:lstStyle>
            <a:lvl1pPr>
              <a:defRPr lang="en-US" altLang="zh-CN" sz="1600" kern="1200" dirty="0" smtClean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05389D-C31E-4256-1684-8F4385C7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2112" y="6538913"/>
            <a:ext cx="673608" cy="319088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C87181AA-4DAD-42D9-B724-3F8AD1554AD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8EC224A-60D3-3041-D2B7-8A3EFFA30928}"/>
              </a:ext>
            </a:extLst>
          </p:cNvPr>
          <p:cNvGrpSpPr/>
          <p:nvPr userDrawn="1"/>
        </p:nvGrpSpPr>
        <p:grpSpPr>
          <a:xfrm>
            <a:off x="9371152" y="825910"/>
            <a:ext cx="4209136" cy="5349742"/>
            <a:chOff x="1508760" y="1972310"/>
            <a:chExt cx="3309937" cy="4206875"/>
          </a:xfrm>
          <a:solidFill>
            <a:schemeClr val="accent1">
              <a:alpha val="15000"/>
            </a:schemeClr>
          </a:solidFill>
        </p:grpSpPr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B1B0C16C-5953-AFF3-A85A-6BF2B1EB5F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08760" y="1972310"/>
              <a:ext cx="3309937" cy="4206875"/>
            </a:xfrm>
            <a:custGeom>
              <a:avLst/>
              <a:gdLst>
                <a:gd name="T0" fmla="*/ 1226 w 1275"/>
                <a:gd name="T1" fmla="*/ 588 h 1621"/>
                <a:gd name="T2" fmla="*/ 1228 w 1275"/>
                <a:gd name="T3" fmla="*/ 60 h 1621"/>
                <a:gd name="T4" fmla="*/ 935 w 1275"/>
                <a:gd name="T5" fmla="*/ 117 h 1621"/>
                <a:gd name="T6" fmla="*/ 644 w 1275"/>
                <a:gd name="T7" fmla="*/ 51 h 1621"/>
                <a:gd name="T8" fmla="*/ 88 w 1275"/>
                <a:gd name="T9" fmla="*/ 72 h 1621"/>
                <a:gd name="T10" fmla="*/ 59 w 1275"/>
                <a:gd name="T11" fmla="*/ 63 h 1621"/>
                <a:gd name="T12" fmla="*/ 61 w 1275"/>
                <a:gd name="T13" fmla="*/ 589 h 1621"/>
                <a:gd name="T14" fmla="*/ 96 w 1275"/>
                <a:gd name="T15" fmla="*/ 1079 h 1621"/>
                <a:gd name="T16" fmla="*/ 308 w 1275"/>
                <a:gd name="T17" fmla="*/ 1392 h 1621"/>
                <a:gd name="T18" fmla="*/ 646 w 1275"/>
                <a:gd name="T19" fmla="*/ 1572 h 1621"/>
                <a:gd name="T20" fmla="*/ 980 w 1275"/>
                <a:gd name="T21" fmla="*/ 1392 h 1621"/>
                <a:gd name="T22" fmla="*/ 1190 w 1275"/>
                <a:gd name="T23" fmla="*/ 1079 h 1621"/>
                <a:gd name="T24" fmla="*/ 1226 w 1275"/>
                <a:gd name="T25" fmla="*/ 588 h 1621"/>
                <a:gd name="T26" fmla="*/ 1267 w 1275"/>
                <a:gd name="T27" fmla="*/ 3 h 1621"/>
                <a:gd name="T28" fmla="*/ 1265 w 1275"/>
                <a:gd name="T29" fmla="*/ 566 h 1621"/>
                <a:gd name="T30" fmla="*/ 1228 w 1275"/>
                <a:gd name="T31" fmla="*/ 1092 h 1621"/>
                <a:gd name="T32" fmla="*/ 996 w 1275"/>
                <a:gd name="T33" fmla="*/ 1418 h 1621"/>
                <a:gd name="T34" fmla="*/ 643 w 1275"/>
                <a:gd name="T35" fmla="*/ 1621 h 1621"/>
                <a:gd name="T36" fmla="*/ 336 w 1275"/>
                <a:gd name="T37" fmla="*/ 1452 h 1621"/>
                <a:gd name="T38" fmla="*/ 107 w 1275"/>
                <a:gd name="T39" fmla="*/ 1203 h 1621"/>
                <a:gd name="T40" fmla="*/ 41 w 1275"/>
                <a:gd name="T41" fmla="*/ 1028 h 1621"/>
                <a:gd name="T42" fmla="*/ 17 w 1275"/>
                <a:gd name="T43" fmla="*/ 318 h 1621"/>
                <a:gd name="T44" fmla="*/ 17 w 1275"/>
                <a:gd name="T45" fmla="*/ 0 h 1621"/>
                <a:gd name="T46" fmla="*/ 331 w 1275"/>
                <a:gd name="T47" fmla="*/ 82 h 1621"/>
                <a:gd name="T48" fmla="*/ 644 w 1275"/>
                <a:gd name="T49" fmla="*/ 7 h 1621"/>
                <a:gd name="T50" fmla="*/ 962 w 1275"/>
                <a:gd name="T51" fmla="*/ 82 h 1621"/>
                <a:gd name="T52" fmla="*/ 1238 w 1275"/>
                <a:gd name="T53" fmla="*/ 17 h 1621"/>
                <a:gd name="T54" fmla="*/ 1267 w 1275"/>
                <a:gd name="T55" fmla="*/ 3 h 1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5" h="1621">
                  <a:moveTo>
                    <a:pt x="1226" y="588"/>
                  </a:moveTo>
                  <a:cubicBezTo>
                    <a:pt x="1226" y="410"/>
                    <a:pt x="1227" y="232"/>
                    <a:pt x="1228" y="60"/>
                  </a:cubicBezTo>
                  <a:cubicBezTo>
                    <a:pt x="1146" y="96"/>
                    <a:pt x="1049" y="120"/>
                    <a:pt x="935" y="117"/>
                  </a:cubicBezTo>
                  <a:cubicBezTo>
                    <a:pt x="827" y="116"/>
                    <a:pt x="720" y="94"/>
                    <a:pt x="644" y="51"/>
                  </a:cubicBezTo>
                  <a:cubicBezTo>
                    <a:pt x="511" y="134"/>
                    <a:pt x="242" y="136"/>
                    <a:pt x="88" y="72"/>
                  </a:cubicBezTo>
                  <a:cubicBezTo>
                    <a:pt x="79" y="68"/>
                    <a:pt x="68" y="60"/>
                    <a:pt x="59" y="63"/>
                  </a:cubicBezTo>
                  <a:cubicBezTo>
                    <a:pt x="57" y="236"/>
                    <a:pt x="61" y="413"/>
                    <a:pt x="61" y="589"/>
                  </a:cubicBezTo>
                  <a:cubicBezTo>
                    <a:pt x="61" y="769"/>
                    <a:pt x="50" y="941"/>
                    <a:pt x="96" y="1079"/>
                  </a:cubicBezTo>
                  <a:cubicBezTo>
                    <a:pt x="140" y="1211"/>
                    <a:pt x="213" y="1316"/>
                    <a:pt x="308" y="1392"/>
                  </a:cubicBezTo>
                  <a:cubicBezTo>
                    <a:pt x="404" y="1466"/>
                    <a:pt x="529" y="1507"/>
                    <a:pt x="646" y="1572"/>
                  </a:cubicBezTo>
                  <a:cubicBezTo>
                    <a:pt x="760" y="1505"/>
                    <a:pt x="885" y="1467"/>
                    <a:pt x="980" y="1392"/>
                  </a:cubicBezTo>
                  <a:cubicBezTo>
                    <a:pt x="1074" y="1314"/>
                    <a:pt x="1148" y="1212"/>
                    <a:pt x="1190" y="1079"/>
                  </a:cubicBezTo>
                  <a:cubicBezTo>
                    <a:pt x="1233" y="940"/>
                    <a:pt x="1226" y="768"/>
                    <a:pt x="1226" y="588"/>
                  </a:cubicBezTo>
                  <a:close/>
                  <a:moveTo>
                    <a:pt x="1267" y="3"/>
                  </a:moveTo>
                  <a:cubicBezTo>
                    <a:pt x="1275" y="189"/>
                    <a:pt x="1259" y="379"/>
                    <a:pt x="1265" y="566"/>
                  </a:cubicBezTo>
                  <a:cubicBezTo>
                    <a:pt x="1270" y="752"/>
                    <a:pt x="1275" y="946"/>
                    <a:pt x="1228" y="1092"/>
                  </a:cubicBezTo>
                  <a:cubicBezTo>
                    <a:pt x="1183" y="1231"/>
                    <a:pt x="1098" y="1340"/>
                    <a:pt x="996" y="1418"/>
                  </a:cubicBezTo>
                  <a:cubicBezTo>
                    <a:pt x="891" y="1499"/>
                    <a:pt x="760" y="1545"/>
                    <a:pt x="643" y="1621"/>
                  </a:cubicBezTo>
                  <a:cubicBezTo>
                    <a:pt x="543" y="1551"/>
                    <a:pt x="430" y="1514"/>
                    <a:pt x="336" y="1452"/>
                  </a:cubicBezTo>
                  <a:cubicBezTo>
                    <a:pt x="242" y="1390"/>
                    <a:pt x="165" y="1307"/>
                    <a:pt x="107" y="1203"/>
                  </a:cubicBezTo>
                  <a:cubicBezTo>
                    <a:pt x="78" y="1150"/>
                    <a:pt x="54" y="1092"/>
                    <a:pt x="41" y="1028"/>
                  </a:cubicBezTo>
                  <a:cubicBezTo>
                    <a:pt x="0" y="825"/>
                    <a:pt x="33" y="554"/>
                    <a:pt x="17" y="318"/>
                  </a:cubicBezTo>
                  <a:cubicBezTo>
                    <a:pt x="17" y="212"/>
                    <a:pt x="17" y="106"/>
                    <a:pt x="17" y="0"/>
                  </a:cubicBezTo>
                  <a:cubicBezTo>
                    <a:pt x="98" y="48"/>
                    <a:pt x="205" y="82"/>
                    <a:pt x="331" y="82"/>
                  </a:cubicBezTo>
                  <a:cubicBezTo>
                    <a:pt x="452" y="82"/>
                    <a:pt x="563" y="60"/>
                    <a:pt x="644" y="7"/>
                  </a:cubicBezTo>
                  <a:cubicBezTo>
                    <a:pt x="720" y="60"/>
                    <a:pt x="837" y="82"/>
                    <a:pt x="962" y="82"/>
                  </a:cubicBezTo>
                  <a:cubicBezTo>
                    <a:pt x="1067" y="82"/>
                    <a:pt x="1166" y="55"/>
                    <a:pt x="1238" y="17"/>
                  </a:cubicBezTo>
                  <a:cubicBezTo>
                    <a:pt x="1250" y="11"/>
                    <a:pt x="1260" y="2"/>
                    <a:pt x="1267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E8FFA7DF-B644-4817-3099-3219A1B2E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7523" y="3866198"/>
              <a:ext cx="269875" cy="249238"/>
            </a:xfrm>
            <a:custGeom>
              <a:avLst/>
              <a:gdLst>
                <a:gd name="T0" fmla="*/ 98 w 104"/>
                <a:gd name="T1" fmla="*/ 26 h 96"/>
                <a:gd name="T2" fmla="*/ 98 w 104"/>
                <a:gd name="T3" fmla="*/ 73 h 96"/>
                <a:gd name="T4" fmla="*/ 93 w 104"/>
                <a:gd name="T5" fmla="*/ 58 h 96"/>
                <a:gd name="T6" fmla="*/ 15 w 104"/>
                <a:gd name="T7" fmla="*/ 82 h 96"/>
                <a:gd name="T8" fmla="*/ 6 w 104"/>
                <a:gd name="T9" fmla="*/ 96 h 96"/>
                <a:gd name="T10" fmla="*/ 5 w 104"/>
                <a:gd name="T11" fmla="*/ 53 h 96"/>
                <a:gd name="T12" fmla="*/ 10 w 104"/>
                <a:gd name="T13" fmla="*/ 66 h 96"/>
                <a:gd name="T14" fmla="*/ 51 w 104"/>
                <a:gd name="T15" fmla="*/ 47 h 96"/>
                <a:gd name="T16" fmla="*/ 15 w 104"/>
                <a:gd name="T17" fmla="*/ 22 h 96"/>
                <a:gd name="T18" fmla="*/ 6 w 104"/>
                <a:gd name="T19" fmla="*/ 35 h 96"/>
                <a:gd name="T20" fmla="*/ 5 w 104"/>
                <a:gd name="T21" fmla="*/ 0 h 96"/>
                <a:gd name="T22" fmla="*/ 10 w 104"/>
                <a:gd name="T23" fmla="*/ 0 h 96"/>
                <a:gd name="T24" fmla="*/ 92 w 104"/>
                <a:gd name="T25" fmla="*/ 40 h 96"/>
                <a:gd name="T26" fmla="*/ 98 w 104"/>
                <a:gd name="T27" fmla="*/ 2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96">
                  <a:moveTo>
                    <a:pt x="98" y="26"/>
                  </a:moveTo>
                  <a:cubicBezTo>
                    <a:pt x="104" y="35"/>
                    <a:pt x="99" y="57"/>
                    <a:pt x="98" y="73"/>
                  </a:cubicBezTo>
                  <a:cubicBezTo>
                    <a:pt x="92" y="73"/>
                    <a:pt x="97" y="62"/>
                    <a:pt x="93" y="58"/>
                  </a:cubicBezTo>
                  <a:cubicBezTo>
                    <a:pt x="56" y="49"/>
                    <a:pt x="38" y="72"/>
                    <a:pt x="15" y="82"/>
                  </a:cubicBezTo>
                  <a:cubicBezTo>
                    <a:pt x="11" y="84"/>
                    <a:pt x="10" y="92"/>
                    <a:pt x="6" y="96"/>
                  </a:cubicBezTo>
                  <a:cubicBezTo>
                    <a:pt x="0" y="90"/>
                    <a:pt x="2" y="63"/>
                    <a:pt x="5" y="53"/>
                  </a:cubicBezTo>
                  <a:cubicBezTo>
                    <a:pt x="10" y="53"/>
                    <a:pt x="9" y="62"/>
                    <a:pt x="10" y="66"/>
                  </a:cubicBezTo>
                  <a:cubicBezTo>
                    <a:pt x="26" y="62"/>
                    <a:pt x="35" y="50"/>
                    <a:pt x="51" y="47"/>
                  </a:cubicBezTo>
                  <a:cubicBezTo>
                    <a:pt x="42" y="36"/>
                    <a:pt x="28" y="29"/>
                    <a:pt x="15" y="22"/>
                  </a:cubicBezTo>
                  <a:cubicBezTo>
                    <a:pt x="6" y="20"/>
                    <a:pt x="13" y="35"/>
                    <a:pt x="6" y="35"/>
                  </a:cubicBezTo>
                  <a:cubicBezTo>
                    <a:pt x="0" y="30"/>
                    <a:pt x="7" y="11"/>
                    <a:pt x="5" y="0"/>
                  </a:cubicBezTo>
                  <a:cubicBezTo>
                    <a:pt x="6" y="0"/>
                    <a:pt x="9" y="0"/>
                    <a:pt x="10" y="0"/>
                  </a:cubicBezTo>
                  <a:cubicBezTo>
                    <a:pt x="24" y="25"/>
                    <a:pt x="53" y="47"/>
                    <a:pt x="92" y="40"/>
                  </a:cubicBezTo>
                  <a:cubicBezTo>
                    <a:pt x="97" y="39"/>
                    <a:pt x="93" y="28"/>
                    <a:pt x="98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5DBCCBBB-5E1B-5C78-2097-9355459CD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348" y="4140835"/>
              <a:ext cx="265112" cy="244475"/>
            </a:xfrm>
            <a:custGeom>
              <a:avLst/>
              <a:gdLst>
                <a:gd name="T0" fmla="*/ 98 w 102"/>
                <a:gd name="T1" fmla="*/ 27 h 94"/>
                <a:gd name="T2" fmla="*/ 98 w 102"/>
                <a:gd name="T3" fmla="*/ 72 h 94"/>
                <a:gd name="T4" fmla="*/ 93 w 102"/>
                <a:gd name="T5" fmla="*/ 58 h 94"/>
                <a:gd name="T6" fmla="*/ 10 w 102"/>
                <a:gd name="T7" fmla="*/ 53 h 94"/>
                <a:gd name="T8" fmla="*/ 28 w 102"/>
                <a:gd name="T9" fmla="*/ 89 h 94"/>
                <a:gd name="T10" fmla="*/ 0 w 102"/>
                <a:gd name="T11" fmla="*/ 89 h 94"/>
                <a:gd name="T12" fmla="*/ 3 w 102"/>
                <a:gd name="T13" fmla="*/ 3 h 94"/>
                <a:gd name="T14" fmla="*/ 30 w 102"/>
                <a:gd name="T15" fmla="*/ 5 h 94"/>
                <a:gd name="T16" fmla="*/ 10 w 102"/>
                <a:gd name="T17" fmla="*/ 37 h 94"/>
                <a:gd name="T18" fmla="*/ 89 w 102"/>
                <a:gd name="T19" fmla="*/ 40 h 94"/>
                <a:gd name="T20" fmla="*/ 98 w 102"/>
                <a:gd name="T21" fmla="*/ 2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94">
                  <a:moveTo>
                    <a:pt x="98" y="27"/>
                  </a:moveTo>
                  <a:cubicBezTo>
                    <a:pt x="102" y="33"/>
                    <a:pt x="99" y="61"/>
                    <a:pt x="98" y="72"/>
                  </a:cubicBezTo>
                  <a:cubicBezTo>
                    <a:pt x="91" y="72"/>
                    <a:pt x="93" y="65"/>
                    <a:pt x="93" y="58"/>
                  </a:cubicBezTo>
                  <a:cubicBezTo>
                    <a:pt x="67" y="53"/>
                    <a:pt x="35" y="57"/>
                    <a:pt x="10" y="53"/>
                  </a:cubicBezTo>
                  <a:cubicBezTo>
                    <a:pt x="0" y="73"/>
                    <a:pt x="21" y="78"/>
                    <a:pt x="28" y="89"/>
                  </a:cubicBezTo>
                  <a:cubicBezTo>
                    <a:pt x="21" y="94"/>
                    <a:pt x="10" y="89"/>
                    <a:pt x="0" y="89"/>
                  </a:cubicBezTo>
                  <a:cubicBezTo>
                    <a:pt x="2" y="61"/>
                    <a:pt x="2" y="32"/>
                    <a:pt x="3" y="3"/>
                  </a:cubicBezTo>
                  <a:cubicBezTo>
                    <a:pt x="12" y="4"/>
                    <a:pt x="24" y="0"/>
                    <a:pt x="30" y="5"/>
                  </a:cubicBezTo>
                  <a:cubicBezTo>
                    <a:pt x="23" y="15"/>
                    <a:pt x="3" y="14"/>
                    <a:pt x="10" y="37"/>
                  </a:cubicBezTo>
                  <a:cubicBezTo>
                    <a:pt x="35" y="40"/>
                    <a:pt x="57" y="40"/>
                    <a:pt x="89" y="40"/>
                  </a:cubicBezTo>
                  <a:cubicBezTo>
                    <a:pt x="95" y="39"/>
                    <a:pt x="91" y="28"/>
                    <a:pt x="98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AC83772D-8A91-F3BD-5AC9-C5C530D2F8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2223" y="2431098"/>
              <a:ext cx="765175" cy="695325"/>
            </a:xfrm>
            <a:custGeom>
              <a:avLst/>
              <a:gdLst>
                <a:gd name="T0" fmla="*/ 47 w 295"/>
                <a:gd name="T1" fmla="*/ 102 h 268"/>
                <a:gd name="T2" fmla="*/ 56 w 295"/>
                <a:gd name="T3" fmla="*/ 77 h 268"/>
                <a:gd name="T4" fmla="*/ 56 w 295"/>
                <a:gd name="T5" fmla="*/ 77 h 268"/>
                <a:gd name="T6" fmla="*/ 92 w 295"/>
                <a:gd name="T7" fmla="*/ 116 h 268"/>
                <a:gd name="T8" fmla="*/ 107 w 295"/>
                <a:gd name="T9" fmla="*/ 124 h 268"/>
                <a:gd name="T10" fmla="*/ 83 w 295"/>
                <a:gd name="T11" fmla="*/ 69 h 268"/>
                <a:gd name="T12" fmla="*/ 119 w 295"/>
                <a:gd name="T13" fmla="*/ 55 h 268"/>
                <a:gd name="T14" fmla="*/ 119 w 295"/>
                <a:gd name="T15" fmla="*/ 55 h 268"/>
                <a:gd name="T16" fmla="*/ 114 w 295"/>
                <a:gd name="T17" fmla="*/ 16 h 268"/>
                <a:gd name="T18" fmla="*/ 143 w 295"/>
                <a:gd name="T19" fmla="*/ 133 h 268"/>
                <a:gd name="T20" fmla="*/ 130 w 295"/>
                <a:gd name="T21" fmla="*/ 84 h 268"/>
                <a:gd name="T22" fmla="*/ 107 w 295"/>
                <a:gd name="T23" fmla="*/ 88 h 268"/>
                <a:gd name="T24" fmla="*/ 60 w 295"/>
                <a:gd name="T25" fmla="*/ 111 h 268"/>
                <a:gd name="T26" fmla="*/ 77 w 295"/>
                <a:gd name="T27" fmla="*/ 97 h 268"/>
                <a:gd name="T28" fmla="*/ 88 w 295"/>
                <a:gd name="T29" fmla="*/ 106 h 268"/>
                <a:gd name="T30" fmla="*/ 143 w 295"/>
                <a:gd name="T31" fmla="*/ 133 h 268"/>
                <a:gd name="T32" fmla="*/ 146 w 295"/>
                <a:gd name="T33" fmla="*/ 25 h 268"/>
                <a:gd name="T34" fmla="*/ 147 w 295"/>
                <a:gd name="T35" fmla="*/ 34 h 268"/>
                <a:gd name="T36" fmla="*/ 151 w 295"/>
                <a:gd name="T37" fmla="*/ 183 h 268"/>
                <a:gd name="T38" fmla="*/ 109 w 295"/>
                <a:gd name="T39" fmla="*/ 147 h 268"/>
                <a:gd name="T40" fmla="*/ 97 w 295"/>
                <a:gd name="T41" fmla="*/ 133 h 268"/>
                <a:gd name="T42" fmla="*/ 97 w 295"/>
                <a:gd name="T43" fmla="*/ 158 h 268"/>
                <a:gd name="T44" fmla="*/ 148 w 295"/>
                <a:gd name="T45" fmla="*/ 201 h 268"/>
                <a:gd name="T46" fmla="*/ 134 w 295"/>
                <a:gd name="T47" fmla="*/ 214 h 268"/>
                <a:gd name="T48" fmla="*/ 109 w 295"/>
                <a:gd name="T49" fmla="*/ 240 h 268"/>
                <a:gd name="T50" fmla="*/ 140 w 295"/>
                <a:gd name="T51" fmla="*/ 224 h 268"/>
                <a:gd name="T52" fmla="*/ 158 w 295"/>
                <a:gd name="T53" fmla="*/ 215 h 268"/>
                <a:gd name="T54" fmla="*/ 146 w 295"/>
                <a:gd name="T55" fmla="*/ 153 h 268"/>
                <a:gd name="T56" fmla="*/ 159 w 295"/>
                <a:gd name="T57" fmla="*/ 159 h 268"/>
                <a:gd name="T58" fmla="*/ 164 w 295"/>
                <a:gd name="T59" fmla="*/ 136 h 268"/>
                <a:gd name="T60" fmla="*/ 200 w 295"/>
                <a:gd name="T61" fmla="*/ 129 h 268"/>
                <a:gd name="T62" fmla="*/ 193 w 295"/>
                <a:gd name="T63" fmla="*/ 120 h 268"/>
                <a:gd name="T64" fmla="*/ 200 w 295"/>
                <a:gd name="T65" fmla="*/ 129 h 268"/>
                <a:gd name="T66" fmla="*/ 242 w 295"/>
                <a:gd name="T67" fmla="*/ 133 h 268"/>
                <a:gd name="T68" fmla="*/ 263 w 295"/>
                <a:gd name="T69" fmla="*/ 206 h 268"/>
                <a:gd name="T70" fmla="*/ 244 w 295"/>
                <a:gd name="T71" fmla="*/ 168 h 268"/>
                <a:gd name="T72" fmla="*/ 241 w 295"/>
                <a:gd name="T73" fmla="*/ 177 h 268"/>
                <a:gd name="T74" fmla="*/ 270 w 295"/>
                <a:gd name="T75" fmla="*/ 155 h 268"/>
                <a:gd name="T76" fmla="*/ 255 w 295"/>
                <a:gd name="T77" fmla="*/ 155 h 268"/>
                <a:gd name="T78" fmla="*/ 270 w 295"/>
                <a:gd name="T79" fmla="*/ 183 h 268"/>
                <a:gd name="T80" fmla="*/ 270 w 295"/>
                <a:gd name="T81" fmla="*/ 183 h 268"/>
                <a:gd name="T82" fmla="*/ 283 w 295"/>
                <a:gd name="T83" fmla="*/ 252 h 268"/>
                <a:gd name="T84" fmla="*/ 231 w 295"/>
                <a:gd name="T85" fmla="*/ 217 h 268"/>
                <a:gd name="T86" fmla="*/ 160 w 295"/>
                <a:gd name="T87" fmla="*/ 264 h 268"/>
                <a:gd name="T88" fmla="*/ 107 w 295"/>
                <a:gd name="T89" fmla="*/ 224 h 268"/>
                <a:gd name="T90" fmla="*/ 30 w 295"/>
                <a:gd name="T91" fmla="*/ 258 h 268"/>
                <a:gd name="T92" fmla="*/ 19 w 295"/>
                <a:gd name="T93" fmla="*/ 224 h 268"/>
                <a:gd name="T94" fmla="*/ 64 w 295"/>
                <a:gd name="T95" fmla="*/ 48 h 268"/>
                <a:gd name="T96" fmla="*/ 85 w 295"/>
                <a:gd name="T97" fmla="*/ 5 h 268"/>
                <a:gd name="T98" fmla="*/ 160 w 295"/>
                <a:gd name="T99" fmla="*/ 76 h 268"/>
                <a:gd name="T100" fmla="*/ 208 w 295"/>
                <a:gd name="T101" fmla="*/ 107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95" h="268">
                  <a:moveTo>
                    <a:pt x="42" y="115"/>
                  </a:moveTo>
                  <a:cubicBezTo>
                    <a:pt x="49" y="117"/>
                    <a:pt x="50" y="105"/>
                    <a:pt x="47" y="102"/>
                  </a:cubicBezTo>
                  <a:cubicBezTo>
                    <a:pt x="44" y="106"/>
                    <a:pt x="41" y="109"/>
                    <a:pt x="42" y="115"/>
                  </a:cubicBezTo>
                  <a:close/>
                  <a:moveTo>
                    <a:pt x="56" y="77"/>
                  </a:moveTo>
                  <a:cubicBezTo>
                    <a:pt x="63" y="76"/>
                    <a:pt x="68" y="73"/>
                    <a:pt x="68" y="64"/>
                  </a:cubicBezTo>
                  <a:cubicBezTo>
                    <a:pt x="61" y="60"/>
                    <a:pt x="55" y="68"/>
                    <a:pt x="56" y="77"/>
                  </a:cubicBezTo>
                  <a:close/>
                  <a:moveTo>
                    <a:pt x="107" y="124"/>
                  </a:moveTo>
                  <a:cubicBezTo>
                    <a:pt x="107" y="116"/>
                    <a:pt x="98" y="112"/>
                    <a:pt x="92" y="116"/>
                  </a:cubicBezTo>
                  <a:cubicBezTo>
                    <a:pt x="91" y="122"/>
                    <a:pt x="97" y="124"/>
                    <a:pt x="97" y="129"/>
                  </a:cubicBezTo>
                  <a:cubicBezTo>
                    <a:pt x="102" y="129"/>
                    <a:pt x="103" y="125"/>
                    <a:pt x="107" y="124"/>
                  </a:cubicBezTo>
                  <a:close/>
                  <a:moveTo>
                    <a:pt x="105" y="69"/>
                  </a:moveTo>
                  <a:cubicBezTo>
                    <a:pt x="107" y="59"/>
                    <a:pt x="83" y="59"/>
                    <a:pt x="83" y="69"/>
                  </a:cubicBezTo>
                  <a:cubicBezTo>
                    <a:pt x="90" y="72"/>
                    <a:pt x="97" y="67"/>
                    <a:pt x="105" y="69"/>
                  </a:cubicBezTo>
                  <a:close/>
                  <a:moveTo>
                    <a:pt x="119" y="55"/>
                  </a:moveTo>
                  <a:cubicBezTo>
                    <a:pt x="116" y="38"/>
                    <a:pt x="103" y="31"/>
                    <a:pt x="90" y="25"/>
                  </a:cubicBezTo>
                  <a:cubicBezTo>
                    <a:pt x="96" y="39"/>
                    <a:pt x="108" y="48"/>
                    <a:pt x="119" y="55"/>
                  </a:cubicBezTo>
                  <a:close/>
                  <a:moveTo>
                    <a:pt x="123" y="38"/>
                  </a:moveTo>
                  <a:cubicBezTo>
                    <a:pt x="118" y="33"/>
                    <a:pt x="120" y="20"/>
                    <a:pt x="114" y="16"/>
                  </a:cubicBezTo>
                  <a:cubicBezTo>
                    <a:pt x="109" y="25"/>
                    <a:pt x="115" y="36"/>
                    <a:pt x="123" y="38"/>
                  </a:cubicBezTo>
                  <a:close/>
                  <a:moveTo>
                    <a:pt x="143" y="133"/>
                  </a:moveTo>
                  <a:cubicBezTo>
                    <a:pt x="157" y="112"/>
                    <a:pt x="114" y="109"/>
                    <a:pt x="105" y="93"/>
                  </a:cubicBezTo>
                  <a:cubicBezTo>
                    <a:pt x="120" y="96"/>
                    <a:pt x="116" y="74"/>
                    <a:pt x="130" y="84"/>
                  </a:cubicBezTo>
                  <a:cubicBezTo>
                    <a:pt x="129" y="78"/>
                    <a:pt x="125" y="74"/>
                    <a:pt x="121" y="72"/>
                  </a:cubicBezTo>
                  <a:cubicBezTo>
                    <a:pt x="116" y="78"/>
                    <a:pt x="115" y="86"/>
                    <a:pt x="107" y="88"/>
                  </a:cubicBezTo>
                  <a:cubicBezTo>
                    <a:pt x="92" y="79"/>
                    <a:pt x="65" y="77"/>
                    <a:pt x="55" y="91"/>
                  </a:cubicBezTo>
                  <a:cubicBezTo>
                    <a:pt x="56" y="98"/>
                    <a:pt x="53" y="111"/>
                    <a:pt x="60" y="111"/>
                  </a:cubicBezTo>
                  <a:cubicBezTo>
                    <a:pt x="66" y="106"/>
                    <a:pt x="64" y="93"/>
                    <a:pt x="72" y="91"/>
                  </a:cubicBezTo>
                  <a:cubicBezTo>
                    <a:pt x="75" y="92"/>
                    <a:pt x="77" y="95"/>
                    <a:pt x="77" y="97"/>
                  </a:cubicBezTo>
                  <a:cubicBezTo>
                    <a:pt x="74" y="103"/>
                    <a:pt x="75" y="112"/>
                    <a:pt x="77" y="120"/>
                  </a:cubicBezTo>
                  <a:cubicBezTo>
                    <a:pt x="86" y="120"/>
                    <a:pt x="82" y="109"/>
                    <a:pt x="88" y="106"/>
                  </a:cubicBezTo>
                  <a:cubicBezTo>
                    <a:pt x="107" y="98"/>
                    <a:pt x="108" y="120"/>
                    <a:pt x="125" y="112"/>
                  </a:cubicBezTo>
                  <a:cubicBezTo>
                    <a:pt x="132" y="119"/>
                    <a:pt x="137" y="126"/>
                    <a:pt x="143" y="133"/>
                  </a:cubicBezTo>
                  <a:close/>
                  <a:moveTo>
                    <a:pt x="147" y="34"/>
                  </a:moveTo>
                  <a:cubicBezTo>
                    <a:pt x="148" y="30"/>
                    <a:pt x="147" y="28"/>
                    <a:pt x="146" y="25"/>
                  </a:cubicBezTo>
                  <a:cubicBezTo>
                    <a:pt x="143" y="25"/>
                    <a:pt x="142" y="25"/>
                    <a:pt x="140" y="25"/>
                  </a:cubicBezTo>
                  <a:cubicBezTo>
                    <a:pt x="141" y="29"/>
                    <a:pt x="142" y="34"/>
                    <a:pt x="147" y="34"/>
                  </a:cubicBezTo>
                  <a:close/>
                  <a:moveTo>
                    <a:pt x="148" y="201"/>
                  </a:moveTo>
                  <a:cubicBezTo>
                    <a:pt x="152" y="195"/>
                    <a:pt x="151" y="191"/>
                    <a:pt x="151" y="183"/>
                  </a:cubicBezTo>
                  <a:cubicBezTo>
                    <a:pt x="132" y="176"/>
                    <a:pt x="103" y="179"/>
                    <a:pt x="102" y="154"/>
                  </a:cubicBezTo>
                  <a:cubicBezTo>
                    <a:pt x="101" y="149"/>
                    <a:pt x="110" y="154"/>
                    <a:pt x="109" y="147"/>
                  </a:cubicBezTo>
                  <a:cubicBezTo>
                    <a:pt x="104" y="143"/>
                    <a:pt x="99" y="154"/>
                    <a:pt x="93" y="149"/>
                  </a:cubicBezTo>
                  <a:cubicBezTo>
                    <a:pt x="93" y="143"/>
                    <a:pt x="102" y="138"/>
                    <a:pt x="97" y="133"/>
                  </a:cubicBezTo>
                  <a:cubicBezTo>
                    <a:pt x="96" y="139"/>
                    <a:pt x="85" y="135"/>
                    <a:pt x="77" y="136"/>
                  </a:cubicBezTo>
                  <a:cubicBezTo>
                    <a:pt x="77" y="150"/>
                    <a:pt x="82" y="159"/>
                    <a:pt x="97" y="158"/>
                  </a:cubicBezTo>
                  <a:cubicBezTo>
                    <a:pt x="101" y="167"/>
                    <a:pt x="105" y="176"/>
                    <a:pt x="114" y="181"/>
                  </a:cubicBezTo>
                  <a:cubicBezTo>
                    <a:pt x="129" y="177"/>
                    <a:pt x="136" y="196"/>
                    <a:pt x="148" y="201"/>
                  </a:cubicBezTo>
                  <a:close/>
                  <a:moveTo>
                    <a:pt x="158" y="215"/>
                  </a:moveTo>
                  <a:cubicBezTo>
                    <a:pt x="148" y="221"/>
                    <a:pt x="143" y="207"/>
                    <a:pt x="134" y="214"/>
                  </a:cubicBezTo>
                  <a:cubicBezTo>
                    <a:pt x="129" y="211"/>
                    <a:pt x="136" y="198"/>
                    <a:pt x="127" y="198"/>
                  </a:cubicBezTo>
                  <a:cubicBezTo>
                    <a:pt x="130" y="219"/>
                    <a:pt x="121" y="231"/>
                    <a:pt x="109" y="240"/>
                  </a:cubicBezTo>
                  <a:cubicBezTo>
                    <a:pt x="119" y="244"/>
                    <a:pt x="125" y="244"/>
                    <a:pt x="135" y="240"/>
                  </a:cubicBezTo>
                  <a:cubicBezTo>
                    <a:pt x="138" y="236"/>
                    <a:pt x="135" y="225"/>
                    <a:pt x="140" y="224"/>
                  </a:cubicBezTo>
                  <a:cubicBezTo>
                    <a:pt x="151" y="224"/>
                    <a:pt x="140" y="245"/>
                    <a:pt x="151" y="244"/>
                  </a:cubicBezTo>
                  <a:cubicBezTo>
                    <a:pt x="149" y="227"/>
                    <a:pt x="149" y="224"/>
                    <a:pt x="158" y="215"/>
                  </a:cubicBezTo>
                  <a:close/>
                  <a:moveTo>
                    <a:pt x="159" y="159"/>
                  </a:moveTo>
                  <a:cubicBezTo>
                    <a:pt x="162" y="150"/>
                    <a:pt x="151" y="148"/>
                    <a:pt x="146" y="153"/>
                  </a:cubicBezTo>
                  <a:cubicBezTo>
                    <a:pt x="146" y="154"/>
                    <a:pt x="146" y="155"/>
                    <a:pt x="146" y="158"/>
                  </a:cubicBezTo>
                  <a:cubicBezTo>
                    <a:pt x="149" y="159"/>
                    <a:pt x="153" y="160"/>
                    <a:pt x="159" y="159"/>
                  </a:cubicBezTo>
                  <a:close/>
                  <a:moveTo>
                    <a:pt x="167" y="147"/>
                  </a:moveTo>
                  <a:cubicBezTo>
                    <a:pt x="170" y="145"/>
                    <a:pt x="170" y="136"/>
                    <a:pt x="164" y="136"/>
                  </a:cubicBezTo>
                  <a:cubicBezTo>
                    <a:pt x="163" y="138"/>
                    <a:pt x="159" y="149"/>
                    <a:pt x="167" y="147"/>
                  </a:cubicBezTo>
                  <a:close/>
                  <a:moveTo>
                    <a:pt x="200" y="129"/>
                  </a:moveTo>
                  <a:cubicBezTo>
                    <a:pt x="200" y="126"/>
                    <a:pt x="200" y="124"/>
                    <a:pt x="200" y="120"/>
                  </a:cubicBezTo>
                  <a:cubicBezTo>
                    <a:pt x="197" y="120"/>
                    <a:pt x="196" y="120"/>
                    <a:pt x="193" y="120"/>
                  </a:cubicBezTo>
                  <a:cubicBezTo>
                    <a:pt x="191" y="125"/>
                    <a:pt x="190" y="125"/>
                    <a:pt x="192" y="131"/>
                  </a:cubicBezTo>
                  <a:cubicBezTo>
                    <a:pt x="196" y="131"/>
                    <a:pt x="196" y="129"/>
                    <a:pt x="200" y="129"/>
                  </a:cubicBezTo>
                  <a:close/>
                  <a:moveTo>
                    <a:pt x="214" y="122"/>
                  </a:moveTo>
                  <a:cubicBezTo>
                    <a:pt x="217" y="134"/>
                    <a:pt x="233" y="140"/>
                    <a:pt x="242" y="133"/>
                  </a:cubicBezTo>
                  <a:cubicBezTo>
                    <a:pt x="237" y="120"/>
                    <a:pt x="228" y="122"/>
                    <a:pt x="214" y="122"/>
                  </a:cubicBezTo>
                  <a:close/>
                  <a:moveTo>
                    <a:pt x="263" y="206"/>
                  </a:moveTo>
                  <a:cubicBezTo>
                    <a:pt x="268" y="215"/>
                    <a:pt x="253" y="222"/>
                    <a:pt x="259" y="231"/>
                  </a:cubicBezTo>
                  <a:cubicBezTo>
                    <a:pt x="295" y="210"/>
                    <a:pt x="242" y="195"/>
                    <a:pt x="244" y="168"/>
                  </a:cubicBezTo>
                  <a:cubicBezTo>
                    <a:pt x="235" y="177"/>
                    <a:pt x="228" y="160"/>
                    <a:pt x="220" y="171"/>
                  </a:cubicBezTo>
                  <a:cubicBezTo>
                    <a:pt x="226" y="176"/>
                    <a:pt x="230" y="181"/>
                    <a:pt x="241" y="177"/>
                  </a:cubicBezTo>
                  <a:cubicBezTo>
                    <a:pt x="244" y="191"/>
                    <a:pt x="250" y="203"/>
                    <a:pt x="263" y="206"/>
                  </a:cubicBezTo>
                  <a:close/>
                  <a:moveTo>
                    <a:pt x="270" y="155"/>
                  </a:moveTo>
                  <a:cubicBezTo>
                    <a:pt x="270" y="147"/>
                    <a:pt x="262" y="145"/>
                    <a:pt x="256" y="141"/>
                  </a:cubicBezTo>
                  <a:cubicBezTo>
                    <a:pt x="257" y="148"/>
                    <a:pt x="256" y="152"/>
                    <a:pt x="255" y="155"/>
                  </a:cubicBezTo>
                  <a:cubicBezTo>
                    <a:pt x="259" y="155"/>
                    <a:pt x="264" y="155"/>
                    <a:pt x="270" y="155"/>
                  </a:cubicBezTo>
                  <a:close/>
                  <a:moveTo>
                    <a:pt x="270" y="183"/>
                  </a:moveTo>
                  <a:cubicBezTo>
                    <a:pt x="273" y="177"/>
                    <a:pt x="272" y="169"/>
                    <a:pt x="264" y="168"/>
                  </a:cubicBezTo>
                  <a:cubicBezTo>
                    <a:pt x="266" y="174"/>
                    <a:pt x="263" y="184"/>
                    <a:pt x="270" y="183"/>
                  </a:cubicBezTo>
                  <a:close/>
                  <a:moveTo>
                    <a:pt x="273" y="136"/>
                  </a:moveTo>
                  <a:cubicBezTo>
                    <a:pt x="291" y="164"/>
                    <a:pt x="274" y="217"/>
                    <a:pt x="283" y="252"/>
                  </a:cubicBezTo>
                  <a:cubicBezTo>
                    <a:pt x="269" y="260"/>
                    <a:pt x="246" y="268"/>
                    <a:pt x="225" y="264"/>
                  </a:cubicBezTo>
                  <a:cubicBezTo>
                    <a:pt x="211" y="248"/>
                    <a:pt x="228" y="230"/>
                    <a:pt x="231" y="217"/>
                  </a:cubicBezTo>
                  <a:cubicBezTo>
                    <a:pt x="221" y="207"/>
                    <a:pt x="207" y="222"/>
                    <a:pt x="193" y="222"/>
                  </a:cubicBezTo>
                  <a:cubicBezTo>
                    <a:pt x="190" y="244"/>
                    <a:pt x="176" y="254"/>
                    <a:pt x="160" y="264"/>
                  </a:cubicBezTo>
                  <a:cubicBezTo>
                    <a:pt x="138" y="265"/>
                    <a:pt x="88" y="268"/>
                    <a:pt x="88" y="244"/>
                  </a:cubicBezTo>
                  <a:cubicBezTo>
                    <a:pt x="88" y="230"/>
                    <a:pt x="102" y="236"/>
                    <a:pt x="107" y="224"/>
                  </a:cubicBezTo>
                  <a:cubicBezTo>
                    <a:pt x="101" y="212"/>
                    <a:pt x="83" y="211"/>
                    <a:pt x="76" y="214"/>
                  </a:cubicBezTo>
                  <a:cubicBezTo>
                    <a:pt x="55" y="220"/>
                    <a:pt x="60" y="260"/>
                    <a:pt x="30" y="258"/>
                  </a:cubicBezTo>
                  <a:cubicBezTo>
                    <a:pt x="19" y="258"/>
                    <a:pt x="0" y="249"/>
                    <a:pt x="1" y="230"/>
                  </a:cubicBezTo>
                  <a:cubicBezTo>
                    <a:pt x="5" y="225"/>
                    <a:pt x="14" y="227"/>
                    <a:pt x="19" y="224"/>
                  </a:cubicBezTo>
                  <a:cubicBezTo>
                    <a:pt x="35" y="207"/>
                    <a:pt x="35" y="169"/>
                    <a:pt x="15" y="158"/>
                  </a:cubicBezTo>
                  <a:cubicBezTo>
                    <a:pt x="5" y="95"/>
                    <a:pt x="44" y="81"/>
                    <a:pt x="64" y="48"/>
                  </a:cubicBezTo>
                  <a:cubicBezTo>
                    <a:pt x="65" y="39"/>
                    <a:pt x="60" y="35"/>
                    <a:pt x="60" y="25"/>
                  </a:cubicBezTo>
                  <a:cubicBezTo>
                    <a:pt x="66" y="16"/>
                    <a:pt x="85" y="16"/>
                    <a:pt x="85" y="5"/>
                  </a:cubicBezTo>
                  <a:cubicBezTo>
                    <a:pt x="101" y="3"/>
                    <a:pt x="115" y="3"/>
                    <a:pt x="131" y="0"/>
                  </a:cubicBezTo>
                  <a:cubicBezTo>
                    <a:pt x="152" y="11"/>
                    <a:pt x="165" y="47"/>
                    <a:pt x="160" y="76"/>
                  </a:cubicBezTo>
                  <a:cubicBezTo>
                    <a:pt x="159" y="88"/>
                    <a:pt x="147" y="96"/>
                    <a:pt x="148" y="110"/>
                  </a:cubicBezTo>
                  <a:cubicBezTo>
                    <a:pt x="168" y="125"/>
                    <a:pt x="190" y="109"/>
                    <a:pt x="208" y="107"/>
                  </a:cubicBezTo>
                  <a:cubicBezTo>
                    <a:pt x="231" y="106"/>
                    <a:pt x="261" y="117"/>
                    <a:pt x="273" y="1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D074E224-9669-CCD2-CFFD-10B3D6103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6248" y="4424998"/>
              <a:ext cx="282575" cy="149225"/>
            </a:xfrm>
            <a:custGeom>
              <a:avLst/>
              <a:gdLst>
                <a:gd name="T0" fmla="*/ 104 w 109"/>
                <a:gd name="T1" fmla="*/ 12 h 58"/>
                <a:gd name="T2" fmla="*/ 98 w 109"/>
                <a:gd name="T3" fmla="*/ 57 h 58"/>
                <a:gd name="T4" fmla="*/ 95 w 109"/>
                <a:gd name="T5" fmla="*/ 43 h 58"/>
                <a:gd name="T6" fmla="*/ 17 w 109"/>
                <a:gd name="T7" fmla="*/ 31 h 58"/>
                <a:gd name="T8" fmla="*/ 9 w 109"/>
                <a:gd name="T9" fmla="*/ 44 h 58"/>
                <a:gd name="T10" fmla="*/ 10 w 109"/>
                <a:gd name="T11" fmla="*/ 0 h 58"/>
                <a:gd name="T12" fmla="*/ 15 w 109"/>
                <a:gd name="T13" fmla="*/ 0 h 58"/>
                <a:gd name="T14" fmla="*/ 17 w 109"/>
                <a:gd name="T15" fmla="*/ 14 h 58"/>
                <a:gd name="T16" fmla="*/ 92 w 109"/>
                <a:gd name="T17" fmla="*/ 26 h 58"/>
                <a:gd name="T18" fmla="*/ 104 w 109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58">
                  <a:moveTo>
                    <a:pt x="104" y="12"/>
                  </a:moveTo>
                  <a:cubicBezTo>
                    <a:pt x="109" y="20"/>
                    <a:pt x="103" y="48"/>
                    <a:pt x="98" y="57"/>
                  </a:cubicBezTo>
                  <a:cubicBezTo>
                    <a:pt x="92" y="58"/>
                    <a:pt x="100" y="45"/>
                    <a:pt x="95" y="43"/>
                  </a:cubicBezTo>
                  <a:cubicBezTo>
                    <a:pt x="70" y="38"/>
                    <a:pt x="44" y="34"/>
                    <a:pt x="17" y="31"/>
                  </a:cubicBezTo>
                  <a:cubicBezTo>
                    <a:pt x="11" y="33"/>
                    <a:pt x="12" y="42"/>
                    <a:pt x="9" y="44"/>
                  </a:cubicBezTo>
                  <a:cubicBezTo>
                    <a:pt x="0" y="34"/>
                    <a:pt x="11" y="14"/>
                    <a:pt x="10" y="0"/>
                  </a:cubicBezTo>
                  <a:cubicBezTo>
                    <a:pt x="12" y="0"/>
                    <a:pt x="14" y="0"/>
                    <a:pt x="15" y="0"/>
                  </a:cubicBezTo>
                  <a:cubicBezTo>
                    <a:pt x="16" y="5"/>
                    <a:pt x="15" y="11"/>
                    <a:pt x="17" y="14"/>
                  </a:cubicBezTo>
                  <a:cubicBezTo>
                    <a:pt x="39" y="20"/>
                    <a:pt x="69" y="20"/>
                    <a:pt x="92" y="26"/>
                  </a:cubicBezTo>
                  <a:cubicBezTo>
                    <a:pt x="100" y="26"/>
                    <a:pt x="99" y="16"/>
                    <a:pt x="10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1C7F82E7-E337-4359-7117-62B87B423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985" y="4577398"/>
              <a:ext cx="312737" cy="236538"/>
            </a:xfrm>
            <a:custGeom>
              <a:avLst/>
              <a:gdLst>
                <a:gd name="T0" fmla="*/ 71 w 120"/>
                <a:gd name="T1" fmla="*/ 80 h 91"/>
                <a:gd name="T2" fmla="*/ 109 w 120"/>
                <a:gd name="T3" fmla="*/ 48 h 91"/>
                <a:gd name="T4" fmla="*/ 98 w 120"/>
                <a:gd name="T5" fmla="*/ 33 h 91"/>
                <a:gd name="T6" fmla="*/ 52 w 120"/>
                <a:gd name="T7" fmla="*/ 70 h 91"/>
                <a:gd name="T8" fmla="*/ 26 w 120"/>
                <a:gd name="T9" fmla="*/ 15 h 91"/>
                <a:gd name="T10" fmla="*/ 24 w 120"/>
                <a:gd name="T11" fmla="*/ 5 h 91"/>
                <a:gd name="T12" fmla="*/ 55 w 120"/>
                <a:gd name="T13" fmla="*/ 14 h 91"/>
                <a:gd name="T14" fmla="*/ 31 w 120"/>
                <a:gd name="T15" fmla="*/ 23 h 91"/>
                <a:gd name="T16" fmla="*/ 38 w 120"/>
                <a:gd name="T17" fmla="*/ 57 h 91"/>
                <a:gd name="T18" fmla="*/ 102 w 120"/>
                <a:gd name="T19" fmla="*/ 21 h 91"/>
                <a:gd name="T20" fmla="*/ 102 w 120"/>
                <a:gd name="T21" fmla="*/ 80 h 91"/>
                <a:gd name="T22" fmla="*/ 103 w 120"/>
                <a:gd name="T23" fmla="*/ 91 h 91"/>
                <a:gd name="T24" fmla="*/ 71 w 120"/>
                <a:gd name="T25" fmla="*/ 8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1">
                  <a:moveTo>
                    <a:pt x="71" y="80"/>
                  </a:moveTo>
                  <a:cubicBezTo>
                    <a:pt x="88" y="71"/>
                    <a:pt x="113" y="76"/>
                    <a:pt x="109" y="48"/>
                  </a:cubicBezTo>
                  <a:cubicBezTo>
                    <a:pt x="108" y="43"/>
                    <a:pt x="104" y="36"/>
                    <a:pt x="98" y="33"/>
                  </a:cubicBezTo>
                  <a:cubicBezTo>
                    <a:pt x="72" y="26"/>
                    <a:pt x="77" y="60"/>
                    <a:pt x="52" y="70"/>
                  </a:cubicBezTo>
                  <a:cubicBezTo>
                    <a:pt x="19" y="83"/>
                    <a:pt x="0" y="37"/>
                    <a:pt x="26" y="15"/>
                  </a:cubicBezTo>
                  <a:cubicBezTo>
                    <a:pt x="26" y="12"/>
                    <a:pt x="22" y="10"/>
                    <a:pt x="24" y="5"/>
                  </a:cubicBezTo>
                  <a:cubicBezTo>
                    <a:pt x="33" y="8"/>
                    <a:pt x="52" y="10"/>
                    <a:pt x="55" y="14"/>
                  </a:cubicBezTo>
                  <a:cubicBezTo>
                    <a:pt x="51" y="24"/>
                    <a:pt x="40" y="18"/>
                    <a:pt x="31" y="23"/>
                  </a:cubicBezTo>
                  <a:cubicBezTo>
                    <a:pt x="19" y="31"/>
                    <a:pt x="14" y="59"/>
                    <a:pt x="38" y="57"/>
                  </a:cubicBezTo>
                  <a:cubicBezTo>
                    <a:pt x="58" y="56"/>
                    <a:pt x="69" y="0"/>
                    <a:pt x="102" y="21"/>
                  </a:cubicBezTo>
                  <a:cubicBezTo>
                    <a:pt x="117" y="29"/>
                    <a:pt x="120" y="65"/>
                    <a:pt x="102" y="80"/>
                  </a:cubicBezTo>
                  <a:cubicBezTo>
                    <a:pt x="98" y="84"/>
                    <a:pt x="109" y="85"/>
                    <a:pt x="103" y="91"/>
                  </a:cubicBezTo>
                  <a:cubicBezTo>
                    <a:pt x="92" y="88"/>
                    <a:pt x="76" y="89"/>
                    <a:pt x="71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651EC3F4-F241-AE7C-7CD4-261203C2EC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0198" y="4723448"/>
              <a:ext cx="334962" cy="347663"/>
            </a:xfrm>
            <a:custGeom>
              <a:avLst/>
              <a:gdLst>
                <a:gd name="T0" fmla="*/ 56 w 129"/>
                <a:gd name="T1" fmla="*/ 85 h 134"/>
                <a:gd name="T2" fmla="*/ 32 w 129"/>
                <a:gd name="T3" fmla="*/ 44 h 134"/>
                <a:gd name="T4" fmla="*/ 19 w 129"/>
                <a:gd name="T5" fmla="*/ 66 h 134"/>
                <a:gd name="T6" fmla="*/ 56 w 129"/>
                <a:gd name="T7" fmla="*/ 85 h 134"/>
                <a:gd name="T8" fmla="*/ 128 w 129"/>
                <a:gd name="T9" fmla="*/ 48 h 134"/>
                <a:gd name="T10" fmla="*/ 115 w 129"/>
                <a:gd name="T11" fmla="*/ 75 h 134"/>
                <a:gd name="T12" fmla="*/ 61 w 129"/>
                <a:gd name="T13" fmla="*/ 85 h 134"/>
                <a:gd name="T14" fmla="*/ 90 w 129"/>
                <a:gd name="T15" fmla="*/ 105 h 134"/>
                <a:gd name="T16" fmla="*/ 102 w 129"/>
                <a:gd name="T17" fmla="*/ 96 h 134"/>
                <a:gd name="T18" fmla="*/ 83 w 129"/>
                <a:gd name="T19" fmla="*/ 134 h 134"/>
                <a:gd name="T20" fmla="*/ 83 w 129"/>
                <a:gd name="T21" fmla="*/ 121 h 134"/>
                <a:gd name="T22" fmla="*/ 16 w 129"/>
                <a:gd name="T23" fmla="*/ 82 h 134"/>
                <a:gd name="T24" fmla="*/ 0 w 129"/>
                <a:gd name="T25" fmla="*/ 89 h 134"/>
                <a:gd name="T26" fmla="*/ 70 w 129"/>
                <a:gd name="T27" fmla="*/ 46 h 134"/>
                <a:gd name="T28" fmla="*/ 68 w 129"/>
                <a:gd name="T29" fmla="*/ 63 h 134"/>
                <a:gd name="T30" fmla="*/ 128 w 129"/>
                <a:gd name="T31" fmla="*/ 48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9" h="134">
                  <a:moveTo>
                    <a:pt x="56" y="85"/>
                  </a:moveTo>
                  <a:cubicBezTo>
                    <a:pt x="67" y="67"/>
                    <a:pt x="59" y="39"/>
                    <a:pt x="32" y="44"/>
                  </a:cubicBezTo>
                  <a:cubicBezTo>
                    <a:pt x="27" y="51"/>
                    <a:pt x="21" y="56"/>
                    <a:pt x="19" y="66"/>
                  </a:cubicBezTo>
                  <a:cubicBezTo>
                    <a:pt x="32" y="72"/>
                    <a:pt x="43" y="80"/>
                    <a:pt x="56" y="85"/>
                  </a:cubicBezTo>
                  <a:close/>
                  <a:moveTo>
                    <a:pt x="128" y="48"/>
                  </a:moveTo>
                  <a:cubicBezTo>
                    <a:pt x="129" y="56"/>
                    <a:pt x="121" y="68"/>
                    <a:pt x="115" y="75"/>
                  </a:cubicBezTo>
                  <a:cubicBezTo>
                    <a:pt x="94" y="77"/>
                    <a:pt x="68" y="73"/>
                    <a:pt x="61" y="85"/>
                  </a:cubicBezTo>
                  <a:cubicBezTo>
                    <a:pt x="66" y="97"/>
                    <a:pt x="81" y="97"/>
                    <a:pt x="90" y="105"/>
                  </a:cubicBezTo>
                  <a:cubicBezTo>
                    <a:pt x="98" y="105"/>
                    <a:pt x="96" y="96"/>
                    <a:pt x="102" y="96"/>
                  </a:cubicBezTo>
                  <a:cubicBezTo>
                    <a:pt x="102" y="108"/>
                    <a:pt x="89" y="129"/>
                    <a:pt x="83" y="134"/>
                  </a:cubicBezTo>
                  <a:cubicBezTo>
                    <a:pt x="76" y="134"/>
                    <a:pt x="87" y="128"/>
                    <a:pt x="83" y="121"/>
                  </a:cubicBezTo>
                  <a:cubicBezTo>
                    <a:pt x="63" y="105"/>
                    <a:pt x="39" y="95"/>
                    <a:pt x="16" y="82"/>
                  </a:cubicBezTo>
                  <a:cubicBezTo>
                    <a:pt x="7" y="80"/>
                    <a:pt x="10" y="91"/>
                    <a:pt x="0" y="89"/>
                  </a:cubicBezTo>
                  <a:cubicBezTo>
                    <a:pt x="8" y="61"/>
                    <a:pt x="43" y="0"/>
                    <a:pt x="70" y="46"/>
                  </a:cubicBezTo>
                  <a:cubicBezTo>
                    <a:pt x="70" y="52"/>
                    <a:pt x="71" y="61"/>
                    <a:pt x="68" y="63"/>
                  </a:cubicBezTo>
                  <a:cubicBezTo>
                    <a:pt x="90" y="61"/>
                    <a:pt x="116" y="61"/>
                    <a:pt x="128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8" name="Freeform 23">
              <a:extLst>
                <a:ext uri="{FF2B5EF4-FFF2-40B4-BE49-F238E27FC236}">
                  <a16:creationId xmlns:a16="http://schemas.microsoft.com/office/drawing/2014/main" id="{CD3B8DEF-4639-A650-CB7B-03FC30DD7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7323" y="4993323"/>
              <a:ext cx="327025" cy="312738"/>
            </a:xfrm>
            <a:custGeom>
              <a:avLst/>
              <a:gdLst>
                <a:gd name="T0" fmla="*/ 103 w 126"/>
                <a:gd name="T1" fmla="*/ 40 h 121"/>
                <a:gd name="T2" fmla="*/ 126 w 126"/>
                <a:gd name="T3" fmla="*/ 58 h 121"/>
                <a:gd name="T4" fmla="*/ 71 w 126"/>
                <a:gd name="T5" fmla="*/ 121 h 121"/>
                <a:gd name="T6" fmla="*/ 74 w 126"/>
                <a:gd name="T7" fmla="*/ 107 h 121"/>
                <a:gd name="T8" fmla="*/ 16 w 126"/>
                <a:gd name="T9" fmla="*/ 55 h 121"/>
                <a:gd name="T10" fmla="*/ 0 w 126"/>
                <a:gd name="T11" fmla="*/ 60 h 121"/>
                <a:gd name="T12" fmla="*/ 46 w 126"/>
                <a:gd name="T13" fmla="*/ 0 h 121"/>
                <a:gd name="T14" fmla="*/ 63 w 126"/>
                <a:gd name="T15" fmla="*/ 15 h 121"/>
                <a:gd name="T16" fmla="*/ 43 w 126"/>
                <a:gd name="T17" fmla="*/ 17 h 121"/>
                <a:gd name="T18" fmla="*/ 22 w 126"/>
                <a:gd name="T19" fmla="*/ 39 h 121"/>
                <a:gd name="T20" fmla="*/ 50 w 126"/>
                <a:gd name="T21" fmla="*/ 64 h 121"/>
                <a:gd name="T22" fmla="*/ 57 w 126"/>
                <a:gd name="T23" fmla="*/ 31 h 121"/>
                <a:gd name="T24" fmla="*/ 90 w 126"/>
                <a:gd name="T25" fmla="*/ 55 h 121"/>
                <a:gd name="T26" fmla="*/ 57 w 126"/>
                <a:gd name="T27" fmla="*/ 67 h 121"/>
                <a:gd name="T28" fmla="*/ 87 w 126"/>
                <a:gd name="T29" fmla="*/ 92 h 121"/>
                <a:gd name="T30" fmla="*/ 103 w 126"/>
                <a:gd name="T31" fmla="*/ 4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6" h="121">
                  <a:moveTo>
                    <a:pt x="103" y="40"/>
                  </a:moveTo>
                  <a:cubicBezTo>
                    <a:pt x="111" y="39"/>
                    <a:pt x="116" y="55"/>
                    <a:pt x="126" y="58"/>
                  </a:cubicBezTo>
                  <a:cubicBezTo>
                    <a:pt x="107" y="78"/>
                    <a:pt x="92" y="110"/>
                    <a:pt x="71" y="121"/>
                  </a:cubicBezTo>
                  <a:cubicBezTo>
                    <a:pt x="71" y="115"/>
                    <a:pt x="78" y="111"/>
                    <a:pt x="74" y="107"/>
                  </a:cubicBezTo>
                  <a:cubicBezTo>
                    <a:pt x="57" y="87"/>
                    <a:pt x="35" y="72"/>
                    <a:pt x="16" y="55"/>
                  </a:cubicBezTo>
                  <a:cubicBezTo>
                    <a:pt x="8" y="54"/>
                    <a:pt x="6" y="66"/>
                    <a:pt x="0" y="60"/>
                  </a:cubicBezTo>
                  <a:cubicBezTo>
                    <a:pt x="13" y="38"/>
                    <a:pt x="33" y="21"/>
                    <a:pt x="46" y="0"/>
                  </a:cubicBezTo>
                  <a:cubicBezTo>
                    <a:pt x="52" y="4"/>
                    <a:pt x="63" y="11"/>
                    <a:pt x="63" y="15"/>
                  </a:cubicBezTo>
                  <a:cubicBezTo>
                    <a:pt x="62" y="24"/>
                    <a:pt x="51" y="14"/>
                    <a:pt x="43" y="17"/>
                  </a:cubicBezTo>
                  <a:cubicBezTo>
                    <a:pt x="41" y="20"/>
                    <a:pt x="22" y="34"/>
                    <a:pt x="22" y="39"/>
                  </a:cubicBezTo>
                  <a:cubicBezTo>
                    <a:pt x="23" y="49"/>
                    <a:pt x="44" y="54"/>
                    <a:pt x="50" y="64"/>
                  </a:cubicBezTo>
                  <a:cubicBezTo>
                    <a:pt x="63" y="60"/>
                    <a:pt x="65" y="41"/>
                    <a:pt x="57" y="31"/>
                  </a:cubicBezTo>
                  <a:cubicBezTo>
                    <a:pt x="68" y="31"/>
                    <a:pt x="78" y="49"/>
                    <a:pt x="90" y="55"/>
                  </a:cubicBezTo>
                  <a:cubicBezTo>
                    <a:pt x="81" y="58"/>
                    <a:pt x="61" y="52"/>
                    <a:pt x="57" y="67"/>
                  </a:cubicBezTo>
                  <a:cubicBezTo>
                    <a:pt x="66" y="76"/>
                    <a:pt x="74" y="93"/>
                    <a:pt x="87" y="92"/>
                  </a:cubicBezTo>
                  <a:cubicBezTo>
                    <a:pt x="105" y="92"/>
                    <a:pt x="116" y="60"/>
                    <a:pt x="103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9" name="Freeform 24">
              <a:extLst>
                <a:ext uri="{FF2B5EF4-FFF2-40B4-BE49-F238E27FC236}">
                  <a16:creationId xmlns:a16="http://schemas.microsoft.com/office/drawing/2014/main" id="{523FE168-E3E4-0675-00A8-1C6BF4B273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1535" y="3228023"/>
              <a:ext cx="2111375" cy="2195513"/>
            </a:xfrm>
            <a:custGeom>
              <a:avLst/>
              <a:gdLst>
                <a:gd name="T0" fmla="*/ 316 w 813"/>
                <a:gd name="T1" fmla="*/ 720 h 846"/>
                <a:gd name="T2" fmla="*/ 313 w 813"/>
                <a:gd name="T3" fmla="*/ 652 h 846"/>
                <a:gd name="T4" fmla="*/ 294 w 813"/>
                <a:gd name="T5" fmla="*/ 673 h 846"/>
                <a:gd name="T6" fmla="*/ 309 w 813"/>
                <a:gd name="T7" fmla="*/ 671 h 846"/>
                <a:gd name="T8" fmla="*/ 313 w 813"/>
                <a:gd name="T9" fmla="*/ 720 h 846"/>
                <a:gd name="T10" fmla="*/ 316 w 813"/>
                <a:gd name="T11" fmla="*/ 720 h 846"/>
                <a:gd name="T12" fmla="*/ 377 w 813"/>
                <a:gd name="T13" fmla="*/ 720 h 846"/>
                <a:gd name="T14" fmla="*/ 391 w 813"/>
                <a:gd name="T15" fmla="*/ 671 h 846"/>
                <a:gd name="T16" fmla="*/ 349 w 813"/>
                <a:gd name="T17" fmla="*/ 667 h 846"/>
                <a:gd name="T18" fmla="*/ 384 w 813"/>
                <a:gd name="T19" fmla="*/ 692 h 846"/>
                <a:gd name="T20" fmla="*/ 366 w 813"/>
                <a:gd name="T21" fmla="*/ 715 h 846"/>
                <a:gd name="T22" fmla="*/ 353 w 813"/>
                <a:gd name="T23" fmla="*/ 704 h 846"/>
                <a:gd name="T24" fmla="*/ 377 w 813"/>
                <a:gd name="T25" fmla="*/ 720 h 846"/>
                <a:gd name="T26" fmla="*/ 417 w 813"/>
                <a:gd name="T27" fmla="*/ 716 h 846"/>
                <a:gd name="T28" fmla="*/ 419 w 813"/>
                <a:gd name="T29" fmla="*/ 656 h 846"/>
                <a:gd name="T30" fmla="*/ 417 w 813"/>
                <a:gd name="T31" fmla="*/ 716 h 846"/>
                <a:gd name="T32" fmla="*/ 481 w 813"/>
                <a:gd name="T33" fmla="*/ 714 h 846"/>
                <a:gd name="T34" fmla="*/ 514 w 813"/>
                <a:gd name="T35" fmla="*/ 668 h 846"/>
                <a:gd name="T36" fmla="*/ 475 w 813"/>
                <a:gd name="T37" fmla="*/ 672 h 846"/>
                <a:gd name="T38" fmla="*/ 490 w 813"/>
                <a:gd name="T39" fmla="*/ 659 h 846"/>
                <a:gd name="T40" fmla="*/ 506 w 813"/>
                <a:gd name="T41" fmla="*/ 668 h 846"/>
                <a:gd name="T42" fmla="*/ 470 w 813"/>
                <a:gd name="T43" fmla="*/ 720 h 846"/>
                <a:gd name="T44" fmla="*/ 514 w 813"/>
                <a:gd name="T45" fmla="*/ 715 h 846"/>
                <a:gd name="T46" fmla="*/ 481 w 813"/>
                <a:gd name="T47" fmla="*/ 714 h 846"/>
                <a:gd name="T48" fmla="*/ 415 w 813"/>
                <a:gd name="T49" fmla="*/ 465 h 846"/>
                <a:gd name="T50" fmla="*/ 628 w 813"/>
                <a:gd name="T51" fmla="*/ 461 h 846"/>
                <a:gd name="T52" fmla="*/ 478 w 813"/>
                <a:gd name="T53" fmla="*/ 353 h 846"/>
                <a:gd name="T54" fmla="*/ 545 w 813"/>
                <a:gd name="T55" fmla="*/ 362 h 846"/>
                <a:gd name="T56" fmla="*/ 441 w 813"/>
                <a:gd name="T57" fmla="*/ 229 h 846"/>
                <a:gd name="T58" fmla="*/ 483 w 813"/>
                <a:gd name="T59" fmla="*/ 237 h 846"/>
                <a:gd name="T60" fmla="*/ 441 w 813"/>
                <a:gd name="T61" fmla="*/ 162 h 846"/>
                <a:gd name="T62" fmla="*/ 408 w 813"/>
                <a:gd name="T63" fmla="*/ 80 h 846"/>
                <a:gd name="T64" fmla="*/ 346 w 813"/>
                <a:gd name="T65" fmla="*/ 220 h 846"/>
                <a:gd name="T66" fmla="*/ 340 w 813"/>
                <a:gd name="T67" fmla="*/ 237 h 846"/>
                <a:gd name="T68" fmla="*/ 381 w 813"/>
                <a:gd name="T69" fmla="*/ 229 h 846"/>
                <a:gd name="T70" fmla="*/ 275 w 813"/>
                <a:gd name="T71" fmla="*/ 360 h 846"/>
                <a:gd name="T72" fmla="*/ 344 w 813"/>
                <a:gd name="T73" fmla="*/ 353 h 846"/>
                <a:gd name="T74" fmla="*/ 344 w 813"/>
                <a:gd name="T75" fmla="*/ 355 h 846"/>
                <a:gd name="T76" fmla="*/ 342 w 813"/>
                <a:gd name="T77" fmla="*/ 357 h 846"/>
                <a:gd name="T78" fmla="*/ 211 w 813"/>
                <a:gd name="T79" fmla="*/ 446 h 846"/>
                <a:gd name="T80" fmla="*/ 192 w 813"/>
                <a:gd name="T81" fmla="*/ 461 h 846"/>
                <a:gd name="T82" fmla="*/ 415 w 813"/>
                <a:gd name="T83" fmla="*/ 465 h 846"/>
                <a:gd name="T84" fmla="*/ 450 w 813"/>
                <a:gd name="T85" fmla="*/ 532 h 846"/>
                <a:gd name="T86" fmla="*/ 677 w 813"/>
                <a:gd name="T87" fmla="*/ 532 h 846"/>
                <a:gd name="T88" fmla="*/ 649 w 813"/>
                <a:gd name="T89" fmla="*/ 492 h 846"/>
                <a:gd name="T90" fmla="*/ 413 w 813"/>
                <a:gd name="T91" fmla="*/ 482 h 846"/>
                <a:gd name="T92" fmla="*/ 217 w 813"/>
                <a:gd name="T93" fmla="*/ 489 h 846"/>
                <a:gd name="T94" fmla="*/ 172 w 813"/>
                <a:gd name="T95" fmla="*/ 495 h 846"/>
                <a:gd name="T96" fmla="*/ 145 w 813"/>
                <a:gd name="T97" fmla="*/ 532 h 846"/>
                <a:gd name="T98" fmla="*/ 377 w 813"/>
                <a:gd name="T99" fmla="*/ 532 h 846"/>
                <a:gd name="T100" fmla="*/ 375 w 813"/>
                <a:gd name="T101" fmla="*/ 551 h 846"/>
                <a:gd name="T102" fmla="*/ 450 w 813"/>
                <a:gd name="T103" fmla="*/ 551 h 846"/>
                <a:gd name="T104" fmla="*/ 450 w 813"/>
                <a:gd name="T105" fmla="*/ 532 h 846"/>
                <a:gd name="T106" fmla="*/ 794 w 813"/>
                <a:gd name="T107" fmla="*/ 0 h 846"/>
                <a:gd name="T108" fmla="*/ 749 w 813"/>
                <a:gd name="T109" fmla="*/ 575 h 846"/>
                <a:gd name="T110" fmla="*/ 408 w 813"/>
                <a:gd name="T111" fmla="*/ 846 h 846"/>
                <a:gd name="T112" fmla="*/ 66 w 813"/>
                <a:gd name="T113" fmla="*/ 579 h 846"/>
                <a:gd name="T114" fmla="*/ 18 w 813"/>
                <a:gd name="T115" fmla="*/ 5 h 846"/>
                <a:gd name="T116" fmla="*/ 22 w 813"/>
                <a:gd name="T117" fmla="*/ 0 h 846"/>
                <a:gd name="T118" fmla="*/ 794 w 813"/>
                <a:gd name="T119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13" h="846">
                  <a:moveTo>
                    <a:pt x="316" y="720"/>
                  </a:moveTo>
                  <a:cubicBezTo>
                    <a:pt x="318" y="703"/>
                    <a:pt x="324" y="665"/>
                    <a:pt x="313" y="652"/>
                  </a:cubicBezTo>
                  <a:cubicBezTo>
                    <a:pt x="310" y="663"/>
                    <a:pt x="297" y="662"/>
                    <a:pt x="294" y="673"/>
                  </a:cubicBezTo>
                  <a:cubicBezTo>
                    <a:pt x="299" y="681"/>
                    <a:pt x="307" y="666"/>
                    <a:pt x="309" y="671"/>
                  </a:cubicBezTo>
                  <a:cubicBezTo>
                    <a:pt x="311" y="686"/>
                    <a:pt x="305" y="711"/>
                    <a:pt x="313" y="720"/>
                  </a:cubicBezTo>
                  <a:cubicBezTo>
                    <a:pt x="314" y="720"/>
                    <a:pt x="315" y="720"/>
                    <a:pt x="316" y="720"/>
                  </a:cubicBezTo>
                  <a:close/>
                  <a:moveTo>
                    <a:pt x="377" y="720"/>
                  </a:moveTo>
                  <a:cubicBezTo>
                    <a:pt x="392" y="716"/>
                    <a:pt x="395" y="684"/>
                    <a:pt x="391" y="671"/>
                  </a:cubicBezTo>
                  <a:cubicBezTo>
                    <a:pt x="385" y="644"/>
                    <a:pt x="353" y="653"/>
                    <a:pt x="349" y="667"/>
                  </a:cubicBezTo>
                  <a:cubicBezTo>
                    <a:pt x="340" y="705"/>
                    <a:pt x="376" y="699"/>
                    <a:pt x="384" y="692"/>
                  </a:cubicBezTo>
                  <a:cubicBezTo>
                    <a:pt x="382" y="704"/>
                    <a:pt x="380" y="715"/>
                    <a:pt x="366" y="715"/>
                  </a:cubicBezTo>
                  <a:cubicBezTo>
                    <a:pt x="358" y="716"/>
                    <a:pt x="362" y="704"/>
                    <a:pt x="353" y="704"/>
                  </a:cubicBezTo>
                  <a:cubicBezTo>
                    <a:pt x="349" y="720"/>
                    <a:pt x="364" y="724"/>
                    <a:pt x="377" y="720"/>
                  </a:cubicBezTo>
                  <a:close/>
                  <a:moveTo>
                    <a:pt x="417" y="716"/>
                  </a:moveTo>
                  <a:cubicBezTo>
                    <a:pt x="454" y="753"/>
                    <a:pt x="475" y="629"/>
                    <a:pt x="419" y="656"/>
                  </a:cubicBezTo>
                  <a:cubicBezTo>
                    <a:pt x="409" y="668"/>
                    <a:pt x="404" y="705"/>
                    <a:pt x="417" y="716"/>
                  </a:cubicBezTo>
                  <a:close/>
                  <a:moveTo>
                    <a:pt x="481" y="714"/>
                  </a:moveTo>
                  <a:cubicBezTo>
                    <a:pt x="489" y="696"/>
                    <a:pt x="517" y="692"/>
                    <a:pt x="514" y="668"/>
                  </a:cubicBezTo>
                  <a:cubicBezTo>
                    <a:pt x="511" y="646"/>
                    <a:pt x="469" y="648"/>
                    <a:pt x="475" y="672"/>
                  </a:cubicBezTo>
                  <a:cubicBezTo>
                    <a:pt x="485" y="671"/>
                    <a:pt x="481" y="661"/>
                    <a:pt x="490" y="659"/>
                  </a:cubicBezTo>
                  <a:cubicBezTo>
                    <a:pt x="497" y="658"/>
                    <a:pt x="503" y="661"/>
                    <a:pt x="506" y="668"/>
                  </a:cubicBezTo>
                  <a:cubicBezTo>
                    <a:pt x="511" y="690"/>
                    <a:pt x="468" y="699"/>
                    <a:pt x="470" y="720"/>
                  </a:cubicBezTo>
                  <a:cubicBezTo>
                    <a:pt x="484" y="718"/>
                    <a:pt x="509" y="727"/>
                    <a:pt x="514" y="715"/>
                  </a:cubicBezTo>
                  <a:cubicBezTo>
                    <a:pt x="506" y="711"/>
                    <a:pt x="491" y="714"/>
                    <a:pt x="481" y="714"/>
                  </a:cubicBezTo>
                  <a:close/>
                  <a:moveTo>
                    <a:pt x="415" y="465"/>
                  </a:moveTo>
                  <a:cubicBezTo>
                    <a:pt x="469" y="406"/>
                    <a:pt x="550" y="477"/>
                    <a:pt x="628" y="461"/>
                  </a:cubicBezTo>
                  <a:cubicBezTo>
                    <a:pt x="577" y="425"/>
                    <a:pt x="517" y="400"/>
                    <a:pt x="478" y="353"/>
                  </a:cubicBezTo>
                  <a:cubicBezTo>
                    <a:pt x="496" y="360"/>
                    <a:pt x="518" y="363"/>
                    <a:pt x="545" y="362"/>
                  </a:cubicBezTo>
                  <a:cubicBezTo>
                    <a:pt x="511" y="318"/>
                    <a:pt x="456" y="287"/>
                    <a:pt x="441" y="229"/>
                  </a:cubicBezTo>
                  <a:cubicBezTo>
                    <a:pt x="454" y="233"/>
                    <a:pt x="465" y="237"/>
                    <a:pt x="483" y="237"/>
                  </a:cubicBezTo>
                  <a:cubicBezTo>
                    <a:pt x="468" y="213"/>
                    <a:pt x="453" y="189"/>
                    <a:pt x="441" y="162"/>
                  </a:cubicBezTo>
                  <a:cubicBezTo>
                    <a:pt x="429" y="137"/>
                    <a:pt x="420" y="108"/>
                    <a:pt x="408" y="80"/>
                  </a:cubicBezTo>
                  <a:cubicBezTo>
                    <a:pt x="397" y="134"/>
                    <a:pt x="370" y="184"/>
                    <a:pt x="346" y="220"/>
                  </a:cubicBezTo>
                  <a:cubicBezTo>
                    <a:pt x="343" y="225"/>
                    <a:pt x="337" y="231"/>
                    <a:pt x="340" y="237"/>
                  </a:cubicBezTo>
                  <a:cubicBezTo>
                    <a:pt x="357" y="237"/>
                    <a:pt x="368" y="233"/>
                    <a:pt x="381" y="229"/>
                  </a:cubicBezTo>
                  <a:cubicBezTo>
                    <a:pt x="359" y="287"/>
                    <a:pt x="313" y="319"/>
                    <a:pt x="275" y="360"/>
                  </a:cubicBezTo>
                  <a:cubicBezTo>
                    <a:pt x="302" y="361"/>
                    <a:pt x="325" y="360"/>
                    <a:pt x="344" y="353"/>
                  </a:cubicBezTo>
                  <a:cubicBezTo>
                    <a:pt x="344" y="355"/>
                    <a:pt x="344" y="355"/>
                    <a:pt x="344" y="355"/>
                  </a:cubicBezTo>
                  <a:cubicBezTo>
                    <a:pt x="343" y="355"/>
                    <a:pt x="342" y="355"/>
                    <a:pt x="342" y="357"/>
                  </a:cubicBezTo>
                  <a:cubicBezTo>
                    <a:pt x="304" y="391"/>
                    <a:pt x="258" y="423"/>
                    <a:pt x="211" y="446"/>
                  </a:cubicBezTo>
                  <a:cubicBezTo>
                    <a:pt x="204" y="449"/>
                    <a:pt x="195" y="453"/>
                    <a:pt x="192" y="461"/>
                  </a:cubicBezTo>
                  <a:cubicBezTo>
                    <a:pt x="266" y="473"/>
                    <a:pt x="357" y="410"/>
                    <a:pt x="415" y="465"/>
                  </a:cubicBezTo>
                  <a:close/>
                  <a:moveTo>
                    <a:pt x="450" y="532"/>
                  </a:moveTo>
                  <a:cubicBezTo>
                    <a:pt x="525" y="532"/>
                    <a:pt x="601" y="532"/>
                    <a:pt x="677" y="532"/>
                  </a:cubicBezTo>
                  <a:cubicBezTo>
                    <a:pt x="670" y="517"/>
                    <a:pt x="659" y="505"/>
                    <a:pt x="649" y="492"/>
                  </a:cubicBezTo>
                  <a:cubicBezTo>
                    <a:pt x="572" y="496"/>
                    <a:pt x="480" y="424"/>
                    <a:pt x="413" y="482"/>
                  </a:cubicBezTo>
                  <a:cubicBezTo>
                    <a:pt x="357" y="433"/>
                    <a:pt x="277" y="479"/>
                    <a:pt x="217" y="489"/>
                  </a:cubicBezTo>
                  <a:cubicBezTo>
                    <a:pt x="201" y="492"/>
                    <a:pt x="183" y="490"/>
                    <a:pt x="172" y="495"/>
                  </a:cubicBezTo>
                  <a:cubicBezTo>
                    <a:pt x="159" y="500"/>
                    <a:pt x="151" y="523"/>
                    <a:pt x="145" y="532"/>
                  </a:cubicBezTo>
                  <a:cubicBezTo>
                    <a:pt x="222" y="532"/>
                    <a:pt x="299" y="532"/>
                    <a:pt x="377" y="532"/>
                  </a:cubicBezTo>
                  <a:cubicBezTo>
                    <a:pt x="377" y="539"/>
                    <a:pt x="374" y="542"/>
                    <a:pt x="375" y="551"/>
                  </a:cubicBezTo>
                  <a:cubicBezTo>
                    <a:pt x="401" y="551"/>
                    <a:pt x="425" y="551"/>
                    <a:pt x="450" y="551"/>
                  </a:cubicBezTo>
                  <a:cubicBezTo>
                    <a:pt x="451" y="544"/>
                    <a:pt x="445" y="537"/>
                    <a:pt x="450" y="532"/>
                  </a:cubicBezTo>
                  <a:close/>
                  <a:moveTo>
                    <a:pt x="794" y="0"/>
                  </a:moveTo>
                  <a:cubicBezTo>
                    <a:pt x="794" y="208"/>
                    <a:pt x="813" y="432"/>
                    <a:pt x="749" y="575"/>
                  </a:cubicBezTo>
                  <a:cubicBezTo>
                    <a:pt x="686" y="721"/>
                    <a:pt x="550" y="780"/>
                    <a:pt x="408" y="846"/>
                  </a:cubicBezTo>
                  <a:cubicBezTo>
                    <a:pt x="265" y="782"/>
                    <a:pt x="132" y="721"/>
                    <a:pt x="66" y="579"/>
                  </a:cubicBezTo>
                  <a:cubicBezTo>
                    <a:pt x="0" y="437"/>
                    <a:pt x="23" y="215"/>
                    <a:pt x="18" y="5"/>
                  </a:cubicBezTo>
                  <a:cubicBezTo>
                    <a:pt x="18" y="1"/>
                    <a:pt x="19" y="0"/>
                    <a:pt x="22" y="0"/>
                  </a:cubicBezTo>
                  <a:cubicBezTo>
                    <a:pt x="280" y="0"/>
                    <a:pt x="538" y="0"/>
                    <a:pt x="79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0" name="Freeform 25">
              <a:extLst>
                <a:ext uri="{FF2B5EF4-FFF2-40B4-BE49-F238E27FC236}">
                  <a16:creationId xmlns:a16="http://schemas.microsoft.com/office/drawing/2014/main" id="{1113EAA8-B1BC-54F6-3B24-E7F027ADC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3010" y="5166360"/>
              <a:ext cx="269875" cy="298450"/>
            </a:xfrm>
            <a:custGeom>
              <a:avLst/>
              <a:gdLst>
                <a:gd name="T0" fmla="*/ 74 w 104"/>
                <a:gd name="T1" fmla="*/ 15 h 115"/>
                <a:gd name="T2" fmla="*/ 96 w 104"/>
                <a:gd name="T3" fmla="*/ 115 h 115"/>
                <a:gd name="T4" fmla="*/ 17 w 104"/>
                <a:gd name="T5" fmla="*/ 64 h 115"/>
                <a:gd name="T6" fmla="*/ 0 w 104"/>
                <a:gd name="T7" fmla="*/ 67 h 115"/>
                <a:gd name="T8" fmla="*/ 25 w 104"/>
                <a:gd name="T9" fmla="*/ 50 h 115"/>
                <a:gd name="T10" fmla="*/ 84 w 104"/>
                <a:gd name="T11" fmla="*/ 88 h 115"/>
                <a:gd name="T12" fmla="*/ 66 w 104"/>
                <a:gd name="T13" fmla="*/ 21 h 115"/>
                <a:gd name="T14" fmla="*/ 50 w 104"/>
                <a:gd name="T15" fmla="*/ 28 h 115"/>
                <a:gd name="T16" fmla="*/ 75 w 104"/>
                <a:gd name="T17" fmla="*/ 0 h 115"/>
                <a:gd name="T18" fmla="*/ 74 w 104"/>
                <a:gd name="T19" fmla="*/ 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5">
                  <a:moveTo>
                    <a:pt x="74" y="15"/>
                  </a:moveTo>
                  <a:cubicBezTo>
                    <a:pt x="73" y="47"/>
                    <a:pt x="104" y="86"/>
                    <a:pt x="96" y="115"/>
                  </a:cubicBezTo>
                  <a:cubicBezTo>
                    <a:pt x="71" y="99"/>
                    <a:pt x="43" y="82"/>
                    <a:pt x="17" y="64"/>
                  </a:cubicBezTo>
                  <a:cubicBezTo>
                    <a:pt x="8" y="63"/>
                    <a:pt x="5" y="71"/>
                    <a:pt x="0" y="67"/>
                  </a:cubicBezTo>
                  <a:cubicBezTo>
                    <a:pt x="6" y="54"/>
                    <a:pt x="46" y="26"/>
                    <a:pt x="25" y="50"/>
                  </a:cubicBezTo>
                  <a:cubicBezTo>
                    <a:pt x="43" y="66"/>
                    <a:pt x="64" y="77"/>
                    <a:pt x="84" y="88"/>
                  </a:cubicBezTo>
                  <a:cubicBezTo>
                    <a:pt x="84" y="67"/>
                    <a:pt x="73" y="42"/>
                    <a:pt x="66" y="21"/>
                  </a:cubicBezTo>
                  <a:cubicBezTo>
                    <a:pt x="60" y="23"/>
                    <a:pt x="56" y="26"/>
                    <a:pt x="50" y="28"/>
                  </a:cubicBezTo>
                  <a:cubicBezTo>
                    <a:pt x="50" y="16"/>
                    <a:pt x="69" y="10"/>
                    <a:pt x="75" y="0"/>
                  </a:cubicBezTo>
                  <a:cubicBezTo>
                    <a:pt x="83" y="6"/>
                    <a:pt x="74" y="7"/>
                    <a:pt x="7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1" name="Freeform 26">
              <a:extLst>
                <a:ext uri="{FF2B5EF4-FFF2-40B4-BE49-F238E27FC236}">
                  <a16:creationId xmlns:a16="http://schemas.microsoft.com/office/drawing/2014/main" id="{CB2FACE7-4F4E-D7A0-4B14-BFB212822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010" y="5358448"/>
              <a:ext cx="204787" cy="273050"/>
            </a:xfrm>
            <a:custGeom>
              <a:avLst/>
              <a:gdLst>
                <a:gd name="T0" fmla="*/ 62 w 79"/>
                <a:gd name="T1" fmla="*/ 84 h 105"/>
                <a:gd name="T2" fmla="*/ 79 w 79"/>
                <a:gd name="T3" fmla="*/ 87 h 105"/>
                <a:gd name="T4" fmla="*/ 40 w 79"/>
                <a:gd name="T5" fmla="*/ 105 h 105"/>
                <a:gd name="T6" fmla="*/ 50 w 79"/>
                <a:gd name="T7" fmla="*/ 93 h 105"/>
                <a:gd name="T8" fmla="*/ 16 w 79"/>
                <a:gd name="T9" fmla="*/ 19 h 105"/>
                <a:gd name="T10" fmla="*/ 0 w 79"/>
                <a:gd name="T11" fmla="*/ 19 h 105"/>
                <a:gd name="T12" fmla="*/ 40 w 79"/>
                <a:gd name="T13" fmla="*/ 0 h 105"/>
                <a:gd name="T14" fmla="*/ 29 w 79"/>
                <a:gd name="T15" fmla="*/ 12 h 105"/>
                <a:gd name="T16" fmla="*/ 62 w 79"/>
                <a:gd name="T17" fmla="*/ 8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105">
                  <a:moveTo>
                    <a:pt x="62" y="84"/>
                  </a:moveTo>
                  <a:cubicBezTo>
                    <a:pt x="68" y="89"/>
                    <a:pt x="76" y="81"/>
                    <a:pt x="79" y="87"/>
                  </a:cubicBezTo>
                  <a:cubicBezTo>
                    <a:pt x="71" y="95"/>
                    <a:pt x="52" y="104"/>
                    <a:pt x="40" y="105"/>
                  </a:cubicBezTo>
                  <a:cubicBezTo>
                    <a:pt x="40" y="98"/>
                    <a:pt x="50" y="100"/>
                    <a:pt x="50" y="93"/>
                  </a:cubicBezTo>
                  <a:cubicBezTo>
                    <a:pt x="40" y="68"/>
                    <a:pt x="28" y="43"/>
                    <a:pt x="16" y="19"/>
                  </a:cubicBezTo>
                  <a:cubicBezTo>
                    <a:pt x="10" y="17"/>
                    <a:pt x="3" y="25"/>
                    <a:pt x="0" y="19"/>
                  </a:cubicBezTo>
                  <a:cubicBezTo>
                    <a:pt x="10" y="11"/>
                    <a:pt x="28" y="0"/>
                    <a:pt x="40" y="0"/>
                  </a:cubicBezTo>
                  <a:cubicBezTo>
                    <a:pt x="38" y="6"/>
                    <a:pt x="32" y="7"/>
                    <a:pt x="29" y="12"/>
                  </a:cubicBezTo>
                  <a:cubicBezTo>
                    <a:pt x="40" y="36"/>
                    <a:pt x="52" y="60"/>
                    <a:pt x="6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2" name="Freeform 27">
              <a:extLst>
                <a:ext uri="{FF2B5EF4-FFF2-40B4-BE49-F238E27FC236}">
                  <a16:creationId xmlns:a16="http://schemas.microsoft.com/office/drawing/2014/main" id="{8847B595-3F71-C621-588D-223F76363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148" y="5423535"/>
              <a:ext cx="314325" cy="342900"/>
            </a:xfrm>
            <a:custGeom>
              <a:avLst/>
              <a:gdLst>
                <a:gd name="T0" fmla="*/ 121 w 121"/>
                <a:gd name="T1" fmla="*/ 98 h 132"/>
                <a:gd name="T2" fmla="*/ 78 w 121"/>
                <a:gd name="T3" fmla="*/ 79 h 132"/>
                <a:gd name="T4" fmla="*/ 33 w 121"/>
                <a:gd name="T5" fmla="*/ 54 h 132"/>
                <a:gd name="T6" fmla="*/ 59 w 121"/>
                <a:gd name="T7" fmla="*/ 115 h 132"/>
                <a:gd name="T8" fmla="*/ 78 w 121"/>
                <a:gd name="T9" fmla="*/ 116 h 132"/>
                <a:gd name="T10" fmla="*/ 39 w 121"/>
                <a:gd name="T11" fmla="*/ 132 h 132"/>
                <a:gd name="T12" fmla="*/ 48 w 121"/>
                <a:gd name="T13" fmla="*/ 118 h 132"/>
                <a:gd name="T14" fmla="*/ 17 w 121"/>
                <a:gd name="T15" fmla="*/ 46 h 132"/>
                <a:gd name="T16" fmla="*/ 1 w 121"/>
                <a:gd name="T17" fmla="*/ 46 h 132"/>
                <a:gd name="T18" fmla="*/ 25 w 121"/>
                <a:gd name="T19" fmla="*/ 32 h 132"/>
                <a:gd name="T20" fmla="*/ 102 w 121"/>
                <a:gd name="T21" fmla="*/ 77 h 132"/>
                <a:gd name="T22" fmla="*/ 78 w 121"/>
                <a:gd name="T23" fmla="*/ 20 h 132"/>
                <a:gd name="T24" fmla="*/ 60 w 121"/>
                <a:gd name="T25" fmla="*/ 20 h 132"/>
                <a:gd name="T26" fmla="*/ 95 w 121"/>
                <a:gd name="T27" fmla="*/ 0 h 132"/>
                <a:gd name="T28" fmla="*/ 88 w 121"/>
                <a:gd name="T29" fmla="*/ 16 h 132"/>
                <a:gd name="T30" fmla="*/ 121 w 121"/>
                <a:gd name="T31" fmla="*/ 9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1" h="132">
                  <a:moveTo>
                    <a:pt x="121" y="98"/>
                  </a:moveTo>
                  <a:cubicBezTo>
                    <a:pt x="105" y="103"/>
                    <a:pt x="92" y="87"/>
                    <a:pt x="78" y="79"/>
                  </a:cubicBezTo>
                  <a:cubicBezTo>
                    <a:pt x="62" y="70"/>
                    <a:pt x="47" y="62"/>
                    <a:pt x="33" y="54"/>
                  </a:cubicBezTo>
                  <a:cubicBezTo>
                    <a:pt x="39" y="77"/>
                    <a:pt x="48" y="96"/>
                    <a:pt x="59" y="115"/>
                  </a:cubicBezTo>
                  <a:cubicBezTo>
                    <a:pt x="65" y="116"/>
                    <a:pt x="73" y="113"/>
                    <a:pt x="78" y="116"/>
                  </a:cubicBezTo>
                  <a:cubicBezTo>
                    <a:pt x="67" y="124"/>
                    <a:pt x="50" y="132"/>
                    <a:pt x="39" y="132"/>
                  </a:cubicBezTo>
                  <a:cubicBezTo>
                    <a:pt x="39" y="126"/>
                    <a:pt x="48" y="126"/>
                    <a:pt x="48" y="118"/>
                  </a:cubicBezTo>
                  <a:cubicBezTo>
                    <a:pt x="51" y="98"/>
                    <a:pt x="23" y="63"/>
                    <a:pt x="17" y="46"/>
                  </a:cubicBezTo>
                  <a:cubicBezTo>
                    <a:pt x="11" y="44"/>
                    <a:pt x="5" y="51"/>
                    <a:pt x="1" y="46"/>
                  </a:cubicBezTo>
                  <a:cubicBezTo>
                    <a:pt x="0" y="39"/>
                    <a:pt x="18" y="37"/>
                    <a:pt x="25" y="32"/>
                  </a:cubicBezTo>
                  <a:cubicBezTo>
                    <a:pt x="51" y="45"/>
                    <a:pt x="75" y="63"/>
                    <a:pt x="102" y="77"/>
                  </a:cubicBezTo>
                  <a:cubicBezTo>
                    <a:pt x="97" y="55"/>
                    <a:pt x="87" y="37"/>
                    <a:pt x="78" y="20"/>
                  </a:cubicBezTo>
                  <a:cubicBezTo>
                    <a:pt x="70" y="17"/>
                    <a:pt x="65" y="24"/>
                    <a:pt x="60" y="20"/>
                  </a:cubicBezTo>
                  <a:cubicBezTo>
                    <a:pt x="67" y="8"/>
                    <a:pt x="86" y="8"/>
                    <a:pt x="95" y="0"/>
                  </a:cubicBezTo>
                  <a:cubicBezTo>
                    <a:pt x="104" y="7"/>
                    <a:pt x="88" y="7"/>
                    <a:pt x="88" y="16"/>
                  </a:cubicBezTo>
                  <a:cubicBezTo>
                    <a:pt x="97" y="46"/>
                    <a:pt x="110" y="72"/>
                    <a:pt x="121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3" name="Freeform 28">
              <a:extLst>
                <a:ext uri="{FF2B5EF4-FFF2-40B4-BE49-F238E27FC236}">
                  <a16:creationId xmlns:a16="http://schemas.microsoft.com/office/drawing/2014/main" id="{D6CC2DCF-188B-BCF2-0A9D-2DDD3BC63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198" y="2524760"/>
              <a:ext cx="238125" cy="295275"/>
            </a:xfrm>
            <a:custGeom>
              <a:avLst/>
              <a:gdLst>
                <a:gd name="T0" fmla="*/ 74 w 92"/>
                <a:gd name="T1" fmla="*/ 19 h 114"/>
                <a:gd name="T2" fmla="*/ 71 w 92"/>
                <a:gd name="T3" fmla="*/ 114 h 114"/>
                <a:gd name="T4" fmla="*/ 65 w 92"/>
                <a:gd name="T5" fmla="*/ 100 h 114"/>
                <a:gd name="T6" fmla="*/ 3 w 92"/>
                <a:gd name="T7" fmla="*/ 79 h 114"/>
                <a:gd name="T8" fmla="*/ 69 w 92"/>
                <a:gd name="T9" fmla="*/ 83 h 114"/>
                <a:gd name="T10" fmla="*/ 51 w 92"/>
                <a:gd name="T11" fmla="*/ 66 h 114"/>
                <a:gd name="T12" fmla="*/ 2 w 92"/>
                <a:gd name="T13" fmla="*/ 52 h 114"/>
                <a:gd name="T14" fmla="*/ 69 w 92"/>
                <a:gd name="T15" fmla="*/ 54 h 114"/>
                <a:gd name="T16" fmla="*/ 2 w 92"/>
                <a:gd name="T17" fmla="*/ 24 h 114"/>
                <a:gd name="T18" fmla="*/ 62 w 92"/>
                <a:gd name="T19" fmla="*/ 23 h 114"/>
                <a:gd name="T20" fmla="*/ 74 w 92"/>
                <a:gd name="T21" fmla="*/ 1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4">
                  <a:moveTo>
                    <a:pt x="74" y="19"/>
                  </a:moveTo>
                  <a:cubicBezTo>
                    <a:pt x="88" y="36"/>
                    <a:pt x="92" y="103"/>
                    <a:pt x="71" y="114"/>
                  </a:cubicBezTo>
                  <a:cubicBezTo>
                    <a:pt x="63" y="114"/>
                    <a:pt x="64" y="107"/>
                    <a:pt x="65" y="100"/>
                  </a:cubicBezTo>
                  <a:cubicBezTo>
                    <a:pt x="51" y="86"/>
                    <a:pt x="14" y="99"/>
                    <a:pt x="3" y="79"/>
                  </a:cubicBezTo>
                  <a:cubicBezTo>
                    <a:pt x="24" y="65"/>
                    <a:pt x="49" y="83"/>
                    <a:pt x="69" y="83"/>
                  </a:cubicBezTo>
                  <a:cubicBezTo>
                    <a:pt x="73" y="69"/>
                    <a:pt x="58" y="69"/>
                    <a:pt x="51" y="66"/>
                  </a:cubicBezTo>
                  <a:cubicBezTo>
                    <a:pt x="36" y="61"/>
                    <a:pt x="14" y="62"/>
                    <a:pt x="2" y="52"/>
                  </a:cubicBezTo>
                  <a:cubicBezTo>
                    <a:pt x="14" y="31"/>
                    <a:pt x="49" y="52"/>
                    <a:pt x="69" y="54"/>
                  </a:cubicBezTo>
                  <a:cubicBezTo>
                    <a:pt x="65" y="24"/>
                    <a:pt x="22" y="36"/>
                    <a:pt x="2" y="24"/>
                  </a:cubicBezTo>
                  <a:cubicBezTo>
                    <a:pt x="0" y="0"/>
                    <a:pt x="48" y="18"/>
                    <a:pt x="62" y="23"/>
                  </a:cubicBezTo>
                  <a:cubicBezTo>
                    <a:pt x="68" y="24"/>
                    <a:pt x="70" y="13"/>
                    <a:pt x="74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4" name="Freeform 29">
              <a:extLst>
                <a:ext uri="{FF2B5EF4-FFF2-40B4-BE49-F238E27FC236}">
                  <a16:creationId xmlns:a16="http://schemas.microsoft.com/office/drawing/2014/main" id="{EB752082-84C0-E697-7DD8-C16F744194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0185" y="2210435"/>
              <a:ext cx="796925" cy="906463"/>
            </a:xfrm>
            <a:custGeom>
              <a:avLst/>
              <a:gdLst>
                <a:gd name="T0" fmla="*/ 220 w 307"/>
                <a:gd name="T1" fmla="*/ 268 h 349"/>
                <a:gd name="T2" fmla="*/ 111 w 307"/>
                <a:gd name="T3" fmla="*/ 268 h 349"/>
                <a:gd name="T4" fmla="*/ 220 w 307"/>
                <a:gd name="T5" fmla="*/ 268 h 349"/>
                <a:gd name="T6" fmla="*/ 173 w 307"/>
                <a:gd name="T7" fmla="*/ 123 h 349"/>
                <a:gd name="T8" fmla="*/ 194 w 307"/>
                <a:gd name="T9" fmla="*/ 123 h 349"/>
                <a:gd name="T10" fmla="*/ 162 w 307"/>
                <a:gd name="T11" fmla="*/ 45 h 349"/>
                <a:gd name="T12" fmla="*/ 137 w 307"/>
                <a:gd name="T13" fmla="*/ 123 h 349"/>
                <a:gd name="T14" fmla="*/ 156 w 307"/>
                <a:gd name="T15" fmla="*/ 123 h 349"/>
                <a:gd name="T16" fmla="*/ 168 w 307"/>
                <a:gd name="T17" fmla="*/ 105 h 349"/>
                <a:gd name="T18" fmla="*/ 173 w 307"/>
                <a:gd name="T19" fmla="*/ 123 h 349"/>
                <a:gd name="T20" fmla="*/ 253 w 307"/>
                <a:gd name="T21" fmla="*/ 300 h 349"/>
                <a:gd name="T22" fmla="*/ 286 w 307"/>
                <a:gd name="T23" fmla="*/ 257 h 349"/>
                <a:gd name="T24" fmla="*/ 45 w 307"/>
                <a:gd name="T25" fmla="*/ 259 h 349"/>
                <a:gd name="T26" fmla="*/ 79 w 307"/>
                <a:gd name="T27" fmla="*/ 300 h 349"/>
                <a:gd name="T28" fmla="*/ 109 w 307"/>
                <a:gd name="T29" fmla="*/ 294 h 349"/>
                <a:gd name="T30" fmla="*/ 83 w 307"/>
                <a:gd name="T31" fmla="*/ 264 h 349"/>
                <a:gd name="T32" fmla="*/ 178 w 307"/>
                <a:gd name="T33" fmla="*/ 244 h 349"/>
                <a:gd name="T34" fmla="*/ 248 w 307"/>
                <a:gd name="T35" fmla="*/ 266 h 349"/>
                <a:gd name="T36" fmla="*/ 222 w 307"/>
                <a:gd name="T37" fmla="*/ 291 h 349"/>
                <a:gd name="T38" fmla="*/ 253 w 307"/>
                <a:gd name="T39" fmla="*/ 300 h 349"/>
                <a:gd name="T40" fmla="*/ 274 w 307"/>
                <a:gd name="T41" fmla="*/ 75 h 349"/>
                <a:gd name="T42" fmla="*/ 302 w 307"/>
                <a:gd name="T43" fmla="*/ 133 h 349"/>
                <a:gd name="T44" fmla="*/ 264 w 307"/>
                <a:gd name="T45" fmla="*/ 85 h 349"/>
                <a:gd name="T46" fmla="*/ 187 w 307"/>
                <a:gd name="T47" fmla="*/ 47 h 349"/>
                <a:gd name="T48" fmla="*/ 210 w 307"/>
                <a:gd name="T49" fmla="*/ 121 h 349"/>
                <a:gd name="T50" fmla="*/ 175 w 307"/>
                <a:gd name="T51" fmla="*/ 139 h 349"/>
                <a:gd name="T52" fmla="*/ 173 w 307"/>
                <a:gd name="T53" fmla="*/ 173 h 349"/>
                <a:gd name="T54" fmla="*/ 225 w 307"/>
                <a:gd name="T55" fmla="*/ 175 h 349"/>
                <a:gd name="T56" fmla="*/ 173 w 307"/>
                <a:gd name="T57" fmla="*/ 188 h 349"/>
                <a:gd name="T58" fmla="*/ 166 w 307"/>
                <a:gd name="T59" fmla="*/ 219 h 349"/>
                <a:gd name="T60" fmla="*/ 305 w 307"/>
                <a:gd name="T61" fmla="*/ 250 h 349"/>
                <a:gd name="T62" fmla="*/ 256 w 307"/>
                <a:gd name="T63" fmla="*/ 318 h 349"/>
                <a:gd name="T64" fmla="*/ 192 w 307"/>
                <a:gd name="T65" fmla="*/ 338 h 349"/>
                <a:gd name="T66" fmla="*/ 232 w 307"/>
                <a:gd name="T67" fmla="*/ 312 h 349"/>
                <a:gd name="T68" fmla="*/ 183 w 307"/>
                <a:gd name="T69" fmla="*/ 304 h 349"/>
                <a:gd name="T70" fmla="*/ 181 w 307"/>
                <a:gd name="T71" fmla="*/ 343 h 349"/>
                <a:gd name="T72" fmla="*/ 132 w 307"/>
                <a:gd name="T73" fmla="*/ 334 h 349"/>
                <a:gd name="T74" fmla="*/ 168 w 307"/>
                <a:gd name="T75" fmla="*/ 330 h 349"/>
                <a:gd name="T76" fmla="*/ 166 w 307"/>
                <a:gd name="T77" fmla="*/ 304 h 349"/>
                <a:gd name="T78" fmla="*/ 100 w 307"/>
                <a:gd name="T79" fmla="*/ 311 h 349"/>
                <a:gd name="T80" fmla="*/ 123 w 307"/>
                <a:gd name="T81" fmla="*/ 334 h 349"/>
                <a:gd name="T82" fmla="*/ 25 w 307"/>
                <a:gd name="T83" fmla="*/ 252 h 349"/>
                <a:gd name="T84" fmla="*/ 161 w 307"/>
                <a:gd name="T85" fmla="*/ 221 h 349"/>
                <a:gd name="T86" fmla="*/ 157 w 307"/>
                <a:gd name="T87" fmla="*/ 191 h 349"/>
                <a:gd name="T88" fmla="*/ 104 w 307"/>
                <a:gd name="T89" fmla="*/ 182 h 349"/>
                <a:gd name="T90" fmla="*/ 156 w 307"/>
                <a:gd name="T91" fmla="*/ 173 h 349"/>
                <a:gd name="T92" fmla="*/ 157 w 307"/>
                <a:gd name="T93" fmla="*/ 140 h 349"/>
                <a:gd name="T94" fmla="*/ 104 w 307"/>
                <a:gd name="T95" fmla="*/ 132 h 349"/>
                <a:gd name="T96" fmla="*/ 121 w 307"/>
                <a:gd name="T97" fmla="*/ 123 h 349"/>
                <a:gd name="T98" fmla="*/ 144 w 307"/>
                <a:gd name="T99" fmla="*/ 51 h 349"/>
                <a:gd name="T100" fmla="*/ 34 w 307"/>
                <a:gd name="T101" fmla="*/ 143 h 349"/>
                <a:gd name="T102" fmla="*/ 95 w 307"/>
                <a:gd name="T103" fmla="*/ 140 h 349"/>
                <a:gd name="T104" fmla="*/ 28 w 307"/>
                <a:gd name="T105" fmla="*/ 173 h 349"/>
                <a:gd name="T106" fmla="*/ 95 w 307"/>
                <a:gd name="T107" fmla="*/ 171 h 349"/>
                <a:gd name="T108" fmla="*/ 28 w 307"/>
                <a:gd name="T109" fmla="*/ 204 h 349"/>
                <a:gd name="T110" fmla="*/ 91 w 307"/>
                <a:gd name="T111" fmla="*/ 201 h 349"/>
                <a:gd name="T112" fmla="*/ 33 w 307"/>
                <a:gd name="T113" fmla="*/ 221 h 349"/>
                <a:gd name="T114" fmla="*/ 28 w 307"/>
                <a:gd name="T115" fmla="*/ 239 h 349"/>
                <a:gd name="T116" fmla="*/ 12 w 307"/>
                <a:gd name="T117" fmla="*/ 213 h 349"/>
                <a:gd name="T118" fmla="*/ 150 w 307"/>
                <a:gd name="T119" fmla="*/ 29 h 349"/>
                <a:gd name="T120" fmla="*/ 177 w 307"/>
                <a:gd name="T121" fmla="*/ 29 h 349"/>
                <a:gd name="T122" fmla="*/ 274 w 307"/>
                <a:gd name="T123" fmla="*/ 75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7" h="349">
                  <a:moveTo>
                    <a:pt x="220" y="268"/>
                  </a:moveTo>
                  <a:cubicBezTo>
                    <a:pt x="190" y="258"/>
                    <a:pt x="144" y="258"/>
                    <a:pt x="111" y="268"/>
                  </a:cubicBezTo>
                  <a:cubicBezTo>
                    <a:pt x="129" y="292"/>
                    <a:pt x="201" y="292"/>
                    <a:pt x="220" y="268"/>
                  </a:cubicBezTo>
                  <a:close/>
                  <a:moveTo>
                    <a:pt x="173" y="123"/>
                  </a:moveTo>
                  <a:cubicBezTo>
                    <a:pt x="181" y="123"/>
                    <a:pt x="187" y="123"/>
                    <a:pt x="194" y="123"/>
                  </a:cubicBezTo>
                  <a:cubicBezTo>
                    <a:pt x="184" y="96"/>
                    <a:pt x="181" y="64"/>
                    <a:pt x="162" y="45"/>
                  </a:cubicBezTo>
                  <a:cubicBezTo>
                    <a:pt x="154" y="71"/>
                    <a:pt x="143" y="95"/>
                    <a:pt x="137" y="123"/>
                  </a:cubicBezTo>
                  <a:cubicBezTo>
                    <a:pt x="143" y="123"/>
                    <a:pt x="149" y="123"/>
                    <a:pt x="156" y="123"/>
                  </a:cubicBezTo>
                  <a:cubicBezTo>
                    <a:pt x="156" y="113"/>
                    <a:pt x="159" y="106"/>
                    <a:pt x="168" y="105"/>
                  </a:cubicBezTo>
                  <a:cubicBezTo>
                    <a:pt x="173" y="107"/>
                    <a:pt x="173" y="114"/>
                    <a:pt x="173" y="123"/>
                  </a:cubicBezTo>
                  <a:close/>
                  <a:moveTo>
                    <a:pt x="253" y="300"/>
                  </a:moveTo>
                  <a:cubicBezTo>
                    <a:pt x="266" y="288"/>
                    <a:pt x="278" y="276"/>
                    <a:pt x="286" y="257"/>
                  </a:cubicBezTo>
                  <a:cubicBezTo>
                    <a:pt x="219" y="230"/>
                    <a:pt x="105" y="229"/>
                    <a:pt x="45" y="259"/>
                  </a:cubicBezTo>
                  <a:cubicBezTo>
                    <a:pt x="54" y="276"/>
                    <a:pt x="67" y="287"/>
                    <a:pt x="79" y="300"/>
                  </a:cubicBezTo>
                  <a:cubicBezTo>
                    <a:pt x="90" y="299"/>
                    <a:pt x="96" y="292"/>
                    <a:pt x="109" y="294"/>
                  </a:cubicBezTo>
                  <a:cubicBezTo>
                    <a:pt x="105" y="280"/>
                    <a:pt x="85" y="281"/>
                    <a:pt x="83" y="264"/>
                  </a:cubicBezTo>
                  <a:cubicBezTo>
                    <a:pt x="100" y="247"/>
                    <a:pt x="143" y="242"/>
                    <a:pt x="178" y="244"/>
                  </a:cubicBezTo>
                  <a:cubicBezTo>
                    <a:pt x="205" y="247"/>
                    <a:pt x="238" y="249"/>
                    <a:pt x="248" y="266"/>
                  </a:cubicBezTo>
                  <a:cubicBezTo>
                    <a:pt x="244" y="280"/>
                    <a:pt x="228" y="281"/>
                    <a:pt x="222" y="291"/>
                  </a:cubicBezTo>
                  <a:cubicBezTo>
                    <a:pt x="232" y="294"/>
                    <a:pt x="243" y="297"/>
                    <a:pt x="253" y="300"/>
                  </a:cubicBezTo>
                  <a:close/>
                  <a:moveTo>
                    <a:pt x="274" y="75"/>
                  </a:moveTo>
                  <a:cubicBezTo>
                    <a:pt x="287" y="88"/>
                    <a:pt x="307" y="110"/>
                    <a:pt x="302" y="133"/>
                  </a:cubicBezTo>
                  <a:cubicBezTo>
                    <a:pt x="283" y="125"/>
                    <a:pt x="278" y="100"/>
                    <a:pt x="264" y="85"/>
                  </a:cubicBezTo>
                  <a:cubicBezTo>
                    <a:pt x="244" y="64"/>
                    <a:pt x="217" y="57"/>
                    <a:pt x="187" y="47"/>
                  </a:cubicBezTo>
                  <a:cubicBezTo>
                    <a:pt x="192" y="75"/>
                    <a:pt x="204" y="94"/>
                    <a:pt x="210" y="121"/>
                  </a:cubicBezTo>
                  <a:cubicBezTo>
                    <a:pt x="252" y="134"/>
                    <a:pt x="201" y="145"/>
                    <a:pt x="175" y="139"/>
                  </a:cubicBezTo>
                  <a:cubicBezTo>
                    <a:pt x="171" y="147"/>
                    <a:pt x="175" y="162"/>
                    <a:pt x="173" y="173"/>
                  </a:cubicBezTo>
                  <a:cubicBezTo>
                    <a:pt x="187" y="177"/>
                    <a:pt x="210" y="168"/>
                    <a:pt x="225" y="175"/>
                  </a:cubicBezTo>
                  <a:cubicBezTo>
                    <a:pt x="225" y="202"/>
                    <a:pt x="197" y="185"/>
                    <a:pt x="173" y="188"/>
                  </a:cubicBezTo>
                  <a:cubicBezTo>
                    <a:pt x="173" y="202"/>
                    <a:pt x="175" y="215"/>
                    <a:pt x="166" y="219"/>
                  </a:cubicBezTo>
                  <a:cubicBezTo>
                    <a:pt x="220" y="223"/>
                    <a:pt x="271" y="226"/>
                    <a:pt x="305" y="250"/>
                  </a:cubicBezTo>
                  <a:cubicBezTo>
                    <a:pt x="297" y="277"/>
                    <a:pt x="278" y="302"/>
                    <a:pt x="256" y="318"/>
                  </a:cubicBezTo>
                  <a:cubicBezTo>
                    <a:pt x="239" y="330"/>
                    <a:pt x="215" y="342"/>
                    <a:pt x="192" y="338"/>
                  </a:cubicBezTo>
                  <a:cubicBezTo>
                    <a:pt x="192" y="315"/>
                    <a:pt x="222" y="325"/>
                    <a:pt x="232" y="312"/>
                  </a:cubicBezTo>
                  <a:cubicBezTo>
                    <a:pt x="220" y="305"/>
                    <a:pt x="201" y="305"/>
                    <a:pt x="183" y="304"/>
                  </a:cubicBezTo>
                  <a:cubicBezTo>
                    <a:pt x="182" y="311"/>
                    <a:pt x="187" y="335"/>
                    <a:pt x="181" y="343"/>
                  </a:cubicBezTo>
                  <a:cubicBezTo>
                    <a:pt x="166" y="349"/>
                    <a:pt x="129" y="347"/>
                    <a:pt x="132" y="334"/>
                  </a:cubicBezTo>
                  <a:cubicBezTo>
                    <a:pt x="134" y="323"/>
                    <a:pt x="154" y="330"/>
                    <a:pt x="168" y="330"/>
                  </a:cubicBezTo>
                  <a:cubicBezTo>
                    <a:pt x="168" y="321"/>
                    <a:pt x="168" y="311"/>
                    <a:pt x="166" y="304"/>
                  </a:cubicBezTo>
                  <a:cubicBezTo>
                    <a:pt x="140" y="302"/>
                    <a:pt x="120" y="306"/>
                    <a:pt x="100" y="311"/>
                  </a:cubicBezTo>
                  <a:cubicBezTo>
                    <a:pt x="105" y="321"/>
                    <a:pt x="129" y="318"/>
                    <a:pt x="123" y="334"/>
                  </a:cubicBezTo>
                  <a:cubicBezTo>
                    <a:pt x="76" y="330"/>
                    <a:pt x="44" y="294"/>
                    <a:pt x="25" y="252"/>
                  </a:cubicBezTo>
                  <a:cubicBezTo>
                    <a:pt x="57" y="228"/>
                    <a:pt x="109" y="224"/>
                    <a:pt x="161" y="221"/>
                  </a:cubicBezTo>
                  <a:cubicBezTo>
                    <a:pt x="161" y="216"/>
                    <a:pt x="155" y="204"/>
                    <a:pt x="157" y="191"/>
                  </a:cubicBezTo>
                  <a:cubicBezTo>
                    <a:pt x="142" y="182"/>
                    <a:pt x="111" y="200"/>
                    <a:pt x="104" y="182"/>
                  </a:cubicBezTo>
                  <a:cubicBezTo>
                    <a:pt x="109" y="164"/>
                    <a:pt x="139" y="178"/>
                    <a:pt x="156" y="173"/>
                  </a:cubicBezTo>
                  <a:cubicBezTo>
                    <a:pt x="160" y="166"/>
                    <a:pt x="156" y="151"/>
                    <a:pt x="157" y="140"/>
                  </a:cubicBezTo>
                  <a:cubicBezTo>
                    <a:pt x="138" y="133"/>
                    <a:pt x="113" y="151"/>
                    <a:pt x="104" y="132"/>
                  </a:cubicBezTo>
                  <a:cubicBezTo>
                    <a:pt x="105" y="124"/>
                    <a:pt x="112" y="123"/>
                    <a:pt x="121" y="123"/>
                  </a:cubicBezTo>
                  <a:cubicBezTo>
                    <a:pt x="124" y="95"/>
                    <a:pt x="137" y="76"/>
                    <a:pt x="144" y="51"/>
                  </a:cubicBezTo>
                  <a:cubicBezTo>
                    <a:pt x="88" y="54"/>
                    <a:pt x="52" y="94"/>
                    <a:pt x="34" y="143"/>
                  </a:cubicBezTo>
                  <a:cubicBezTo>
                    <a:pt x="52" y="142"/>
                    <a:pt x="83" y="124"/>
                    <a:pt x="95" y="140"/>
                  </a:cubicBezTo>
                  <a:cubicBezTo>
                    <a:pt x="83" y="162"/>
                    <a:pt x="34" y="142"/>
                    <a:pt x="28" y="173"/>
                  </a:cubicBezTo>
                  <a:cubicBezTo>
                    <a:pt x="41" y="177"/>
                    <a:pt x="79" y="152"/>
                    <a:pt x="95" y="171"/>
                  </a:cubicBezTo>
                  <a:cubicBezTo>
                    <a:pt x="83" y="192"/>
                    <a:pt x="30" y="172"/>
                    <a:pt x="28" y="204"/>
                  </a:cubicBezTo>
                  <a:cubicBezTo>
                    <a:pt x="43" y="206"/>
                    <a:pt x="76" y="183"/>
                    <a:pt x="91" y="201"/>
                  </a:cubicBezTo>
                  <a:cubicBezTo>
                    <a:pt x="84" y="220"/>
                    <a:pt x="45" y="207"/>
                    <a:pt x="33" y="221"/>
                  </a:cubicBezTo>
                  <a:cubicBezTo>
                    <a:pt x="30" y="225"/>
                    <a:pt x="35" y="238"/>
                    <a:pt x="28" y="239"/>
                  </a:cubicBezTo>
                  <a:cubicBezTo>
                    <a:pt x="16" y="237"/>
                    <a:pt x="13" y="223"/>
                    <a:pt x="12" y="213"/>
                  </a:cubicBezTo>
                  <a:cubicBezTo>
                    <a:pt x="0" y="105"/>
                    <a:pt x="69" y="44"/>
                    <a:pt x="150" y="29"/>
                  </a:cubicBezTo>
                  <a:cubicBezTo>
                    <a:pt x="155" y="9"/>
                    <a:pt x="176" y="0"/>
                    <a:pt x="177" y="29"/>
                  </a:cubicBezTo>
                  <a:cubicBezTo>
                    <a:pt x="214" y="35"/>
                    <a:pt x="250" y="51"/>
                    <a:pt x="274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5" name="Freeform 30">
              <a:extLst>
                <a:ext uri="{FF2B5EF4-FFF2-40B4-BE49-F238E27FC236}">
                  <a16:creationId xmlns:a16="http://schemas.microsoft.com/office/drawing/2014/main" id="{A579D0CD-B52B-5ECE-3128-0C4ECBF10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698" y="5542598"/>
              <a:ext cx="265112" cy="306388"/>
            </a:xfrm>
            <a:custGeom>
              <a:avLst/>
              <a:gdLst>
                <a:gd name="T0" fmla="*/ 100 w 102"/>
                <a:gd name="T1" fmla="*/ 5 h 118"/>
                <a:gd name="T2" fmla="*/ 89 w 102"/>
                <a:gd name="T3" fmla="*/ 13 h 118"/>
                <a:gd name="T4" fmla="*/ 86 w 102"/>
                <a:gd name="T5" fmla="*/ 83 h 118"/>
                <a:gd name="T6" fmla="*/ 21 w 102"/>
                <a:gd name="T7" fmla="*/ 99 h 118"/>
                <a:gd name="T8" fmla="*/ 12 w 102"/>
                <a:gd name="T9" fmla="*/ 16 h 118"/>
                <a:gd name="T10" fmla="*/ 0 w 102"/>
                <a:gd name="T11" fmla="*/ 8 h 118"/>
                <a:gd name="T12" fmla="*/ 42 w 102"/>
                <a:gd name="T13" fmla="*/ 5 h 118"/>
                <a:gd name="T14" fmla="*/ 30 w 102"/>
                <a:gd name="T15" fmla="*/ 13 h 118"/>
                <a:gd name="T16" fmla="*/ 48 w 102"/>
                <a:gd name="T17" fmla="*/ 99 h 118"/>
                <a:gd name="T18" fmla="*/ 74 w 102"/>
                <a:gd name="T19" fmla="*/ 13 h 118"/>
                <a:gd name="T20" fmla="*/ 61 w 102"/>
                <a:gd name="T21" fmla="*/ 8 h 118"/>
                <a:gd name="T22" fmla="*/ 100 w 102"/>
                <a:gd name="T23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" h="118">
                  <a:moveTo>
                    <a:pt x="100" y="5"/>
                  </a:moveTo>
                  <a:cubicBezTo>
                    <a:pt x="102" y="13"/>
                    <a:pt x="91" y="9"/>
                    <a:pt x="89" y="13"/>
                  </a:cubicBezTo>
                  <a:cubicBezTo>
                    <a:pt x="78" y="33"/>
                    <a:pt x="91" y="61"/>
                    <a:pt x="86" y="83"/>
                  </a:cubicBezTo>
                  <a:cubicBezTo>
                    <a:pt x="80" y="107"/>
                    <a:pt x="39" y="118"/>
                    <a:pt x="21" y="99"/>
                  </a:cubicBezTo>
                  <a:cubicBezTo>
                    <a:pt x="1" y="80"/>
                    <a:pt x="23" y="45"/>
                    <a:pt x="12" y="16"/>
                  </a:cubicBezTo>
                  <a:cubicBezTo>
                    <a:pt x="11" y="9"/>
                    <a:pt x="3" y="12"/>
                    <a:pt x="0" y="8"/>
                  </a:cubicBezTo>
                  <a:cubicBezTo>
                    <a:pt x="8" y="0"/>
                    <a:pt x="33" y="4"/>
                    <a:pt x="42" y="5"/>
                  </a:cubicBezTo>
                  <a:cubicBezTo>
                    <a:pt x="43" y="13"/>
                    <a:pt x="32" y="9"/>
                    <a:pt x="30" y="13"/>
                  </a:cubicBezTo>
                  <a:cubicBezTo>
                    <a:pt x="28" y="43"/>
                    <a:pt x="20" y="95"/>
                    <a:pt x="48" y="99"/>
                  </a:cubicBezTo>
                  <a:cubicBezTo>
                    <a:pt x="83" y="105"/>
                    <a:pt x="85" y="48"/>
                    <a:pt x="74" y="13"/>
                  </a:cubicBezTo>
                  <a:cubicBezTo>
                    <a:pt x="71" y="9"/>
                    <a:pt x="61" y="13"/>
                    <a:pt x="61" y="8"/>
                  </a:cubicBezTo>
                  <a:cubicBezTo>
                    <a:pt x="67" y="0"/>
                    <a:pt x="92" y="4"/>
                    <a:pt x="10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6" name="Freeform 31">
              <a:extLst>
                <a:ext uri="{FF2B5EF4-FFF2-40B4-BE49-F238E27FC236}">
                  <a16:creationId xmlns:a16="http://schemas.microsoft.com/office/drawing/2014/main" id="{18784BCF-A725-3ABD-F6A0-0E2C99305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685" y="4912360"/>
              <a:ext cx="98425" cy="196850"/>
            </a:xfrm>
            <a:custGeom>
              <a:avLst/>
              <a:gdLst>
                <a:gd name="T0" fmla="*/ 27 w 38"/>
                <a:gd name="T1" fmla="*/ 12 h 76"/>
                <a:gd name="T2" fmla="*/ 11 w 38"/>
                <a:gd name="T3" fmla="*/ 65 h 76"/>
                <a:gd name="T4" fmla="*/ 27 w 38"/>
                <a:gd name="T5" fmla="*/ 1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6">
                  <a:moveTo>
                    <a:pt x="27" y="12"/>
                  </a:moveTo>
                  <a:cubicBezTo>
                    <a:pt x="35" y="26"/>
                    <a:pt x="38" y="76"/>
                    <a:pt x="11" y="65"/>
                  </a:cubicBezTo>
                  <a:cubicBezTo>
                    <a:pt x="2" y="51"/>
                    <a:pt x="0" y="0"/>
                    <a:pt x="2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7" name="Freeform 32">
              <a:extLst>
                <a:ext uri="{FF2B5EF4-FFF2-40B4-BE49-F238E27FC236}">
                  <a16:creationId xmlns:a16="http://schemas.microsoft.com/office/drawing/2014/main" id="{150DEFEC-500E-F1BC-CF2B-BDACE97E1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235" y="4909185"/>
              <a:ext cx="98425" cy="127000"/>
            </a:xfrm>
            <a:custGeom>
              <a:avLst/>
              <a:gdLst>
                <a:gd name="T0" fmla="*/ 32 w 38"/>
                <a:gd name="T1" fmla="*/ 13 h 49"/>
                <a:gd name="T2" fmla="*/ 30 w 38"/>
                <a:gd name="T3" fmla="*/ 42 h 49"/>
                <a:gd name="T4" fmla="*/ 32 w 38"/>
                <a:gd name="T5" fmla="*/ 1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49">
                  <a:moveTo>
                    <a:pt x="32" y="13"/>
                  </a:moveTo>
                  <a:cubicBezTo>
                    <a:pt x="38" y="23"/>
                    <a:pt x="38" y="34"/>
                    <a:pt x="30" y="42"/>
                  </a:cubicBezTo>
                  <a:cubicBezTo>
                    <a:pt x="0" y="49"/>
                    <a:pt x="7" y="0"/>
                    <a:pt x="32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8" name="Freeform 33">
              <a:extLst>
                <a:ext uri="{FF2B5EF4-FFF2-40B4-BE49-F238E27FC236}">
                  <a16:creationId xmlns:a16="http://schemas.microsoft.com/office/drawing/2014/main" id="{22F2B0CB-454C-0A2C-E4D1-9FE8FE5A7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735" y="5240973"/>
              <a:ext cx="273050" cy="349250"/>
            </a:xfrm>
            <a:custGeom>
              <a:avLst/>
              <a:gdLst>
                <a:gd name="T0" fmla="*/ 96 w 105"/>
                <a:gd name="T1" fmla="*/ 51 h 134"/>
                <a:gd name="T2" fmla="*/ 105 w 105"/>
                <a:gd name="T3" fmla="*/ 51 h 134"/>
                <a:gd name="T4" fmla="*/ 85 w 105"/>
                <a:gd name="T5" fmla="*/ 81 h 134"/>
                <a:gd name="T6" fmla="*/ 73 w 105"/>
                <a:gd name="T7" fmla="*/ 33 h 134"/>
                <a:gd name="T8" fmla="*/ 15 w 105"/>
                <a:gd name="T9" fmla="*/ 81 h 134"/>
                <a:gd name="T10" fmla="*/ 60 w 105"/>
                <a:gd name="T11" fmla="*/ 97 h 134"/>
                <a:gd name="T12" fmla="*/ 51 w 105"/>
                <a:gd name="T13" fmla="*/ 81 h 134"/>
                <a:gd name="T14" fmla="*/ 87 w 105"/>
                <a:gd name="T15" fmla="*/ 107 h 134"/>
                <a:gd name="T16" fmla="*/ 76 w 105"/>
                <a:gd name="T17" fmla="*/ 106 h 134"/>
                <a:gd name="T18" fmla="*/ 56 w 105"/>
                <a:gd name="T19" fmla="*/ 132 h 134"/>
                <a:gd name="T20" fmla="*/ 1 w 105"/>
                <a:gd name="T21" fmla="*/ 77 h 134"/>
                <a:gd name="T22" fmla="*/ 96 w 105"/>
                <a:gd name="T23" fmla="*/ 5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5" h="134">
                  <a:moveTo>
                    <a:pt x="96" y="51"/>
                  </a:moveTo>
                  <a:cubicBezTo>
                    <a:pt x="100" y="51"/>
                    <a:pt x="101" y="47"/>
                    <a:pt x="105" y="51"/>
                  </a:cubicBezTo>
                  <a:cubicBezTo>
                    <a:pt x="104" y="59"/>
                    <a:pt x="95" y="75"/>
                    <a:pt x="85" y="81"/>
                  </a:cubicBezTo>
                  <a:cubicBezTo>
                    <a:pt x="88" y="64"/>
                    <a:pt x="89" y="39"/>
                    <a:pt x="73" y="33"/>
                  </a:cubicBezTo>
                  <a:cubicBezTo>
                    <a:pt x="51" y="23"/>
                    <a:pt x="17" y="52"/>
                    <a:pt x="15" y="81"/>
                  </a:cubicBezTo>
                  <a:cubicBezTo>
                    <a:pt x="12" y="114"/>
                    <a:pt x="51" y="134"/>
                    <a:pt x="60" y="97"/>
                  </a:cubicBezTo>
                  <a:cubicBezTo>
                    <a:pt x="60" y="88"/>
                    <a:pt x="49" y="91"/>
                    <a:pt x="51" y="81"/>
                  </a:cubicBezTo>
                  <a:cubicBezTo>
                    <a:pt x="63" y="88"/>
                    <a:pt x="78" y="95"/>
                    <a:pt x="87" y="107"/>
                  </a:cubicBezTo>
                  <a:cubicBezTo>
                    <a:pt x="83" y="113"/>
                    <a:pt x="81" y="105"/>
                    <a:pt x="76" y="106"/>
                  </a:cubicBezTo>
                  <a:cubicBezTo>
                    <a:pt x="66" y="111"/>
                    <a:pt x="62" y="123"/>
                    <a:pt x="56" y="132"/>
                  </a:cubicBezTo>
                  <a:cubicBezTo>
                    <a:pt x="27" y="124"/>
                    <a:pt x="1" y="110"/>
                    <a:pt x="1" y="77"/>
                  </a:cubicBezTo>
                  <a:cubicBezTo>
                    <a:pt x="0" y="25"/>
                    <a:pt x="73" y="0"/>
                    <a:pt x="96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9" name="Freeform 34">
              <a:extLst>
                <a:ext uri="{FF2B5EF4-FFF2-40B4-BE49-F238E27FC236}">
                  <a16:creationId xmlns:a16="http://schemas.microsoft.com/office/drawing/2014/main" id="{34988525-1D85-232C-6F51-5C9F440F58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15148" y="2423160"/>
              <a:ext cx="771525" cy="731838"/>
            </a:xfrm>
            <a:custGeom>
              <a:avLst/>
              <a:gdLst>
                <a:gd name="T0" fmla="*/ 26 w 297"/>
                <a:gd name="T1" fmla="*/ 174 h 282"/>
                <a:gd name="T2" fmla="*/ 40 w 297"/>
                <a:gd name="T3" fmla="*/ 158 h 282"/>
                <a:gd name="T4" fmla="*/ 24 w 297"/>
                <a:gd name="T5" fmla="*/ 158 h 282"/>
                <a:gd name="T6" fmla="*/ 73 w 297"/>
                <a:gd name="T7" fmla="*/ 171 h 282"/>
                <a:gd name="T8" fmla="*/ 35 w 297"/>
                <a:gd name="T9" fmla="*/ 234 h 282"/>
                <a:gd name="T10" fmla="*/ 53 w 297"/>
                <a:gd name="T11" fmla="*/ 180 h 282"/>
                <a:gd name="T12" fmla="*/ 80 w 297"/>
                <a:gd name="T13" fmla="*/ 127 h 282"/>
                <a:gd name="T14" fmla="*/ 59 w 297"/>
                <a:gd name="T15" fmla="*/ 141 h 282"/>
                <a:gd name="T16" fmla="*/ 101 w 297"/>
                <a:gd name="T17" fmla="*/ 136 h 282"/>
                <a:gd name="T18" fmla="*/ 101 w 297"/>
                <a:gd name="T19" fmla="*/ 136 h 282"/>
                <a:gd name="T20" fmla="*/ 126 w 297"/>
                <a:gd name="T21" fmla="*/ 139 h 282"/>
                <a:gd name="T22" fmla="*/ 134 w 297"/>
                <a:gd name="T23" fmla="*/ 161 h 282"/>
                <a:gd name="T24" fmla="*/ 134 w 297"/>
                <a:gd name="T25" fmla="*/ 161 h 282"/>
                <a:gd name="T26" fmla="*/ 151 w 297"/>
                <a:gd name="T27" fmla="*/ 27 h 282"/>
                <a:gd name="T28" fmla="*/ 157 w 297"/>
                <a:gd name="T29" fmla="*/ 239 h 282"/>
                <a:gd name="T30" fmla="*/ 163 w 297"/>
                <a:gd name="T31" fmla="*/ 200 h 282"/>
                <a:gd name="T32" fmla="*/ 139 w 297"/>
                <a:gd name="T33" fmla="*/ 218 h 282"/>
                <a:gd name="T34" fmla="*/ 156 w 297"/>
                <a:gd name="T35" fmla="*/ 227 h 282"/>
                <a:gd name="T36" fmla="*/ 173 w 297"/>
                <a:gd name="T37" fmla="*/ 39 h 282"/>
                <a:gd name="T38" fmla="*/ 173 w 297"/>
                <a:gd name="T39" fmla="*/ 39 h 282"/>
                <a:gd name="T40" fmla="*/ 173 w 297"/>
                <a:gd name="T41" fmla="*/ 58 h 282"/>
                <a:gd name="T42" fmla="*/ 157 w 297"/>
                <a:gd name="T43" fmla="*/ 191 h 282"/>
                <a:gd name="T44" fmla="*/ 143 w 297"/>
                <a:gd name="T45" fmla="*/ 186 h 282"/>
                <a:gd name="T46" fmla="*/ 157 w 297"/>
                <a:gd name="T47" fmla="*/ 191 h 282"/>
                <a:gd name="T48" fmla="*/ 186 w 297"/>
                <a:gd name="T49" fmla="*/ 127 h 282"/>
                <a:gd name="T50" fmla="*/ 202 w 297"/>
                <a:gd name="T51" fmla="*/ 119 h 282"/>
                <a:gd name="T52" fmla="*/ 198 w 297"/>
                <a:gd name="T53" fmla="*/ 67 h 282"/>
                <a:gd name="T54" fmla="*/ 189 w 297"/>
                <a:gd name="T55" fmla="*/ 72 h 282"/>
                <a:gd name="T56" fmla="*/ 209 w 297"/>
                <a:gd name="T57" fmla="*/ 66 h 282"/>
                <a:gd name="T58" fmla="*/ 211 w 297"/>
                <a:gd name="T59" fmla="*/ 72 h 282"/>
                <a:gd name="T60" fmla="*/ 217 w 297"/>
                <a:gd name="T61" fmla="*/ 139 h 282"/>
                <a:gd name="T62" fmla="*/ 201 w 297"/>
                <a:gd name="T63" fmla="*/ 150 h 282"/>
                <a:gd name="T64" fmla="*/ 192 w 297"/>
                <a:gd name="T65" fmla="*/ 166 h 282"/>
                <a:gd name="T66" fmla="*/ 227 w 297"/>
                <a:gd name="T67" fmla="*/ 67 h 282"/>
                <a:gd name="T68" fmla="*/ 235 w 297"/>
                <a:gd name="T69" fmla="*/ 115 h 282"/>
                <a:gd name="T70" fmla="*/ 184 w 297"/>
                <a:gd name="T71" fmla="*/ 91 h 282"/>
                <a:gd name="T72" fmla="*/ 173 w 297"/>
                <a:gd name="T73" fmla="*/ 84 h 282"/>
                <a:gd name="T74" fmla="*/ 154 w 297"/>
                <a:gd name="T75" fmla="*/ 136 h 282"/>
                <a:gd name="T76" fmla="*/ 206 w 297"/>
                <a:gd name="T77" fmla="*/ 109 h 282"/>
                <a:gd name="T78" fmla="*/ 217 w 297"/>
                <a:gd name="T79" fmla="*/ 96 h 282"/>
                <a:gd name="T80" fmla="*/ 235 w 297"/>
                <a:gd name="T81" fmla="*/ 115 h 282"/>
                <a:gd name="T82" fmla="*/ 251 w 297"/>
                <a:gd name="T83" fmla="*/ 106 h 282"/>
                <a:gd name="T84" fmla="*/ 249 w 297"/>
                <a:gd name="T85" fmla="*/ 119 h 282"/>
                <a:gd name="T86" fmla="*/ 263 w 297"/>
                <a:gd name="T87" fmla="*/ 261 h 282"/>
                <a:gd name="T88" fmla="*/ 185 w 297"/>
                <a:gd name="T89" fmla="*/ 225 h 282"/>
                <a:gd name="T90" fmla="*/ 131 w 297"/>
                <a:gd name="T91" fmla="*/ 267 h 282"/>
                <a:gd name="T92" fmla="*/ 62 w 297"/>
                <a:gd name="T93" fmla="*/ 218 h 282"/>
                <a:gd name="T94" fmla="*/ 10 w 297"/>
                <a:gd name="T95" fmla="*/ 256 h 282"/>
                <a:gd name="T96" fmla="*/ 97 w 297"/>
                <a:gd name="T97" fmla="*/ 113 h 282"/>
                <a:gd name="T98" fmla="*/ 134 w 297"/>
                <a:gd name="T99" fmla="*/ 82 h 282"/>
                <a:gd name="T100" fmla="*/ 207 w 297"/>
                <a:gd name="T101" fmla="*/ 8 h 282"/>
                <a:gd name="T102" fmla="*/ 234 w 297"/>
                <a:gd name="T103" fmla="*/ 27 h 282"/>
                <a:gd name="T104" fmla="*/ 263 w 297"/>
                <a:gd name="T105" fmla="*/ 184 h 282"/>
                <a:gd name="T106" fmla="*/ 290 w 297"/>
                <a:gd name="T107" fmla="*/ 23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7" h="282">
                  <a:moveTo>
                    <a:pt x="24" y="186"/>
                  </a:moveTo>
                  <a:cubicBezTo>
                    <a:pt x="30" y="187"/>
                    <a:pt x="32" y="172"/>
                    <a:pt x="26" y="174"/>
                  </a:cubicBezTo>
                  <a:cubicBezTo>
                    <a:pt x="22" y="175"/>
                    <a:pt x="21" y="182"/>
                    <a:pt x="24" y="186"/>
                  </a:cubicBezTo>
                  <a:close/>
                  <a:moveTo>
                    <a:pt x="40" y="158"/>
                  </a:moveTo>
                  <a:cubicBezTo>
                    <a:pt x="40" y="155"/>
                    <a:pt x="37" y="152"/>
                    <a:pt x="38" y="147"/>
                  </a:cubicBezTo>
                  <a:cubicBezTo>
                    <a:pt x="30" y="147"/>
                    <a:pt x="24" y="151"/>
                    <a:pt x="24" y="158"/>
                  </a:cubicBezTo>
                  <a:cubicBezTo>
                    <a:pt x="32" y="160"/>
                    <a:pt x="31" y="160"/>
                    <a:pt x="40" y="158"/>
                  </a:cubicBezTo>
                  <a:close/>
                  <a:moveTo>
                    <a:pt x="73" y="171"/>
                  </a:moveTo>
                  <a:cubicBezTo>
                    <a:pt x="64" y="166"/>
                    <a:pt x="59" y="180"/>
                    <a:pt x="52" y="171"/>
                  </a:cubicBezTo>
                  <a:cubicBezTo>
                    <a:pt x="51" y="195"/>
                    <a:pt x="0" y="214"/>
                    <a:pt x="35" y="234"/>
                  </a:cubicBezTo>
                  <a:cubicBezTo>
                    <a:pt x="41" y="225"/>
                    <a:pt x="30" y="220"/>
                    <a:pt x="29" y="213"/>
                  </a:cubicBezTo>
                  <a:cubicBezTo>
                    <a:pt x="42" y="205"/>
                    <a:pt x="52" y="194"/>
                    <a:pt x="53" y="180"/>
                  </a:cubicBezTo>
                  <a:cubicBezTo>
                    <a:pt x="59" y="180"/>
                    <a:pt x="70" y="184"/>
                    <a:pt x="73" y="171"/>
                  </a:cubicBezTo>
                  <a:close/>
                  <a:moveTo>
                    <a:pt x="80" y="127"/>
                  </a:moveTo>
                  <a:cubicBezTo>
                    <a:pt x="70" y="120"/>
                    <a:pt x="55" y="125"/>
                    <a:pt x="52" y="136"/>
                  </a:cubicBezTo>
                  <a:cubicBezTo>
                    <a:pt x="57" y="134"/>
                    <a:pt x="54" y="142"/>
                    <a:pt x="59" y="141"/>
                  </a:cubicBezTo>
                  <a:cubicBezTo>
                    <a:pt x="66" y="137"/>
                    <a:pt x="76" y="136"/>
                    <a:pt x="80" y="127"/>
                  </a:cubicBezTo>
                  <a:close/>
                  <a:moveTo>
                    <a:pt x="101" y="136"/>
                  </a:moveTo>
                  <a:cubicBezTo>
                    <a:pt x="104" y="131"/>
                    <a:pt x="104" y="123"/>
                    <a:pt x="95" y="123"/>
                  </a:cubicBezTo>
                  <a:cubicBezTo>
                    <a:pt x="95" y="131"/>
                    <a:pt x="96" y="134"/>
                    <a:pt x="101" y="136"/>
                  </a:cubicBezTo>
                  <a:close/>
                  <a:moveTo>
                    <a:pt x="131" y="150"/>
                  </a:moveTo>
                  <a:cubicBezTo>
                    <a:pt x="131" y="144"/>
                    <a:pt x="131" y="139"/>
                    <a:pt x="126" y="139"/>
                  </a:cubicBezTo>
                  <a:cubicBezTo>
                    <a:pt x="124" y="144"/>
                    <a:pt x="124" y="151"/>
                    <a:pt x="131" y="150"/>
                  </a:cubicBezTo>
                  <a:close/>
                  <a:moveTo>
                    <a:pt x="134" y="161"/>
                  </a:moveTo>
                  <a:cubicBezTo>
                    <a:pt x="137" y="163"/>
                    <a:pt x="151" y="165"/>
                    <a:pt x="151" y="157"/>
                  </a:cubicBezTo>
                  <a:cubicBezTo>
                    <a:pt x="147" y="151"/>
                    <a:pt x="134" y="153"/>
                    <a:pt x="134" y="161"/>
                  </a:cubicBezTo>
                  <a:close/>
                  <a:moveTo>
                    <a:pt x="151" y="37"/>
                  </a:moveTo>
                  <a:cubicBezTo>
                    <a:pt x="152" y="36"/>
                    <a:pt x="158" y="25"/>
                    <a:pt x="151" y="27"/>
                  </a:cubicBezTo>
                  <a:cubicBezTo>
                    <a:pt x="148" y="28"/>
                    <a:pt x="142" y="37"/>
                    <a:pt x="151" y="37"/>
                  </a:cubicBezTo>
                  <a:close/>
                  <a:moveTo>
                    <a:pt x="157" y="239"/>
                  </a:moveTo>
                  <a:cubicBezTo>
                    <a:pt x="163" y="247"/>
                    <a:pt x="176" y="249"/>
                    <a:pt x="185" y="243"/>
                  </a:cubicBezTo>
                  <a:cubicBezTo>
                    <a:pt x="170" y="237"/>
                    <a:pt x="168" y="218"/>
                    <a:pt x="163" y="200"/>
                  </a:cubicBezTo>
                  <a:cubicBezTo>
                    <a:pt x="158" y="208"/>
                    <a:pt x="165" y="212"/>
                    <a:pt x="159" y="217"/>
                  </a:cubicBezTo>
                  <a:cubicBezTo>
                    <a:pt x="151" y="209"/>
                    <a:pt x="146" y="224"/>
                    <a:pt x="139" y="218"/>
                  </a:cubicBezTo>
                  <a:cubicBezTo>
                    <a:pt x="142" y="225"/>
                    <a:pt x="145" y="234"/>
                    <a:pt x="143" y="247"/>
                  </a:cubicBezTo>
                  <a:cubicBezTo>
                    <a:pt x="154" y="247"/>
                    <a:pt x="143" y="225"/>
                    <a:pt x="156" y="227"/>
                  </a:cubicBezTo>
                  <a:cubicBezTo>
                    <a:pt x="158" y="229"/>
                    <a:pt x="157" y="234"/>
                    <a:pt x="157" y="239"/>
                  </a:cubicBezTo>
                  <a:close/>
                  <a:moveTo>
                    <a:pt x="173" y="39"/>
                  </a:moveTo>
                  <a:cubicBezTo>
                    <a:pt x="181" y="37"/>
                    <a:pt x="187" y="25"/>
                    <a:pt x="178" y="20"/>
                  </a:cubicBezTo>
                  <a:cubicBezTo>
                    <a:pt x="176" y="28"/>
                    <a:pt x="174" y="32"/>
                    <a:pt x="173" y="39"/>
                  </a:cubicBezTo>
                  <a:close/>
                  <a:moveTo>
                    <a:pt x="202" y="28"/>
                  </a:moveTo>
                  <a:cubicBezTo>
                    <a:pt x="190" y="36"/>
                    <a:pt x="178" y="43"/>
                    <a:pt x="173" y="58"/>
                  </a:cubicBezTo>
                  <a:cubicBezTo>
                    <a:pt x="187" y="53"/>
                    <a:pt x="197" y="42"/>
                    <a:pt x="202" y="28"/>
                  </a:cubicBezTo>
                  <a:close/>
                  <a:moveTo>
                    <a:pt x="157" y="191"/>
                  </a:moveTo>
                  <a:cubicBezTo>
                    <a:pt x="168" y="186"/>
                    <a:pt x="196" y="181"/>
                    <a:pt x="189" y="170"/>
                  </a:cubicBezTo>
                  <a:cubicBezTo>
                    <a:pt x="175" y="177"/>
                    <a:pt x="163" y="182"/>
                    <a:pt x="143" y="186"/>
                  </a:cubicBezTo>
                  <a:cubicBezTo>
                    <a:pt x="143" y="193"/>
                    <a:pt x="142" y="200"/>
                    <a:pt x="145" y="204"/>
                  </a:cubicBezTo>
                  <a:cubicBezTo>
                    <a:pt x="154" y="205"/>
                    <a:pt x="153" y="195"/>
                    <a:pt x="157" y="191"/>
                  </a:cubicBezTo>
                  <a:close/>
                  <a:moveTo>
                    <a:pt x="202" y="119"/>
                  </a:moveTo>
                  <a:cubicBezTo>
                    <a:pt x="196" y="117"/>
                    <a:pt x="187" y="119"/>
                    <a:pt x="186" y="127"/>
                  </a:cubicBezTo>
                  <a:cubicBezTo>
                    <a:pt x="192" y="125"/>
                    <a:pt x="191" y="133"/>
                    <a:pt x="197" y="132"/>
                  </a:cubicBezTo>
                  <a:cubicBezTo>
                    <a:pt x="197" y="125"/>
                    <a:pt x="202" y="125"/>
                    <a:pt x="202" y="119"/>
                  </a:cubicBezTo>
                  <a:close/>
                  <a:moveTo>
                    <a:pt x="189" y="72"/>
                  </a:moveTo>
                  <a:cubicBezTo>
                    <a:pt x="194" y="72"/>
                    <a:pt x="198" y="74"/>
                    <a:pt x="198" y="67"/>
                  </a:cubicBezTo>
                  <a:cubicBezTo>
                    <a:pt x="197" y="66"/>
                    <a:pt x="195" y="66"/>
                    <a:pt x="189" y="66"/>
                  </a:cubicBezTo>
                  <a:cubicBezTo>
                    <a:pt x="189" y="69"/>
                    <a:pt x="189" y="71"/>
                    <a:pt x="189" y="72"/>
                  </a:cubicBezTo>
                  <a:close/>
                  <a:moveTo>
                    <a:pt x="211" y="72"/>
                  </a:moveTo>
                  <a:cubicBezTo>
                    <a:pt x="212" y="70"/>
                    <a:pt x="209" y="69"/>
                    <a:pt x="209" y="66"/>
                  </a:cubicBezTo>
                  <a:cubicBezTo>
                    <a:pt x="206" y="65"/>
                    <a:pt x="202" y="66"/>
                    <a:pt x="201" y="67"/>
                  </a:cubicBezTo>
                  <a:cubicBezTo>
                    <a:pt x="200" y="74"/>
                    <a:pt x="208" y="75"/>
                    <a:pt x="211" y="72"/>
                  </a:cubicBezTo>
                  <a:close/>
                  <a:moveTo>
                    <a:pt x="192" y="166"/>
                  </a:moveTo>
                  <a:cubicBezTo>
                    <a:pt x="202" y="160"/>
                    <a:pt x="219" y="160"/>
                    <a:pt x="217" y="139"/>
                  </a:cubicBezTo>
                  <a:cubicBezTo>
                    <a:pt x="208" y="139"/>
                    <a:pt x="201" y="139"/>
                    <a:pt x="196" y="137"/>
                  </a:cubicBezTo>
                  <a:cubicBezTo>
                    <a:pt x="195" y="144"/>
                    <a:pt x="200" y="144"/>
                    <a:pt x="201" y="150"/>
                  </a:cubicBezTo>
                  <a:cubicBezTo>
                    <a:pt x="195" y="156"/>
                    <a:pt x="191" y="148"/>
                    <a:pt x="185" y="148"/>
                  </a:cubicBezTo>
                  <a:cubicBezTo>
                    <a:pt x="186" y="156"/>
                    <a:pt x="195" y="155"/>
                    <a:pt x="192" y="166"/>
                  </a:cubicBezTo>
                  <a:close/>
                  <a:moveTo>
                    <a:pt x="238" y="80"/>
                  </a:moveTo>
                  <a:cubicBezTo>
                    <a:pt x="238" y="72"/>
                    <a:pt x="234" y="62"/>
                    <a:pt x="227" y="67"/>
                  </a:cubicBezTo>
                  <a:cubicBezTo>
                    <a:pt x="227" y="76"/>
                    <a:pt x="233" y="77"/>
                    <a:pt x="238" y="80"/>
                  </a:cubicBezTo>
                  <a:close/>
                  <a:moveTo>
                    <a:pt x="235" y="115"/>
                  </a:moveTo>
                  <a:cubicBezTo>
                    <a:pt x="239" y="110"/>
                    <a:pt x="240" y="104"/>
                    <a:pt x="239" y="94"/>
                  </a:cubicBezTo>
                  <a:cubicBezTo>
                    <a:pt x="228" y="79"/>
                    <a:pt x="200" y="84"/>
                    <a:pt x="184" y="91"/>
                  </a:cubicBezTo>
                  <a:cubicBezTo>
                    <a:pt x="180" y="81"/>
                    <a:pt x="167" y="69"/>
                    <a:pt x="164" y="87"/>
                  </a:cubicBezTo>
                  <a:cubicBezTo>
                    <a:pt x="169" y="87"/>
                    <a:pt x="169" y="85"/>
                    <a:pt x="173" y="84"/>
                  </a:cubicBezTo>
                  <a:cubicBezTo>
                    <a:pt x="176" y="90"/>
                    <a:pt x="180" y="96"/>
                    <a:pt x="189" y="98"/>
                  </a:cubicBezTo>
                  <a:cubicBezTo>
                    <a:pt x="180" y="106"/>
                    <a:pt x="132" y="122"/>
                    <a:pt x="154" y="136"/>
                  </a:cubicBezTo>
                  <a:cubicBezTo>
                    <a:pt x="156" y="122"/>
                    <a:pt x="167" y="115"/>
                    <a:pt x="181" y="118"/>
                  </a:cubicBezTo>
                  <a:cubicBezTo>
                    <a:pt x="187" y="109"/>
                    <a:pt x="192" y="106"/>
                    <a:pt x="206" y="109"/>
                  </a:cubicBezTo>
                  <a:cubicBezTo>
                    <a:pt x="211" y="112"/>
                    <a:pt x="208" y="123"/>
                    <a:pt x="217" y="123"/>
                  </a:cubicBezTo>
                  <a:cubicBezTo>
                    <a:pt x="220" y="113"/>
                    <a:pt x="218" y="106"/>
                    <a:pt x="217" y="96"/>
                  </a:cubicBezTo>
                  <a:cubicBezTo>
                    <a:pt x="218" y="95"/>
                    <a:pt x="219" y="94"/>
                    <a:pt x="223" y="94"/>
                  </a:cubicBezTo>
                  <a:cubicBezTo>
                    <a:pt x="230" y="99"/>
                    <a:pt x="227" y="113"/>
                    <a:pt x="235" y="115"/>
                  </a:cubicBezTo>
                  <a:close/>
                  <a:moveTo>
                    <a:pt x="249" y="119"/>
                  </a:moveTo>
                  <a:cubicBezTo>
                    <a:pt x="253" y="115"/>
                    <a:pt x="252" y="114"/>
                    <a:pt x="251" y="106"/>
                  </a:cubicBezTo>
                  <a:cubicBezTo>
                    <a:pt x="249" y="106"/>
                    <a:pt x="247" y="106"/>
                    <a:pt x="246" y="106"/>
                  </a:cubicBezTo>
                  <a:cubicBezTo>
                    <a:pt x="246" y="112"/>
                    <a:pt x="244" y="119"/>
                    <a:pt x="249" y="119"/>
                  </a:cubicBezTo>
                  <a:close/>
                  <a:moveTo>
                    <a:pt x="290" y="233"/>
                  </a:moveTo>
                  <a:cubicBezTo>
                    <a:pt x="297" y="251"/>
                    <a:pt x="272" y="261"/>
                    <a:pt x="263" y="261"/>
                  </a:cubicBezTo>
                  <a:cubicBezTo>
                    <a:pt x="235" y="262"/>
                    <a:pt x="235" y="227"/>
                    <a:pt x="219" y="217"/>
                  </a:cubicBezTo>
                  <a:cubicBezTo>
                    <a:pt x="206" y="218"/>
                    <a:pt x="190" y="215"/>
                    <a:pt x="185" y="225"/>
                  </a:cubicBezTo>
                  <a:cubicBezTo>
                    <a:pt x="187" y="239"/>
                    <a:pt x="203" y="232"/>
                    <a:pt x="206" y="243"/>
                  </a:cubicBezTo>
                  <a:cubicBezTo>
                    <a:pt x="211" y="266"/>
                    <a:pt x="157" y="273"/>
                    <a:pt x="131" y="267"/>
                  </a:cubicBezTo>
                  <a:cubicBezTo>
                    <a:pt x="113" y="262"/>
                    <a:pt x="104" y="241"/>
                    <a:pt x="98" y="224"/>
                  </a:cubicBezTo>
                  <a:cubicBezTo>
                    <a:pt x="85" y="224"/>
                    <a:pt x="75" y="213"/>
                    <a:pt x="62" y="218"/>
                  </a:cubicBezTo>
                  <a:cubicBezTo>
                    <a:pt x="60" y="232"/>
                    <a:pt x="73" y="233"/>
                    <a:pt x="74" y="247"/>
                  </a:cubicBezTo>
                  <a:cubicBezTo>
                    <a:pt x="77" y="282"/>
                    <a:pt x="35" y="266"/>
                    <a:pt x="10" y="256"/>
                  </a:cubicBezTo>
                  <a:cubicBezTo>
                    <a:pt x="24" y="218"/>
                    <a:pt x="2" y="167"/>
                    <a:pt x="20" y="137"/>
                  </a:cubicBezTo>
                  <a:cubicBezTo>
                    <a:pt x="32" y="118"/>
                    <a:pt x="64" y="108"/>
                    <a:pt x="97" y="113"/>
                  </a:cubicBezTo>
                  <a:cubicBezTo>
                    <a:pt x="107" y="114"/>
                    <a:pt x="136" y="127"/>
                    <a:pt x="145" y="110"/>
                  </a:cubicBezTo>
                  <a:cubicBezTo>
                    <a:pt x="145" y="98"/>
                    <a:pt x="139" y="90"/>
                    <a:pt x="134" y="82"/>
                  </a:cubicBezTo>
                  <a:cubicBezTo>
                    <a:pt x="137" y="63"/>
                    <a:pt x="131" y="50"/>
                    <a:pt x="135" y="36"/>
                  </a:cubicBezTo>
                  <a:cubicBezTo>
                    <a:pt x="143" y="0"/>
                    <a:pt x="173" y="3"/>
                    <a:pt x="207" y="8"/>
                  </a:cubicBezTo>
                  <a:cubicBezTo>
                    <a:pt x="213" y="6"/>
                    <a:pt x="211" y="14"/>
                    <a:pt x="211" y="18"/>
                  </a:cubicBezTo>
                  <a:cubicBezTo>
                    <a:pt x="216" y="18"/>
                    <a:pt x="228" y="22"/>
                    <a:pt x="234" y="27"/>
                  </a:cubicBezTo>
                  <a:cubicBezTo>
                    <a:pt x="224" y="61"/>
                    <a:pt x="251" y="79"/>
                    <a:pt x="269" y="96"/>
                  </a:cubicBezTo>
                  <a:cubicBezTo>
                    <a:pt x="282" y="123"/>
                    <a:pt x="285" y="167"/>
                    <a:pt x="263" y="184"/>
                  </a:cubicBezTo>
                  <a:cubicBezTo>
                    <a:pt x="262" y="204"/>
                    <a:pt x="268" y="218"/>
                    <a:pt x="275" y="229"/>
                  </a:cubicBezTo>
                  <a:cubicBezTo>
                    <a:pt x="282" y="229"/>
                    <a:pt x="289" y="228"/>
                    <a:pt x="290" y="2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0" name="Freeform 35">
              <a:extLst>
                <a:ext uri="{FF2B5EF4-FFF2-40B4-BE49-F238E27FC236}">
                  <a16:creationId xmlns:a16="http://schemas.microsoft.com/office/drawing/2014/main" id="{A66A0811-B010-B46B-D787-EBFBA71EA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098" y="5055235"/>
              <a:ext cx="357187" cy="352425"/>
            </a:xfrm>
            <a:custGeom>
              <a:avLst/>
              <a:gdLst>
                <a:gd name="T0" fmla="*/ 138 w 138"/>
                <a:gd name="T1" fmla="*/ 77 h 136"/>
                <a:gd name="T2" fmla="*/ 125 w 138"/>
                <a:gd name="T3" fmla="*/ 72 h 136"/>
                <a:gd name="T4" fmla="*/ 58 w 138"/>
                <a:gd name="T5" fmla="*/ 136 h 136"/>
                <a:gd name="T6" fmla="*/ 67 w 138"/>
                <a:gd name="T7" fmla="*/ 36 h 136"/>
                <a:gd name="T8" fmla="*/ 29 w 138"/>
                <a:gd name="T9" fmla="*/ 101 h 136"/>
                <a:gd name="T10" fmla="*/ 0 w 138"/>
                <a:gd name="T11" fmla="*/ 72 h 136"/>
                <a:gd name="T12" fmla="*/ 41 w 138"/>
                <a:gd name="T13" fmla="*/ 50 h 136"/>
                <a:gd name="T14" fmla="*/ 62 w 138"/>
                <a:gd name="T15" fmla="*/ 2 h 136"/>
                <a:gd name="T16" fmla="*/ 84 w 138"/>
                <a:gd name="T17" fmla="*/ 20 h 136"/>
                <a:gd name="T18" fmla="*/ 72 w 138"/>
                <a:gd name="T19" fmla="*/ 110 h 136"/>
                <a:gd name="T20" fmla="*/ 113 w 138"/>
                <a:gd name="T21" fmla="*/ 67 h 136"/>
                <a:gd name="T22" fmla="*/ 108 w 138"/>
                <a:gd name="T23" fmla="*/ 49 h 136"/>
                <a:gd name="T24" fmla="*/ 138 w 138"/>
                <a:gd name="T25" fmla="*/ 77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136">
                  <a:moveTo>
                    <a:pt x="138" y="77"/>
                  </a:moveTo>
                  <a:cubicBezTo>
                    <a:pt x="134" y="81"/>
                    <a:pt x="130" y="73"/>
                    <a:pt x="125" y="72"/>
                  </a:cubicBezTo>
                  <a:cubicBezTo>
                    <a:pt x="99" y="88"/>
                    <a:pt x="84" y="117"/>
                    <a:pt x="58" y="136"/>
                  </a:cubicBezTo>
                  <a:cubicBezTo>
                    <a:pt x="56" y="105"/>
                    <a:pt x="66" y="71"/>
                    <a:pt x="67" y="36"/>
                  </a:cubicBezTo>
                  <a:cubicBezTo>
                    <a:pt x="50" y="52"/>
                    <a:pt x="15" y="74"/>
                    <a:pt x="29" y="101"/>
                  </a:cubicBezTo>
                  <a:cubicBezTo>
                    <a:pt x="18" y="98"/>
                    <a:pt x="7" y="83"/>
                    <a:pt x="0" y="72"/>
                  </a:cubicBezTo>
                  <a:cubicBezTo>
                    <a:pt x="15" y="82"/>
                    <a:pt x="26" y="67"/>
                    <a:pt x="41" y="50"/>
                  </a:cubicBezTo>
                  <a:cubicBezTo>
                    <a:pt x="57" y="33"/>
                    <a:pt x="72" y="24"/>
                    <a:pt x="62" y="2"/>
                  </a:cubicBezTo>
                  <a:cubicBezTo>
                    <a:pt x="70" y="0"/>
                    <a:pt x="75" y="16"/>
                    <a:pt x="84" y="20"/>
                  </a:cubicBezTo>
                  <a:cubicBezTo>
                    <a:pt x="79" y="49"/>
                    <a:pt x="78" y="82"/>
                    <a:pt x="72" y="110"/>
                  </a:cubicBezTo>
                  <a:cubicBezTo>
                    <a:pt x="90" y="100"/>
                    <a:pt x="100" y="82"/>
                    <a:pt x="113" y="67"/>
                  </a:cubicBezTo>
                  <a:cubicBezTo>
                    <a:pt x="114" y="58"/>
                    <a:pt x="108" y="57"/>
                    <a:pt x="108" y="49"/>
                  </a:cubicBezTo>
                  <a:cubicBezTo>
                    <a:pt x="117" y="52"/>
                    <a:pt x="136" y="68"/>
                    <a:pt x="138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1" name="Freeform 36">
              <a:extLst>
                <a:ext uri="{FF2B5EF4-FFF2-40B4-BE49-F238E27FC236}">
                  <a16:creationId xmlns:a16="http://schemas.microsoft.com/office/drawing/2014/main" id="{73BCD84A-8793-9DEB-E7B5-D92B950D7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873" y="4920298"/>
              <a:ext cx="265112" cy="242888"/>
            </a:xfrm>
            <a:custGeom>
              <a:avLst/>
              <a:gdLst>
                <a:gd name="T0" fmla="*/ 74 w 102"/>
                <a:gd name="T1" fmla="*/ 0 h 94"/>
                <a:gd name="T2" fmla="*/ 102 w 102"/>
                <a:gd name="T3" fmla="*/ 37 h 94"/>
                <a:gd name="T4" fmla="*/ 87 w 102"/>
                <a:gd name="T5" fmla="*/ 29 h 94"/>
                <a:gd name="T6" fmla="*/ 25 w 102"/>
                <a:gd name="T7" fmla="*/ 80 h 94"/>
                <a:gd name="T8" fmla="*/ 28 w 102"/>
                <a:gd name="T9" fmla="*/ 94 h 94"/>
                <a:gd name="T10" fmla="*/ 0 w 102"/>
                <a:gd name="T11" fmla="*/ 58 h 94"/>
                <a:gd name="T12" fmla="*/ 15 w 102"/>
                <a:gd name="T13" fmla="*/ 64 h 94"/>
                <a:gd name="T14" fmla="*/ 77 w 102"/>
                <a:gd name="T15" fmla="*/ 15 h 94"/>
                <a:gd name="T16" fmla="*/ 74 w 102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94">
                  <a:moveTo>
                    <a:pt x="74" y="0"/>
                  </a:moveTo>
                  <a:cubicBezTo>
                    <a:pt x="85" y="2"/>
                    <a:pt x="99" y="25"/>
                    <a:pt x="102" y="37"/>
                  </a:cubicBezTo>
                  <a:cubicBezTo>
                    <a:pt x="94" y="35"/>
                    <a:pt x="94" y="29"/>
                    <a:pt x="87" y="29"/>
                  </a:cubicBezTo>
                  <a:cubicBezTo>
                    <a:pt x="66" y="44"/>
                    <a:pt x="44" y="61"/>
                    <a:pt x="25" y="80"/>
                  </a:cubicBezTo>
                  <a:cubicBezTo>
                    <a:pt x="25" y="86"/>
                    <a:pt x="32" y="88"/>
                    <a:pt x="28" y="94"/>
                  </a:cubicBezTo>
                  <a:cubicBezTo>
                    <a:pt x="16" y="85"/>
                    <a:pt x="9" y="72"/>
                    <a:pt x="0" y="58"/>
                  </a:cubicBezTo>
                  <a:cubicBezTo>
                    <a:pt x="6" y="53"/>
                    <a:pt x="9" y="64"/>
                    <a:pt x="15" y="64"/>
                  </a:cubicBezTo>
                  <a:cubicBezTo>
                    <a:pt x="36" y="49"/>
                    <a:pt x="59" y="34"/>
                    <a:pt x="77" y="15"/>
                  </a:cubicBezTo>
                  <a:cubicBezTo>
                    <a:pt x="79" y="7"/>
                    <a:pt x="74" y="6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2" name="Freeform 37">
              <a:extLst>
                <a:ext uri="{FF2B5EF4-FFF2-40B4-BE49-F238E27FC236}">
                  <a16:creationId xmlns:a16="http://schemas.microsoft.com/office/drawing/2014/main" id="{4C1F425D-B2DB-D9D4-4120-E430F9A74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710" y="4769485"/>
              <a:ext cx="320675" cy="184150"/>
            </a:xfrm>
            <a:custGeom>
              <a:avLst/>
              <a:gdLst>
                <a:gd name="T0" fmla="*/ 124 w 124"/>
                <a:gd name="T1" fmla="*/ 36 h 71"/>
                <a:gd name="T2" fmla="*/ 113 w 124"/>
                <a:gd name="T3" fmla="*/ 30 h 71"/>
                <a:gd name="T4" fmla="*/ 36 w 124"/>
                <a:gd name="T5" fmla="*/ 64 h 71"/>
                <a:gd name="T6" fmla="*/ 38 w 124"/>
                <a:gd name="T7" fmla="*/ 11 h 71"/>
                <a:gd name="T8" fmla="*/ 43 w 124"/>
                <a:gd name="T9" fmla="*/ 24 h 71"/>
                <a:gd name="T10" fmla="*/ 41 w 124"/>
                <a:gd name="T11" fmla="*/ 28 h 71"/>
                <a:gd name="T12" fmla="*/ 22 w 124"/>
                <a:gd name="T13" fmla="*/ 30 h 71"/>
                <a:gd name="T14" fmla="*/ 27 w 124"/>
                <a:gd name="T15" fmla="*/ 52 h 71"/>
                <a:gd name="T16" fmla="*/ 103 w 124"/>
                <a:gd name="T17" fmla="*/ 14 h 71"/>
                <a:gd name="T18" fmla="*/ 102 w 124"/>
                <a:gd name="T19" fmla="*/ 0 h 71"/>
                <a:gd name="T20" fmla="*/ 124 w 124"/>
                <a:gd name="T21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4" h="71">
                  <a:moveTo>
                    <a:pt x="124" y="36"/>
                  </a:moveTo>
                  <a:cubicBezTo>
                    <a:pt x="119" y="41"/>
                    <a:pt x="119" y="29"/>
                    <a:pt x="113" y="30"/>
                  </a:cubicBezTo>
                  <a:cubicBezTo>
                    <a:pt x="91" y="30"/>
                    <a:pt x="65" y="71"/>
                    <a:pt x="36" y="64"/>
                  </a:cubicBezTo>
                  <a:cubicBezTo>
                    <a:pt x="15" y="59"/>
                    <a:pt x="0" y="14"/>
                    <a:pt x="38" y="11"/>
                  </a:cubicBezTo>
                  <a:cubicBezTo>
                    <a:pt x="39" y="16"/>
                    <a:pt x="43" y="17"/>
                    <a:pt x="43" y="24"/>
                  </a:cubicBezTo>
                  <a:cubicBezTo>
                    <a:pt x="41" y="24"/>
                    <a:pt x="42" y="26"/>
                    <a:pt x="41" y="28"/>
                  </a:cubicBezTo>
                  <a:cubicBezTo>
                    <a:pt x="33" y="31"/>
                    <a:pt x="28" y="31"/>
                    <a:pt x="22" y="30"/>
                  </a:cubicBezTo>
                  <a:cubicBezTo>
                    <a:pt x="17" y="38"/>
                    <a:pt x="23" y="47"/>
                    <a:pt x="27" y="52"/>
                  </a:cubicBezTo>
                  <a:cubicBezTo>
                    <a:pt x="63" y="48"/>
                    <a:pt x="80" y="28"/>
                    <a:pt x="103" y="14"/>
                  </a:cubicBezTo>
                  <a:cubicBezTo>
                    <a:pt x="107" y="6"/>
                    <a:pt x="97" y="2"/>
                    <a:pt x="102" y="0"/>
                  </a:cubicBezTo>
                  <a:cubicBezTo>
                    <a:pt x="110" y="2"/>
                    <a:pt x="121" y="28"/>
                    <a:pt x="124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3" name="Freeform 38">
              <a:extLst>
                <a:ext uri="{FF2B5EF4-FFF2-40B4-BE49-F238E27FC236}">
                  <a16:creationId xmlns:a16="http://schemas.microsoft.com/office/drawing/2014/main" id="{C290AF30-39B5-8A06-559C-28C5571A92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560" y="4437698"/>
              <a:ext cx="307975" cy="287338"/>
            </a:xfrm>
            <a:custGeom>
              <a:avLst/>
              <a:gdLst>
                <a:gd name="T0" fmla="*/ 119 w 119"/>
                <a:gd name="T1" fmla="*/ 107 h 111"/>
                <a:gd name="T2" fmla="*/ 104 w 119"/>
                <a:gd name="T3" fmla="*/ 95 h 111"/>
                <a:gd name="T4" fmla="*/ 19 w 119"/>
                <a:gd name="T5" fmla="*/ 111 h 111"/>
                <a:gd name="T6" fmla="*/ 78 w 119"/>
                <a:gd name="T7" fmla="*/ 32 h 111"/>
                <a:gd name="T8" fmla="*/ 16 w 119"/>
                <a:gd name="T9" fmla="*/ 47 h 111"/>
                <a:gd name="T10" fmla="*/ 12 w 119"/>
                <a:gd name="T11" fmla="*/ 64 h 111"/>
                <a:gd name="T12" fmla="*/ 0 w 119"/>
                <a:gd name="T13" fmla="*/ 23 h 111"/>
                <a:gd name="T14" fmla="*/ 15 w 119"/>
                <a:gd name="T15" fmla="*/ 35 h 111"/>
                <a:gd name="T16" fmla="*/ 94 w 119"/>
                <a:gd name="T17" fmla="*/ 0 h 111"/>
                <a:gd name="T18" fmla="*/ 44 w 119"/>
                <a:gd name="T19" fmla="*/ 99 h 111"/>
                <a:gd name="T20" fmla="*/ 103 w 119"/>
                <a:gd name="T21" fmla="*/ 85 h 111"/>
                <a:gd name="T22" fmla="*/ 107 w 119"/>
                <a:gd name="T23" fmla="*/ 66 h 111"/>
                <a:gd name="T24" fmla="*/ 119 w 119"/>
                <a:gd name="T25" fmla="*/ 107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" h="111">
                  <a:moveTo>
                    <a:pt x="119" y="107"/>
                  </a:moveTo>
                  <a:cubicBezTo>
                    <a:pt x="108" y="109"/>
                    <a:pt x="111" y="96"/>
                    <a:pt x="104" y="95"/>
                  </a:cubicBezTo>
                  <a:cubicBezTo>
                    <a:pt x="77" y="96"/>
                    <a:pt x="45" y="110"/>
                    <a:pt x="19" y="111"/>
                  </a:cubicBezTo>
                  <a:cubicBezTo>
                    <a:pt x="33" y="80"/>
                    <a:pt x="61" y="61"/>
                    <a:pt x="78" y="32"/>
                  </a:cubicBezTo>
                  <a:cubicBezTo>
                    <a:pt x="61" y="33"/>
                    <a:pt x="34" y="39"/>
                    <a:pt x="16" y="47"/>
                  </a:cubicBezTo>
                  <a:cubicBezTo>
                    <a:pt x="14" y="51"/>
                    <a:pt x="16" y="61"/>
                    <a:pt x="12" y="64"/>
                  </a:cubicBezTo>
                  <a:cubicBezTo>
                    <a:pt x="4" y="56"/>
                    <a:pt x="5" y="37"/>
                    <a:pt x="0" y="23"/>
                  </a:cubicBezTo>
                  <a:cubicBezTo>
                    <a:pt x="11" y="21"/>
                    <a:pt x="8" y="34"/>
                    <a:pt x="15" y="35"/>
                  </a:cubicBezTo>
                  <a:cubicBezTo>
                    <a:pt x="45" y="29"/>
                    <a:pt x="88" y="33"/>
                    <a:pt x="94" y="0"/>
                  </a:cubicBezTo>
                  <a:cubicBezTo>
                    <a:pt x="118" y="42"/>
                    <a:pt x="56" y="68"/>
                    <a:pt x="44" y="99"/>
                  </a:cubicBezTo>
                  <a:cubicBezTo>
                    <a:pt x="65" y="95"/>
                    <a:pt x="85" y="91"/>
                    <a:pt x="103" y="85"/>
                  </a:cubicBezTo>
                  <a:cubicBezTo>
                    <a:pt x="105" y="80"/>
                    <a:pt x="103" y="71"/>
                    <a:pt x="107" y="66"/>
                  </a:cubicBezTo>
                  <a:cubicBezTo>
                    <a:pt x="115" y="75"/>
                    <a:pt x="114" y="95"/>
                    <a:pt x="119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4" name="Freeform 39">
              <a:extLst>
                <a:ext uri="{FF2B5EF4-FFF2-40B4-BE49-F238E27FC236}">
                  <a16:creationId xmlns:a16="http://schemas.microsoft.com/office/drawing/2014/main" id="{EC5ABF3C-40F8-0BEF-57C8-CD5583857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635" y="3866198"/>
              <a:ext cx="269875" cy="282575"/>
            </a:xfrm>
            <a:custGeom>
              <a:avLst/>
              <a:gdLst>
                <a:gd name="T0" fmla="*/ 100 w 104"/>
                <a:gd name="T1" fmla="*/ 0 h 109"/>
                <a:gd name="T2" fmla="*/ 100 w 104"/>
                <a:gd name="T3" fmla="*/ 30 h 109"/>
                <a:gd name="T4" fmla="*/ 29 w 104"/>
                <a:gd name="T5" fmla="*/ 83 h 109"/>
                <a:gd name="T6" fmla="*/ 96 w 104"/>
                <a:gd name="T7" fmla="*/ 68 h 109"/>
                <a:gd name="T8" fmla="*/ 99 w 104"/>
                <a:gd name="T9" fmla="*/ 109 h 109"/>
                <a:gd name="T10" fmla="*/ 87 w 104"/>
                <a:gd name="T11" fmla="*/ 92 h 109"/>
                <a:gd name="T12" fmla="*/ 1 w 104"/>
                <a:gd name="T13" fmla="*/ 91 h 109"/>
                <a:gd name="T14" fmla="*/ 78 w 104"/>
                <a:gd name="T15" fmla="*/ 26 h 109"/>
                <a:gd name="T16" fmla="*/ 13 w 104"/>
                <a:gd name="T17" fmla="*/ 28 h 109"/>
                <a:gd name="T18" fmla="*/ 7 w 104"/>
                <a:gd name="T19" fmla="*/ 43 h 109"/>
                <a:gd name="T20" fmla="*/ 5 w 104"/>
                <a:gd name="T21" fmla="*/ 1 h 109"/>
                <a:gd name="T22" fmla="*/ 12 w 104"/>
                <a:gd name="T23" fmla="*/ 15 h 109"/>
                <a:gd name="T24" fmla="*/ 88 w 104"/>
                <a:gd name="T25" fmla="*/ 15 h 109"/>
                <a:gd name="T26" fmla="*/ 95 w 104"/>
                <a:gd name="T27" fmla="*/ 0 h 109"/>
                <a:gd name="T28" fmla="*/ 100 w 104"/>
                <a:gd name="T2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9">
                  <a:moveTo>
                    <a:pt x="100" y="0"/>
                  </a:moveTo>
                  <a:cubicBezTo>
                    <a:pt x="100" y="10"/>
                    <a:pt x="100" y="20"/>
                    <a:pt x="100" y="30"/>
                  </a:cubicBezTo>
                  <a:cubicBezTo>
                    <a:pt x="76" y="47"/>
                    <a:pt x="52" y="66"/>
                    <a:pt x="29" y="83"/>
                  </a:cubicBezTo>
                  <a:cubicBezTo>
                    <a:pt x="52" y="86"/>
                    <a:pt x="95" y="93"/>
                    <a:pt x="96" y="68"/>
                  </a:cubicBezTo>
                  <a:cubicBezTo>
                    <a:pt x="104" y="73"/>
                    <a:pt x="100" y="100"/>
                    <a:pt x="99" y="109"/>
                  </a:cubicBezTo>
                  <a:cubicBezTo>
                    <a:pt x="91" y="107"/>
                    <a:pt x="94" y="93"/>
                    <a:pt x="87" y="92"/>
                  </a:cubicBezTo>
                  <a:cubicBezTo>
                    <a:pt x="58" y="91"/>
                    <a:pt x="27" y="95"/>
                    <a:pt x="1" y="91"/>
                  </a:cubicBezTo>
                  <a:cubicBezTo>
                    <a:pt x="22" y="63"/>
                    <a:pt x="55" y="50"/>
                    <a:pt x="78" y="26"/>
                  </a:cubicBezTo>
                  <a:cubicBezTo>
                    <a:pt x="62" y="28"/>
                    <a:pt x="29" y="24"/>
                    <a:pt x="13" y="28"/>
                  </a:cubicBezTo>
                  <a:cubicBezTo>
                    <a:pt x="10" y="30"/>
                    <a:pt x="11" y="39"/>
                    <a:pt x="7" y="43"/>
                  </a:cubicBezTo>
                  <a:cubicBezTo>
                    <a:pt x="0" y="36"/>
                    <a:pt x="3" y="10"/>
                    <a:pt x="5" y="1"/>
                  </a:cubicBezTo>
                  <a:cubicBezTo>
                    <a:pt x="12" y="1"/>
                    <a:pt x="8" y="12"/>
                    <a:pt x="12" y="15"/>
                  </a:cubicBezTo>
                  <a:cubicBezTo>
                    <a:pt x="35" y="19"/>
                    <a:pt x="66" y="21"/>
                    <a:pt x="88" y="15"/>
                  </a:cubicBezTo>
                  <a:cubicBezTo>
                    <a:pt x="91" y="11"/>
                    <a:pt x="95" y="7"/>
                    <a:pt x="95" y="0"/>
                  </a:cubicBezTo>
                  <a:cubicBezTo>
                    <a:pt x="96" y="0"/>
                    <a:pt x="99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5" name="Freeform 40">
              <a:extLst>
                <a:ext uri="{FF2B5EF4-FFF2-40B4-BE49-F238E27FC236}">
                  <a16:creationId xmlns:a16="http://schemas.microsoft.com/office/drawing/2014/main" id="{71683E3E-7FC7-D87B-D9C4-F28D7FD332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78635" y="4175760"/>
              <a:ext cx="269875" cy="271463"/>
            </a:xfrm>
            <a:custGeom>
              <a:avLst/>
              <a:gdLst>
                <a:gd name="T0" fmla="*/ 46 w 104"/>
                <a:gd name="T1" fmla="*/ 58 h 105"/>
                <a:gd name="T2" fmla="*/ 79 w 104"/>
                <a:gd name="T3" fmla="*/ 40 h 105"/>
                <a:gd name="T4" fmla="*/ 43 w 104"/>
                <a:gd name="T5" fmla="*/ 33 h 105"/>
                <a:gd name="T6" fmla="*/ 46 w 104"/>
                <a:gd name="T7" fmla="*/ 58 h 105"/>
                <a:gd name="T8" fmla="*/ 104 w 104"/>
                <a:gd name="T9" fmla="*/ 41 h 105"/>
                <a:gd name="T10" fmla="*/ 62 w 104"/>
                <a:gd name="T11" fmla="*/ 67 h 105"/>
                <a:gd name="T12" fmla="*/ 19 w 104"/>
                <a:gd name="T13" fmla="*/ 89 h 105"/>
                <a:gd name="T14" fmla="*/ 11 w 104"/>
                <a:gd name="T15" fmla="*/ 105 h 105"/>
                <a:gd name="T16" fmla="*/ 8 w 104"/>
                <a:gd name="T17" fmla="*/ 62 h 105"/>
                <a:gd name="T18" fmla="*/ 16 w 104"/>
                <a:gd name="T19" fmla="*/ 74 h 105"/>
                <a:gd name="T20" fmla="*/ 40 w 104"/>
                <a:gd name="T21" fmla="*/ 63 h 105"/>
                <a:gd name="T22" fmla="*/ 38 w 104"/>
                <a:gd name="T23" fmla="*/ 31 h 105"/>
                <a:gd name="T24" fmla="*/ 13 w 104"/>
                <a:gd name="T25" fmla="*/ 24 h 105"/>
                <a:gd name="T26" fmla="*/ 8 w 104"/>
                <a:gd name="T27" fmla="*/ 38 h 105"/>
                <a:gd name="T28" fmla="*/ 1 w 104"/>
                <a:gd name="T29" fmla="*/ 1 h 105"/>
                <a:gd name="T30" fmla="*/ 12 w 104"/>
                <a:gd name="T31" fmla="*/ 14 h 105"/>
                <a:gd name="T32" fmla="*/ 104 w 104"/>
                <a:gd name="T3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4" h="105">
                  <a:moveTo>
                    <a:pt x="46" y="58"/>
                  </a:moveTo>
                  <a:cubicBezTo>
                    <a:pt x="60" y="54"/>
                    <a:pt x="69" y="48"/>
                    <a:pt x="79" y="40"/>
                  </a:cubicBezTo>
                  <a:cubicBezTo>
                    <a:pt x="67" y="39"/>
                    <a:pt x="55" y="29"/>
                    <a:pt x="43" y="33"/>
                  </a:cubicBezTo>
                  <a:cubicBezTo>
                    <a:pt x="46" y="39"/>
                    <a:pt x="45" y="50"/>
                    <a:pt x="46" y="58"/>
                  </a:cubicBezTo>
                  <a:close/>
                  <a:moveTo>
                    <a:pt x="104" y="41"/>
                  </a:moveTo>
                  <a:cubicBezTo>
                    <a:pt x="95" y="55"/>
                    <a:pt x="77" y="59"/>
                    <a:pt x="62" y="67"/>
                  </a:cubicBezTo>
                  <a:cubicBezTo>
                    <a:pt x="47" y="74"/>
                    <a:pt x="34" y="83"/>
                    <a:pt x="19" y="89"/>
                  </a:cubicBezTo>
                  <a:cubicBezTo>
                    <a:pt x="17" y="96"/>
                    <a:pt x="17" y="105"/>
                    <a:pt x="11" y="105"/>
                  </a:cubicBezTo>
                  <a:cubicBezTo>
                    <a:pt x="12" y="89"/>
                    <a:pt x="5" y="73"/>
                    <a:pt x="8" y="62"/>
                  </a:cubicBezTo>
                  <a:cubicBezTo>
                    <a:pt x="14" y="62"/>
                    <a:pt x="12" y="71"/>
                    <a:pt x="16" y="74"/>
                  </a:cubicBezTo>
                  <a:cubicBezTo>
                    <a:pt x="25" y="72"/>
                    <a:pt x="32" y="67"/>
                    <a:pt x="40" y="63"/>
                  </a:cubicBezTo>
                  <a:cubicBezTo>
                    <a:pt x="41" y="50"/>
                    <a:pt x="38" y="43"/>
                    <a:pt x="38" y="31"/>
                  </a:cubicBezTo>
                  <a:cubicBezTo>
                    <a:pt x="32" y="22"/>
                    <a:pt x="25" y="25"/>
                    <a:pt x="13" y="24"/>
                  </a:cubicBezTo>
                  <a:cubicBezTo>
                    <a:pt x="7" y="24"/>
                    <a:pt x="13" y="36"/>
                    <a:pt x="8" y="38"/>
                  </a:cubicBezTo>
                  <a:cubicBezTo>
                    <a:pt x="0" y="33"/>
                    <a:pt x="3" y="14"/>
                    <a:pt x="1" y="1"/>
                  </a:cubicBezTo>
                  <a:cubicBezTo>
                    <a:pt x="10" y="0"/>
                    <a:pt x="8" y="10"/>
                    <a:pt x="12" y="14"/>
                  </a:cubicBezTo>
                  <a:cubicBezTo>
                    <a:pt x="41" y="24"/>
                    <a:pt x="76" y="29"/>
                    <a:pt x="104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</p:grpSp>
      <p:sp>
        <p:nvSpPr>
          <p:cNvPr id="5" name="椭圆 4">
            <a:extLst>
              <a:ext uri="{FF2B5EF4-FFF2-40B4-BE49-F238E27FC236}">
                <a16:creationId xmlns:a16="http://schemas.microsoft.com/office/drawing/2014/main" id="{32D2C551-1AF0-1441-97EE-1642CDC106F4}"/>
              </a:ext>
            </a:extLst>
          </p:cNvPr>
          <p:cNvSpPr/>
          <p:nvPr/>
        </p:nvSpPr>
        <p:spPr>
          <a:xfrm>
            <a:off x="2028715" y="1207859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1</a:t>
            </a:r>
            <a:endParaRPr lang="zh-CN" altLang="en-US" sz="2400" dirty="0">
              <a:latin typeface="+mn-ea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669015C-A114-5D0A-C7D7-3D68548E11BD}"/>
              </a:ext>
            </a:extLst>
          </p:cNvPr>
          <p:cNvSpPr/>
          <p:nvPr/>
        </p:nvSpPr>
        <p:spPr>
          <a:xfrm>
            <a:off x="2028715" y="2029465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2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B97842C-AB34-2318-FC72-899D0A02FBB1}"/>
              </a:ext>
            </a:extLst>
          </p:cNvPr>
          <p:cNvSpPr/>
          <p:nvPr/>
        </p:nvSpPr>
        <p:spPr>
          <a:xfrm>
            <a:off x="2028715" y="2851071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3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BBCA9DA-C0E3-250E-2607-85F201711D92}"/>
              </a:ext>
            </a:extLst>
          </p:cNvPr>
          <p:cNvSpPr/>
          <p:nvPr/>
        </p:nvSpPr>
        <p:spPr>
          <a:xfrm>
            <a:off x="2028715" y="3672677"/>
            <a:ext cx="377936" cy="3779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4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9F4EA58-2D21-B096-DE43-601EDC08395A}"/>
              </a:ext>
            </a:extLst>
          </p:cNvPr>
          <p:cNvSpPr/>
          <p:nvPr/>
        </p:nvSpPr>
        <p:spPr>
          <a:xfrm>
            <a:off x="2028715" y="4494283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5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FF3FB2E-7A09-15BD-B514-8CE2B8C13131}"/>
              </a:ext>
            </a:extLst>
          </p:cNvPr>
          <p:cNvSpPr/>
          <p:nvPr/>
        </p:nvSpPr>
        <p:spPr>
          <a:xfrm>
            <a:off x="2028715" y="5315887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6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3" name="文本占位符 22">
            <a:extLst>
              <a:ext uri="{FF2B5EF4-FFF2-40B4-BE49-F238E27FC236}">
                <a16:creationId xmlns:a16="http://schemas.microsoft.com/office/drawing/2014/main" id="{37A6DDFD-E504-8E3D-1AF2-321C9CE5B1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6819" y="1144222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4" name="文本占位符 22">
            <a:extLst>
              <a:ext uri="{FF2B5EF4-FFF2-40B4-BE49-F238E27FC236}">
                <a16:creationId xmlns:a16="http://schemas.microsoft.com/office/drawing/2014/main" id="{2B5AA712-64EC-5C09-FCF6-0225BD3B1B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96819" y="1949818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5" name="文本占位符 22">
            <a:extLst>
              <a:ext uri="{FF2B5EF4-FFF2-40B4-BE49-F238E27FC236}">
                <a16:creationId xmlns:a16="http://schemas.microsoft.com/office/drawing/2014/main" id="{F3C60BF2-0AC4-FA3C-8327-243CEE8C16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6819" y="2774926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6" name="文本占位符 22">
            <a:extLst>
              <a:ext uri="{FF2B5EF4-FFF2-40B4-BE49-F238E27FC236}">
                <a16:creationId xmlns:a16="http://schemas.microsoft.com/office/drawing/2014/main" id="{EE3E7D4F-980F-4A62-ECC7-94D085ACBA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96819" y="3600034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7" name="文本占位符 22">
            <a:extLst>
              <a:ext uri="{FF2B5EF4-FFF2-40B4-BE49-F238E27FC236}">
                <a16:creationId xmlns:a16="http://schemas.microsoft.com/office/drawing/2014/main" id="{A61553FE-DC04-10B5-6D4A-0465CE167B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96819" y="4402518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8" name="文本占位符 22">
            <a:extLst>
              <a:ext uri="{FF2B5EF4-FFF2-40B4-BE49-F238E27FC236}">
                <a16:creationId xmlns:a16="http://schemas.microsoft.com/office/drawing/2014/main" id="{ADF75CB8-301A-9522-DB7A-9359F0360B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496819" y="5242886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37929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（六节_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76B31C-484D-1243-346E-0D8FEF10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36020" y="6538913"/>
            <a:ext cx="601472" cy="319088"/>
          </a:xfrm>
        </p:spPr>
        <p:txBody>
          <a:bodyPr/>
          <a:lstStyle>
            <a:lvl1pPr>
              <a:defRPr lang="en-US" altLang="zh-CN" sz="1600" kern="1200" dirty="0" smtClean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05389D-C31E-4256-1684-8F4385C7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2112" y="6538913"/>
            <a:ext cx="673608" cy="319088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C87181AA-4DAD-42D9-B724-3F8AD1554AD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8EC224A-60D3-3041-D2B7-8A3EFFA30928}"/>
              </a:ext>
            </a:extLst>
          </p:cNvPr>
          <p:cNvGrpSpPr/>
          <p:nvPr userDrawn="1"/>
        </p:nvGrpSpPr>
        <p:grpSpPr>
          <a:xfrm>
            <a:off x="9371152" y="825910"/>
            <a:ext cx="4209136" cy="5349742"/>
            <a:chOff x="1508760" y="1972310"/>
            <a:chExt cx="3309937" cy="4206875"/>
          </a:xfrm>
          <a:solidFill>
            <a:schemeClr val="accent1">
              <a:alpha val="15000"/>
            </a:schemeClr>
          </a:solidFill>
        </p:grpSpPr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B1B0C16C-5953-AFF3-A85A-6BF2B1EB5F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08760" y="1972310"/>
              <a:ext cx="3309937" cy="4206875"/>
            </a:xfrm>
            <a:custGeom>
              <a:avLst/>
              <a:gdLst>
                <a:gd name="T0" fmla="*/ 1226 w 1275"/>
                <a:gd name="T1" fmla="*/ 588 h 1621"/>
                <a:gd name="T2" fmla="*/ 1228 w 1275"/>
                <a:gd name="T3" fmla="*/ 60 h 1621"/>
                <a:gd name="T4" fmla="*/ 935 w 1275"/>
                <a:gd name="T5" fmla="*/ 117 h 1621"/>
                <a:gd name="T6" fmla="*/ 644 w 1275"/>
                <a:gd name="T7" fmla="*/ 51 h 1621"/>
                <a:gd name="T8" fmla="*/ 88 w 1275"/>
                <a:gd name="T9" fmla="*/ 72 h 1621"/>
                <a:gd name="T10" fmla="*/ 59 w 1275"/>
                <a:gd name="T11" fmla="*/ 63 h 1621"/>
                <a:gd name="T12" fmla="*/ 61 w 1275"/>
                <a:gd name="T13" fmla="*/ 589 h 1621"/>
                <a:gd name="T14" fmla="*/ 96 w 1275"/>
                <a:gd name="T15" fmla="*/ 1079 h 1621"/>
                <a:gd name="T16" fmla="*/ 308 w 1275"/>
                <a:gd name="T17" fmla="*/ 1392 h 1621"/>
                <a:gd name="T18" fmla="*/ 646 w 1275"/>
                <a:gd name="T19" fmla="*/ 1572 h 1621"/>
                <a:gd name="T20" fmla="*/ 980 w 1275"/>
                <a:gd name="T21" fmla="*/ 1392 h 1621"/>
                <a:gd name="T22" fmla="*/ 1190 w 1275"/>
                <a:gd name="T23" fmla="*/ 1079 h 1621"/>
                <a:gd name="T24" fmla="*/ 1226 w 1275"/>
                <a:gd name="T25" fmla="*/ 588 h 1621"/>
                <a:gd name="T26" fmla="*/ 1267 w 1275"/>
                <a:gd name="T27" fmla="*/ 3 h 1621"/>
                <a:gd name="T28" fmla="*/ 1265 w 1275"/>
                <a:gd name="T29" fmla="*/ 566 h 1621"/>
                <a:gd name="T30" fmla="*/ 1228 w 1275"/>
                <a:gd name="T31" fmla="*/ 1092 h 1621"/>
                <a:gd name="T32" fmla="*/ 996 w 1275"/>
                <a:gd name="T33" fmla="*/ 1418 h 1621"/>
                <a:gd name="T34" fmla="*/ 643 w 1275"/>
                <a:gd name="T35" fmla="*/ 1621 h 1621"/>
                <a:gd name="T36" fmla="*/ 336 w 1275"/>
                <a:gd name="T37" fmla="*/ 1452 h 1621"/>
                <a:gd name="T38" fmla="*/ 107 w 1275"/>
                <a:gd name="T39" fmla="*/ 1203 h 1621"/>
                <a:gd name="T40" fmla="*/ 41 w 1275"/>
                <a:gd name="T41" fmla="*/ 1028 h 1621"/>
                <a:gd name="T42" fmla="*/ 17 w 1275"/>
                <a:gd name="T43" fmla="*/ 318 h 1621"/>
                <a:gd name="T44" fmla="*/ 17 w 1275"/>
                <a:gd name="T45" fmla="*/ 0 h 1621"/>
                <a:gd name="T46" fmla="*/ 331 w 1275"/>
                <a:gd name="T47" fmla="*/ 82 h 1621"/>
                <a:gd name="T48" fmla="*/ 644 w 1275"/>
                <a:gd name="T49" fmla="*/ 7 h 1621"/>
                <a:gd name="T50" fmla="*/ 962 w 1275"/>
                <a:gd name="T51" fmla="*/ 82 h 1621"/>
                <a:gd name="T52" fmla="*/ 1238 w 1275"/>
                <a:gd name="T53" fmla="*/ 17 h 1621"/>
                <a:gd name="T54" fmla="*/ 1267 w 1275"/>
                <a:gd name="T55" fmla="*/ 3 h 1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5" h="1621">
                  <a:moveTo>
                    <a:pt x="1226" y="588"/>
                  </a:moveTo>
                  <a:cubicBezTo>
                    <a:pt x="1226" y="410"/>
                    <a:pt x="1227" y="232"/>
                    <a:pt x="1228" y="60"/>
                  </a:cubicBezTo>
                  <a:cubicBezTo>
                    <a:pt x="1146" y="96"/>
                    <a:pt x="1049" y="120"/>
                    <a:pt x="935" y="117"/>
                  </a:cubicBezTo>
                  <a:cubicBezTo>
                    <a:pt x="827" y="116"/>
                    <a:pt x="720" y="94"/>
                    <a:pt x="644" y="51"/>
                  </a:cubicBezTo>
                  <a:cubicBezTo>
                    <a:pt x="511" y="134"/>
                    <a:pt x="242" y="136"/>
                    <a:pt x="88" y="72"/>
                  </a:cubicBezTo>
                  <a:cubicBezTo>
                    <a:pt x="79" y="68"/>
                    <a:pt x="68" y="60"/>
                    <a:pt x="59" y="63"/>
                  </a:cubicBezTo>
                  <a:cubicBezTo>
                    <a:pt x="57" y="236"/>
                    <a:pt x="61" y="413"/>
                    <a:pt x="61" y="589"/>
                  </a:cubicBezTo>
                  <a:cubicBezTo>
                    <a:pt x="61" y="769"/>
                    <a:pt x="50" y="941"/>
                    <a:pt x="96" y="1079"/>
                  </a:cubicBezTo>
                  <a:cubicBezTo>
                    <a:pt x="140" y="1211"/>
                    <a:pt x="213" y="1316"/>
                    <a:pt x="308" y="1392"/>
                  </a:cubicBezTo>
                  <a:cubicBezTo>
                    <a:pt x="404" y="1466"/>
                    <a:pt x="529" y="1507"/>
                    <a:pt x="646" y="1572"/>
                  </a:cubicBezTo>
                  <a:cubicBezTo>
                    <a:pt x="760" y="1505"/>
                    <a:pt x="885" y="1467"/>
                    <a:pt x="980" y="1392"/>
                  </a:cubicBezTo>
                  <a:cubicBezTo>
                    <a:pt x="1074" y="1314"/>
                    <a:pt x="1148" y="1212"/>
                    <a:pt x="1190" y="1079"/>
                  </a:cubicBezTo>
                  <a:cubicBezTo>
                    <a:pt x="1233" y="940"/>
                    <a:pt x="1226" y="768"/>
                    <a:pt x="1226" y="588"/>
                  </a:cubicBezTo>
                  <a:close/>
                  <a:moveTo>
                    <a:pt x="1267" y="3"/>
                  </a:moveTo>
                  <a:cubicBezTo>
                    <a:pt x="1275" y="189"/>
                    <a:pt x="1259" y="379"/>
                    <a:pt x="1265" y="566"/>
                  </a:cubicBezTo>
                  <a:cubicBezTo>
                    <a:pt x="1270" y="752"/>
                    <a:pt x="1275" y="946"/>
                    <a:pt x="1228" y="1092"/>
                  </a:cubicBezTo>
                  <a:cubicBezTo>
                    <a:pt x="1183" y="1231"/>
                    <a:pt x="1098" y="1340"/>
                    <a:pt x="996" y="1418"/>
                  </a:cubicBezTo>
                  <a:cubicBezTo>
                    <a:pt x="891" y="1499"/>
                    <a:pt x="760" y="1545"/>
                    <a:pt x="643" y="1621"/>
                  </a:cubicBezTo>
                  <a:cubicBezTo>
                    <a:pt x="543" y="1551"/>
                    <a:pt x="430" y="1514"/>
                    <a:pt x="336" y="1452"/>
                  </a:cubicBezTo>
                  <a:cubicBezTo>
                    <a:pt x="242" y="1390"/>
                    <a:pt x="165" y="1307"/>
                    <a:pt x="107" y="1203"/>
                  </a:cubicBezTo>
                  <a:cubicBezTo>
                    <a:pt x="78" y="1150"/>
                    <a:pt x="54" y="1092"/>
                    <a:pt x="41" y="1028"/>
                  </a:cubicBezTo>
                  <a:cubicBezTo>
                    <a:pt x="0" y="825"/>
                    <a:pt x="33" y="554"/>
                    <a:pt x="17" y="318"/>
                  </a:cubicBezTo>
                  <a:cubicBezTo>
                    <a:pt x="17" y="212"/>
                    <a:pt x="17" y="106"/>
                    <a:pt x="17" y="0"/>
                  </a:cubicBezTo>
                  <a:cubicBezTo>
                    <a:pt x="98" y="48"/>
                    <a:pt x="205" y="82"/>
                    <a:pt x="331" y="82"/>
                  </a:cubicBezTo>
                  <a:cubicBezTo>
                    <a:pt x="452" y="82"/>
                    <a:pt x="563" y="60"/>
                    <a:pt x="644" y="7"/>
                  </a:cubicBezTo>
                  <a:cubicBezTo>
                    <a:pt x="720" y="60"/>
                    <a:pt x="837" y="82"/>
                    <a:pt x="962" y="82"/>
                  </a:cubicBezTo>
                  <a:cubicBezTo>
                    <a:pt x="1067" y="82"/>
                    <a:pt x="1166" y="55"/>
                    <a:pt x="1238" y="17"/>
                  </a:cubicBezTo>
                  <a:cubicBezTo>
                    <a:pt x="1250" y="11"/>
                    <a:pt x="1260" y="2"/>
                    <a:pt x="1267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E8FFA7DF-B644-4817-3099-3219A1B2E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7523" y="3866198"/>
              <a:ext cx="269875" cy="249238"/>
            </a:xfrm>
            <a:custGeom>
              <a:avLst/>
              <a:gdLst>
                <a:gd name="T0" fmla="*/ 98 w 104"/>
                <a:gd name="T1" fmla="*/ 26 h 96"/>
                <a:gd name="T2" fmla="*/ 98 w 104"/>
                <a:gd name="T3" fmla="*/ 73 h 96"/>
                <a:gd name="T4" fmla="*/ 93 w 104"/>
                <a:gd name="T5" fmla="*/ 58 h 96"/>
                <a:gd name="T6" fmla="*/ 15 w 104"/>
                <a:gd name="T7" fmla="*/ 82 h 96"/>
                <a:gd name="T8" fmla="*/ 6 w 104"/>
                <a:gd name="T9" fmla="*/ 96 h 96"/>
                <a:gd name="T10" fmla="*/ 5 w 104"/>
                <a:gd name="T11" fmla="*/ 53 h 96"/>
                <a:gd name="T12" fmla="*/ 10 w 104"/>
                <a:gd name="T13" fmla="*/ 66 h 96"/>
                <a:gd name="T14" fmla="*/ 51 w 104"/>
                <a:gd name="T15" fmla="*/ 47 h 96"/>
                <a:gd name="T16" fmla="*/ 15 w 104"/>
                <a:gd name="T17" fmla="*/ 22 h 96"/>
                <a:gd name="T18" fmla="*/ 6 w 104"/>
                <a:gd name="T19" fmla="*/ 35 h 96"/>
                <a:gd name="T20" fmla="*/ 5 w 104"/>
                <a:gd name="T21" fmla="*/ 0 h 96"/>
                <a:gd name="T22" fmla="*/ 10 w 104"/>
                <a:gd name="T23" fmla="*/ 0 h 96"/>
                <a:gd name="T24" fmla="*/ 92 w 104"/>
                <a:gd name="T25" fmla="*/ 40 h 96"/>
                <a:gd name="T26" fmla="*/ 98 w 104"/>
                <a:gd name="T27" fmla="*/ 2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96">
                  <a:moveTo>
                    <a:pt x="98" y="26"/>
                  </a:moveTo>
                  <a:cubicBezTo>
                    <a:pt x="104" y="35"/>
                    <a:pt x="99" y="57"/>
                    <a:pt x="98" y="73"/>
                  </a:cubicBezTo>
                  <a:cubicBezTo>
                    <a:pt x="92" y="73"/>
                    <a:pt x="97" y="62"/>
                    <a:pt x="93" y="58"/>
                  </a:cubicBezTo>
                  <a:cubicBezTo>
                    <a:pt x="56" y="49"/>
                    <a:pt x="38" y="72"/>
                    <a:pt x="15" y="82"/>
                  </a:cubicBezTo>
                  <a:cubicBezTo>
                    <a:pt x="11" y="84"/>
                    <a:pt x="10" y="92"/>
                    <a:pt x="6" y="96"/>
                  </a:cubicBezTo>
                  <a:cubicBezTo>
                    <a:pt x="0" y="90"/>
                    <a:pt x="2" y="63"/>
                    <a:pt x="5" y="53"/>
                  </a:cubicBezTo>
                  <a:cubicBezTo>
                    <a:pt x="10" y="53"/>
                    <a:pt x="9" y="62"/>
                    <a:pt x="10" y="66"/>
                  </a:cubicBezTo>
                  <a:cubicBezTo>
                    <a:pt x="26" y="62"/>
                    <a:pt x="35" y="50"/>
                    <a:pt x="51" y="47"/>
                  </a:cubicBezTo>
                  <a:cubicBezTo>
                    <a:pt x="42" y="36"/>
                    <a:pt x="28" y="29"/>
                    <a:pt x="15" y="22"/>
                  </a:cubicBezTo>
                  <a:cubicBezTo>
                    <a:pt x="6" y="20"/>
                    <a:pt x="13" y="35"/>
                    <a:pt x="6" y="35"/>
                  </a:cubicBezTo>
                  <a:cubicBezTo>
                    <a:pt x="0" y="30"/>
                    <a:pt x="7" y="11"/>
                    <a:pt x="5" y="0"/>
                  </a:cubicBezTo>
                  <a:cubicBezTo>
                    <a:pt x="6" y="0"/>
                    <a:pt x="9" y="0"/>
                    <a:pt x="10" y="0"/>
                  </a:cubicBezTo>
                  <a:cubicBezTo>
                    <a:pt x="24" y="25"/>
                    <a:pt x="53" y="47"/>
                    <a:pt x="92" y="40"/>
                  </a:cubicBezTo>
                  <a:cubicBezTo>
                    <a:pt x="97" y="39"/>
                    <a:pt x="93" y="28"/>
                    <a:pt x="98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5DBCCBBB-5E1B-5C78-2097-9355459CD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348" y="4140835"/>
              <a:ext cx="265112" cy="244475"/>
            </a:xfrm>
            <a:custGeom>
              <a:avLst/>
              <a:gdLst>
                <a:gd name="T0" fmla="*/ 98 w 102"/>
                <a:gd name="T1" fmla="*/ 27 h 94"/>
                <a:gd name="T2" fmla="*/ 98 w 102"/>
                <a:gd name="T3" fmla="*/ 72 h 94"/>
                <a:gd name="T4" fmla="*/ 93 w 102"/>
                <a:gd name="T5" fmla="*/ 58 h 94"/>
                <a:gd name="T6" fmla="*/ 10 w 102"/>
                <a:gd name="T7" fmla="*/ 53 h 94"/>
                <a:gd name="T8" fmla="*/ 28 w 102"/>
                <a:gd name="T9" fmla="*/ 89 h 94"/>
                <a:gd name="T10" fmla="*/ 0 w 102"/>
                <a:gd name="T11" fmla="*/ 89 h 94"/>
                <a:gd name="T12" fmla="*/ 3 w 102"/>
                <a:gd name="T13" fmla="*/ 3 h 94"/>
                <a:gd name="T14" fmla="*/ 30 w 102"/>
                <a:gd name="T15" fmla="*/ 5 h 94"/>
                <a:gd name="T16" fmla="*/ 10 w 102"/>
                <a:gd name="T17" fmla="*/ 37 h 94"/>
                <a:gd name="T18" fmla="*/ 89 w 102"/>
                <a:gd name="T19" fmla="*/ 40 h 94"/>
                <a:gd name="T20" fmla="*/ 98 w 102"/>
                <a:gd name="T21" fmla="*/ 2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94">
                  <a:moveTo>
                    <a:pt x="98" y="27"/>
                  </a:moveTo>
                  <a:cubicBezTo>
                    <a:pt x="102" y="33"/>
                    <a:pt x="99" y="61"/>
                    <a:pt x="98" y="72"/>
                  </a:cubicBezTo>
                  <a:cubicBezTo>
                    <a:pt x="91" y="72"/>
                    <a:pt x="93" y="65"/>
                    <a:pt x="93" y="58"/>
                  </a:cubicBezTo>
                  <a:cubicBezTo>
                    <a:pt x="67" y="53"/>
                    <a:pt x="35" y="57"/>
                    <a:pt x="10" y="53"/>
                  </a:cubicBezTo>
                  <a:cubicBezTo>
                    <a:pt x="0" y="73"/>
                    <a:pt x="21" y="78"/>
                    <a:pt x="28" y="89"/>
                  </a:cubicBezTo>
                  <a:cubicBezTo>
                    <a:pt x="21" y="94"/>
                    <a:pt x="10" y="89"/>
                    <a:pt x="0" y="89"/>
                  </a:cubicBezTo>
                  <a:cubicBezTo>
                    <a:pt x="2" y="61"/>
                    <a:pt x="2" y="32"/>
                    <a:pt x="3" y="3"/>
                  </a:cubicBezTo>
                  <a:cubicBezTo>
                    <a:pt x="12" y="4"/>
                    <a:pt x="24" y="0"/>
                    <a:pt x="30" y="5"/>
                  </a:cubicBezTo>
                  <a:cubicBezTo>
                    <a:pt x="23" y="15"/>
                    <a:pt x="3" y="14"/>
                    <a:pt x="10" y="37"/>
                  </a:cubicBezTo>
                  <a:cubicBezTo>
                    <a:pt x="35" y="40"/>
                    <a:pt x="57" y="40"/>
                    <a:pt x="89" y="40"/>
                  </a:cubicBezTo>
                  <a:cubicBezTo>
                    <a:pt x="95" y="39"/>
                    <a:pt x="91" y="28"/>
                    <a:pt x="98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AC83772D-8A91-F3BD-5AC9-C5C530D2F8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2223" y="2431098"/>
              <a:ext cx="765175" cy="695325"/>
            </a:xfrm>
            <a:custGeom>
              <a:avLst/>
              <a:gdLst>
                <a:gd name="T0" fmla="*/ 47 w 295"/>
                <a:gd name="T1" fmla="*/ 102 h 268"/>
                <a:gd name="T2" fmla="*/ 56 w 295"/>
                <a:gd name="T3" fmla="*/ 77 h 268"/>
                <a:gd name="T4" fmla="*/ 56 w 295"/>
                <a:gd name="T5" fmla="*/ 77 h 268"/>
                <a:gd name="T6" fmla="*/ 92 w 295"/>
                <a:gd name="T7" fmla="*/ 116 h 268"/>
                <a:gd name="T8" fmla="*/ 107 w 295"/>
                <a:gd name="T9" fmla="*/ 124 h 268"/>
                <a:gd name="T10" fmla="*/ 83 w 295"/>
                <a:gd name="T11" fmla="*/ 69 h 268"/>
                <a:gd name="T12" fmla="*/ 119 w 295"/>
                <a:gd name="T13" fmla="*/ 55 h 268"/>
                <a:gd name="T14" fmla="*/ 119 w 295"/>
                <a:gd name="T15" fmla="*/ 55 h 268"/>
                <a:gd name="T16" fmla="*/ 114 w 295"/>
                <a:gd name="T17" fmla="*/ 16 h 268"/>
                <a:gd name="T18" fmla="*/ 143 w 295"/>
                <a:gd name="T19" fmla="*/ 133 h 268"/>
                <a:gd name="T20" fmla="*/ 130 w 295"/>
                <a:gd name="T21" fmla="*/ 84 h 268"/>
                <a:gd name="T22" fmla="*/ 107 w 295"/>
                <a:gd name="T23" fmla="*/ 88 h 268"/>
                <a:gd name="T24" fmla="*/ 60 w 295"/>
                <a:gd name="T25" fmla="*/ 111 h 268"/>
                <a:gd name="T26" fmla="*/ 77 w 295"/>
                <a:gd name="T27" fmla="*/ 97 h 268"/>
                <a:gd name="T28" fmla="*/ 88 w 295"/>
                <a:gd name="T29" fmla="*/ 106 h 268"/>
                <a:gd name="T30" fmla="*/ 143 w 295"/>
                <a:gd name="T31" fmla="*/ 133 h 268"/>
                <a:gd name="T32" fmla="*/ 146 w 295"/>
                <a:gd name="T33" fmla="*/ 25 h 268"/>
                <a:gd name="T34" fmla="*/ 147 w 295"/>
                <a:gd name="T35" fmla="*/ 34 h 268"/>
                <a:gd name="T36" fmla="*/ 151 w 295"/>
                <a:gd name="T37" fmla="*/ 183 h 268"/>
                <a:gd name="T38" fmla="*/ 109 w 295"/>
                <a:gd name="T39" fmla="*/ 147 h 268"/>
                <a:gd name="T40" fmla="*/ 97 w 295"/>
                <a:gd name="T41" fmla="*/ 133 h 268"/>
                <a:gd name="T42" fmla="*/ 97 w 295"/>
                <a:gd name="T43" fmla="*/ 158 h 268"/>
                <a:gd name="T44" fmla="*/ 148 w 295"/>
                <a:gd name="T45" fmla="*/ 201 h 268"/>
                <a:gd name="T46" fmla="*/ 134 w 295"/>
                <a:gd name="T47" fmla="*/ 214 h 268"/>
                <a:gd name="T48" fmla="*/ 109 w 295"/>
                <a:gd name="T49" fmla="*/ 240 h 268"/>
                <a:gd name="T50" fmla="*/ 140 w 295"/>
                <a:gd name="T51" fmla="*/ 224 h 268"/>
                <a:gd name="T52" fmla="*/ 158 w 295"/>
                <a:gd name="T53" fmla="*/ 215 h 268"/>
                <a:gd name="T54" fmla="*/ 146 w 295"/>
                <a:gd name="T55" fmla="*/ 153 h 268"/>
                <a:gd name="T56" fmla="*/ 159 w 295"/>
                <a:gd name="T57" fmla="*/ 159 h 268"/>
                <a:gd name="T58" fmla="*/ 164 w 295"/>
                <a:gd name="T59" fmla="*/ 136 h 268"/>
                <a:gd name="T60" fmla="*/ 200 w 295"/>
                <a:gd name="T61" fmla="*/ 129 h 268"/>
                <a:gd name="T62" fmla="*/ 193 w 295"/>
                <a:gd name="T63" fmla="*/ 120 h 268"/>
                <a:gd name="T64" fmla="*/ 200 w 295"/>
                <a:gd name="T65" fmla="*/ 129 h 268"/>
                <a:gd name="T66" fmla="*/ 242 w 295"/>
                <a:gd name="T67" fmla="*/ 133 h 268"/>
                <a:gd name="T68" fmla="*/ 263 w 295"/>
                <a:gd name="T69" fmla="*/ 206 h 268"/>
                <a:gd name="T70" fmla="*/ 244 w 295"/>
                <a:gd name="T71" fmla="*/ 168 h 268"/>
                <a:gd name="T72" fmla="*/ 241 w 295"/>
                <a:gd name="T73" fmla="*/ 177 h 268"/>
                <a:gd name="T74" fmla="*/ 270 w 295"/>
                <a:gd name="T75" fmla="*/ 155 h 268"/>
                <a:gd name="T76" fmla="*/ 255 w 295"/>
                <a:gd name="T77" fmla="*/ 155 h 268"/>
                <a:gd name="T78" fmla="*/ 270 w 295"/>
                <a:gd name="T79" fmla="*/ 183 h 268"/>
                <a:gd name="T80" fmla="*/ 270 w 295"/>
                <a:gd name="T81" fmla="*/ 183 h 268"/>
                <a:gd name="T82" fmla="*/ 283 w 295"/>
                <a:gd name="T83" fmla="*/ 252 h 268"/>
                <a:gd name="T84" fmla="*/ 231 w 295"/>
                <a:gd name="T85" fmla="*/ 217 h 268"/>
                <a:gd name="T86" fmla="*/ 160 w 295"/>
                <a:gd name="T87" fmla="*/ 264 h 268"/>
                <a:gd name="T88" fmla="*/ 107 w 295"/>
                <a:gd name="T89" fmla="*/ 224 h 268"/>
                <a:gd name="T90" fmla="*/ 30 w 295"/>
                <a:gd name="T91" fmla="*/ 258 h 268"/>
                <a:gd name="T92" fmla="*/ 19 w 295"/>
                <a:gd name="T93" fmla="*/ 224 h 268"/>
                <a:gd name="T94" fmla="*/ 64 w 295"/>
                <a:gd name="T95" fmla="*/ 48 h 268"/>
                <a:gd name="T96" fmla="*/ 85 w 295"/>
                <a:gd name="T97" fmla="*/ 5 h 268"/>
                <a:gd name="T98" fmla="*/ 160 w 295"/>
                <a:gd name="T99" fmla="*/ 76 h 268"/>
                <a:gd name="T100" fmla="*/ 208 w 295"/>
                <a:gd name="T101" fmla="*/ 107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95" h="268">
                  <a:moveTo>
                    <a:pt x="42" y="115"/>
                  </a:moveTo>
                  <a:cubicBezTo>
                    <a:pt x="49" y="117"/>
                    <a:pt x="50" y="105"/>
                    <a:pt x="47" y="102"/>
                  </a:cubicBezTo>
                  <a:cubicBezTo>
                    <a:pt x="44" y="106"/>
                    <a:pt x="41" y="109"/>
                    <a:pt x="42" y="115"/>
                  </a:cubicBezTo>
                  <a:close/>
                  <a:moveTo>
                    <a:pt x="56" y="77"/>
                  </a:moveTo>
                  <a:cubicBezTo>
                    <a:pt x="63" y="76"/>
                    <a:pt x="68" y="73"/>
                    <a:pt x="68" y="64"/>
                  </a:cubicBezTo>
                  <a:cubicBezTo>
                    <a:pt x="61" y="60"/>
                    <a:pt x="55" y="68"/>
                    <a:pt x="56" y="77"/>
                  </a:cubicBezTo>
                  <a:close/>
                  <a:moveTo>
                    <a:pt x="107" y="124"/>
                  </a:moveTo>
                  <a:cubicBezTo>
                    <a:pt x="107" y="116"/>
                    <a:pt x="98" y="112"/>
                    <a:pt x="92" y="116"/>
                  </a:cubicBezTo>
                  <a:cubicBezTo>
                    <a:pt x="91" y="122"/>
                    <a:pt x="97" y="124"/>
                    <a:pt x="97" y="129"/>
                  </a:cubicBezTo>
                  <a:cubicBezTo>
                    <a:pt x="102" y="129"/>
                    <a:pt x="103" y="125"/>
                    <a:pt x="107" y="124"/>
                  </a:cubicBezTo>
                  <a:close/>
                  <a:moveTo>
                    <a:pt x="105" y="69"/>
                  </a:moveTo>
                  <a:cubicBezTo>
                    <a:pt x="107" y="59"/>
                    <a:pt x="83" y="59"/>
                    <a:pt x="83" y="69"/>
                  </a:cubicBezTo>
                  <a:cubicBezTo>
                    <a:pt x="90" y="72"/>
                    <a:pt x="97" y="67"/>
                    <a:pt x="105" y="69"/>
                  </a:cubicBezTo>
                  <a:close/>
                  <a:moveTo>
                    <a:pt x="119" y="55"/>
                  </a:moveTo>
                  <a:cubicBezTo>
                    <a:pt x="116" y="38"/>
                    <a:pt x="103" y="31"/>
                    <a:pt x="90" y="25"/>
                  </a:cubicBezTo>
                  <a:cubicBezTo>
                    <a:pt x="96" y="39"/>
                    <a:pt x="108" y="48"/>
                    <a:pt x="119" y="55"/>
                  </a:cubicBezTo>
                  <a:close/>
                  <a:moveTo>
                    <a:pt x="123" y="38"/>
                  </a:moveTo>
                  <a:cubicBezTo>
                    <a:pt x="118" y="33"/>
                    <a:pt x="120" y="20"/>
                    <a:pt x="114" y="16"/>
                  </a:cubicBezTo>
                  <a:cubicBezTo>
                    <a:pt x="109" y="25"/>
                    <a:pt x="115" y="36"/>
                    <a:pt x="123" y="38"/>
                  </a:cubicBezTo>
                  <a:close/>
                  <a:moveTo>
                    <a:pt x="143" y="133"/>
                  </a:moveTo>
                  <a:cubicBezTo>
                    <a:pt x="157" y="112"/>
                    <a:pt x="114" y="109"/>
                    <a:pt x="105" y="93"/>
                  </a:cubicBezTo>
                  <a:cubicBezTo>
                    <a:pt x="120" y="96"/>
                    <a:pt x="116" y="74"/>
                    <a:pt x="130" y="84"/>
                  </a:cubicBezTo>
                  <a:cubicBezTo>
                    <a:pt x="129" y="78"/>
                    <a:pt x="125" y="74"/>
                    <a:pt x="121" y="72"/>
                  </a:cubicBezTo>
                  <a:cubicBezTo>
                    <a:pt x="116" y="78"/>
                    <a:pt x="115" y="86"/>
                    <a:pt x="107" y="88"/>
                  </a:cubicBezTo>
                  <a:cubicBezTo>
                    <a:pt x="92" y="79"/>
                    <a:pt x="65" y="77"/>
                    <a:pt x="55" y="91"/>
                  </a:cubicBezTo>
                  <a:cubicBezTo>
                    <a:pt x="56" y="98"/>
                    <a:pt x="53" y="111"/>
                    <a:pt x="60" y="111"/>
                  </a:cubicBezTo>
                  <a:cubicBezTo>
                    <a:pt x="66" y="106"/>
                    <a:pt x="64" y="93"/>
                    <a:pt x="72" y="91"/>
                  </a:cubicBezTo>
                  <a:cubicBezTo>
                    <a:pt x="75" y="92"/>
                    <a:pt x="77" y="95"/>
                    <a:pt x="77" y="97"/>
                  </a:cubicBezTo>
                  <a:cubicBezTo>
                    <a:pt x="74" y="103"/>
                    <a:pt x="75" y="112"/>
                    <a:pt x="77" y="120"/>
                  </a:cubicBezTo>
                  <a:cubicBezTo>
                    <a:pt x="86" y="120"/>
                    <a:pt x="82" y="109"/>
                    <a:pt x="88" y="106"/>
                  </a:cubicBezTo>
                  <a:cubicBezTo>
                    <a:pt x="107" y="98"/>
                    <a:pt x="108" y="120"/>
                    <a:pt x="125" y="112"/>
                  </a:cubicBezTo>
                  <a:cubicBezTo>
                    <a:pt x="132" y="119"/>
                    <a:pt x="137" y="126"/>
                    <a:pt x="143" y="133"/>
                  </a:cubicBezTo>
                  <a:close/>
                  <a:moveTo>
                    <a:pt x="147" y="34"/>
                  </a:moveTo>
                  <a:cubicBezTo>
                    <a:pt x="148" y="30"/>
                    <a:pt x="147" y="28"/>
                    <a:pt x="146" y="25"/>
                  </a:cubicBezTo>
                  <a:cubicBezTo>
                    <a:pt x="143" y="25"/>
                    <a:pt x="142" y="25"/>
                    <a:pt x="140" y="25"/>
                  </a:cubicBezTo>
                  <a:cubicBezTo>
                    <a:pt x="141" y="29"/>
                    <a:pt x="142" y="34"/>
                    <a:pt x="147" y="34"/>
                  </a:cubicBezTo>
                  <a:close/>
                  <a:moveTo>
                    <a:pt x="148" y="201"/>
                  </a:moveTo>
                  <a:cubicBezTo>
                    <a:pt x="152" y="195"/>
                    <a:pt x="151" y="191"/>
                    <a:pt x="151" y="183"/>
                  </a:cubicBezTo>
                  <a:cubicBezTo>
                    <a:pt x="132" y="176"/>
                    <a:pt x="103" y="179"/>
                    <a:pt x="102" y="154"/>
                  </a:cubicBezTo>
                  <a:cubicBezTo>
                    <a:pt x="101" y="149"/>
                    <a:pt x="110" y="154"/>
                    <a:pt x="109" y="147"/>
                  </a:cubicBezTo>
                  <a:cubicBezTo>
                    <a:pt x="104" y="143"/>
                    <a:pt x="99" y="154"/>
                    <a:pt x="93" y="149"/>
                  </a:cubicBezTo>
                  <a:cubicBezTo>
                    <a:pt x="93" y="143"/>
                    <a:pt x="102" y="138"/>
                    <a:pt x="97" y="133"/>
                  </a:cubicBezTo>
                  <a:cubicBezTo>
                    <a:pt x="96" y="139"/>
                    <a:pt x="85" y="135"/>
                    <a:pt x="77" y="136"/>
                  </a:cubicBezTo>
                  <a:cubicBezTo>
                    <a:pt x="77" y="150"/>
                    <a:pt x="82" y="159"/>
                    <a:pt x="97" y="158"/>
                  </a:cubicBezTo>
                  <a:cubicBezTo>
                    <a:pt x="101" y="167"/>
                    <a:pt x="105" y="176"/>
                    <a:pt x="114" y="181"/>
                  </a:cubicBezTo>
                  <a:cubicBezTo>
                    <a:pt x="129" y="177"/>
                    <a:pt x="136" y="196"/>
                    <a:pt x="148" y="201"/>
                  </a:cubicBezTo>
                  <a:close/>
                  <a:moveTo>
                    <a:pt x="158" y="215"/>
                  </a:moveTo>
                  <a:cubicBezTo>
                    <a:pt x="148" y="221"/>
                    <a:pt x="143" y="207"/>
                    <a:pt x="134" y="214"/>
                  </a:cubicBezTo>
                  <a:cubicBezTo>
                    <a:pt x="129" y="211"/>
                    <a:pt x="136" y="198"/>
                    <a:pt x="127" y="198"/>
                  </a:cubicBezTo>
                  <a:cubicBezTo>
                    <a:pt x="130" y="219"/>
                    <a:pt x="121" y="231"/>
                    <a:pt x="109" y="240"/>
                  </a:cubicBezTo>
                  <a:cubicBezTo>
                    <a:pt x="119" y="244"/>
                    <a:pt x="125" y="244"/>
                    <a:pt x="135" y="240"/>
                  </a:cubicBezTo>
                  <a:cubicBezTo>
                    <a:pt x="138" y="236"/>
                    <a:pt x="135" y="225"/>
                    <a:pt x="140" y="224"/>
                  </a:cubicBezTo>
                  <a:cubicBezTo>
                    <a:pt x="151" y="224"/>
                    <a:pt x="140" y="245"/>
                    <a:pt x="151" y="244"/>
                  </a:cubicBezTo>
                  <a:cubicBezTo>
                    <a:pt x="149" y="227"/>
                    <a:pt x="149" y="224"/>
                    <a:pt x="158" y="215"/>
                  </a:cubicBezTo>
                  <a:close/>
                  <a:moveTo>
                    <a:pt x="159" y="159"/>
                  </a:moveTo>
                  <a:cubicBezTo>
                    <a:pt x="162" y="150"/>
                    <a:pt x="151" y="148"/>
                    <a:pt x="146" y="153"/>
                  </a:cubicBezTo>
                  <a:cubicBezTo>
                    <a:pt x="146" y="154"/>
                    <a:pt x="146" y="155"/>
                    <a:pt x="146" y="158"/>
                  </a:cubicBezTo>
                  <a:cubicBezTo>
                    <a:pt x="149" y="159"/>
                    <a:pt x="153" y="160"/>
                    <a:pt x="159" y="159"/>
                  </a:cubicBezTo>
                  <a:close/>
                  <a:moveTo>
                    <a:pt x="167" y="147"/>
                  </a:moveTo>
                  <a:cubicBezTo>
                    <a:pt x="170" y="145"/>
                    <a:pt x="170" y="136"/>
                    <a:pt x="164" y="136"/>
                  </a:cubicBezTo>
                  <a:cubicBezTo>
                    <a:pt x="163" y="138"/>
                    <a:pt x="159" y="149"/>
                    <a:pt x="167" y="147"/>
                  </a:cubicBezTo>
                  <a:close/>
                  <a:moveTo>
                    <a:pt x="200" y="129"/>
                  </a:moveTo>
                  <a:cubicBezTo>
                    <a:pt x="200" y="126"/>
                    <a:pt x="200" y="124"/>
                    <a:pt x="200" y="120"/>
                  </a:cubicBezTo>
                  <a:cubicBezTo>
                    <a:pt x="197" y="120"/>
                    <a:pt x="196" y="120"/>
                    <a:pt x="193" y="120"/>
                  </a:cubicBezTo>
                  <a:cubicBezTo>
                    <a:pt x="191" y="125"/>
                    <a:pt x="190" y="125"/>
                    <a:pt x="192" y="131"/>
                  </a:cubicBezTo>
                  <a:cubicBezTo>
                    <a:pt x="196" y="131"/>
                    <a:pt x="196" y="129"/>
                    <a:pt x="200" y="129"/>
                  </a:cubicBezTo>
                  <a:close/>
                  <a:moveTo>
                    <a:pt x="214" y="122"/>
                  </a:moveTo>
                  <a:cubicBezTo>
                    <a:pt x="217" y="134"/>
                    <a:pt x="233" y="140"/>
                    <a:pt x="242" y="133"/>
                  </a:cubicBezTo>
                  <a:cubicBezTo>
                    <a:pt x="237" y="120"/>
                    <a:pt x="228" y="122"/>
                    <a:pt x="214" y="122"/>
                  </a:cubicBezTo>
                  <a:close/>
                  <a:moveTo>
                    <a:pt x="263" y="206"/>
                  </a:moveTo>
                  <a:cubicBezTo>
                    <a:pt x="268" y="215"/>
                    <a:pt x="253" y="222"/>
                    <a:pt x="259" y="231"/>
                  </a:cubicBezTo>
                  <a:cubicBezTo>
                    <a:pt x="295" y="210"/>
                    <a:pt x="242" y="195"/>
                    <a:pt x="244" y="168"/>
                  </a:cubicBezTo>
                  <a:cubicBezTo>
                    <a:pt x="235" y="177"/>
                    <a:pt x="228" y="160"/>
                    <a:pt x="220" y="171"/>
                  </a:cubicBezTo>
                  <a:cubicBezTo>
                    <a:pt x="226" y="176"/>
                    <a:pt x="230" y="181"/>
                    <a:pt x="241" y="177"/>
                  </a:cubicBezTo>
                  <a:cubicBezTo>
                    <a:pt x="244" y="191"/>
                    <a:pt x="250" y="203"/>
                    <a:pt x="263" y="206"/>
                  </a:cubicBezTo>
                  <a:close/>
                  <a:moveTo>
                    <a:pt x="270" y="155"/>
                  </a:moveTo>
                  <a:cubicBezTo>
                    <a:pt x="270" y="147"/>
                    <a:pt x="262" y="145"/>
                    <a:pt x="256" y="141"/>
                  </a:cubicBezTo>
                  <a:cubicBezTo>
                    <a:pt x="257" y="148"/>
                    <a:pt x="256" y="152"/>
                    <a:pt x="255" y="155"/>
                  </a:cubicBezTo>
                  <a:cubicBezTo>
                    <a:pt x="259" y="155"/>
                    <a:pt x="264" y="155"/>
                    <a:pt x="270" y="155"/>
                  </a:cubicBezTo>
                  <a:close/>
                  <a:moveTo>
                    <a:pt x="270" y="183"/>
                  </a:moveTo>
                  <a:cubicBezTo>
                    <a:pt x="273" y="177"/>
                    <a:pt x="272" y="169"/>
                    <a:pt x="264" y="168"/>
                  </a:cubicBezTo>
                  <a:cubicBezTo>
                    <a:pt x="266" y="174"/>
                    <a:pt x="263" y="184"/>
                    <a:pt x="270" y="183"/>
                  </a:cubicBezTo>
                  <a:close/>
                  <a:moveTo>
                    <a:pt x="273" y="136"/>
                  </a:moveTo>
                  <a:cubicBezTo>
                    <a:pt x="291" y="164"/>
                    <a:pt x="274" y="217"/>
                    <a:pt x="283" y="252"/>
                  </a:cubicBezTo>
                  <a:cubicBezTo>
                    <a:pt x="269" y="260"/>
                    <a:pt x="246" y="268"/>
                    <a:pt x="225" y="264"/>
                  </a:cubicBezTo>
                  <a:cubicBezTo>
                    <a:pt x="211" y="248"/>
                    <a:pt x="228" y="230"/>
                    <a:pt x="231" y="217"/>
                  </a:cubicBezTo>
                  <a:cubicBezTo>
                    <a:pt x="221" y="207"/>
                    <a:pt x="207" y="222"/>
                    <a:pt x="193" y="222"/>
                  </a:cubicBezTo>
                  <a:cubicBezTo>
                    <a:pt x="190" y="244"/>
                    <a:pt x="176" y="254"/>
                    <a:pt x="160" y="264"/>
                  </a:cubicBezTo>
                  <a:cubicBezTo>
                    <a:pt x="138" y="265"/>
                    <a:pt x="88" y="268"/>
                    <a:pt x="88" y="244"/>
                  </a:cubicBezTo>
                  <a:cubicBezTo>
                    <a:pt x="88" y="230"/>
                    <a:pt x="102" y="236"/>
                    <a:pt x="107" y="224"/>
                  </a:cubicBezTo>
                  <a:cubicBezTo>
                    <a:pt x="101" y="212"/>
                    <a:pt x="83" y="211"/>
                    <a:pt x="76" y="214"/>
                  </a:cubicBezTo>
                  <a:cubicBezTo>
                    <a:pt x="55" y="220"/>
                    <a:pt x="60" y="260"/>
                    <a:pt x="30" y="258"/>
                  </a:cubicBezTo>
                  <a:cubicBezTo>
                    <a:pt x="19" y="258"/>
                    <a:pt x="0" y="249"/>
                    <a:pt x="1" y="230"/>
                  </a:cubicBezTo>
                  <a:cubicBezTo>
                    <a:pt x="5" y="225"/>
                    <a:pt x="14" y="227"/>
                    <a:pt x="19" y="224"/>
                  </a:cubicBezTo>
                  <a:cubicBezTo>
                    <a:pt x="35" y="207"/>
                    <a:pt x="35" y="169"/>
                    <a:pt x="15" y="158"/>
                  </a:cubicBezTo>
                  <a:cubicBezTo>
                    <a:pt x="5" y="95"/>
                    <a:pt x="44" y="81"/>
                    <a:pt x="64" y="48"/>
                  </a:cubicBezTo>
                  <a:cubicBezTo>
                    <a:pt x="65" y="39"/>
                    <a:pt x="60" y="35"/>
                    <a:pt x="60" y="25"/>
                  </a:cubicBezTo>
                  <a:cubicBezTo>
                    <a:pt x="66" y="16"/>
                    <a:pt x="85" y="16"/>
                    <a:pt x="85" y="5"/>
                  </a:cubicBezTo>
                  <a:cubicBezTo>
                    <a:pt x="101" y="3"/>
                    <a:pt x="115" y="3"/>
                    <a:pt x="131" y="0"/>
                  </a:cubicBezTo>
                  <a:cubicBezTo>
                    <a:pt x="152" y="11"/>
                    <a:pt x="165" y="47"/>
                    <a:pt x="160" y="76"/>
                  </a:cubicBezTo>
                  <a:cubicBezTo>
                    <a:pt x="159" y="88"/>
                    <a:pt x="147" y="96"/>
                    <a:pt x="148" y="110"/>
                  </a:cubicBezTo>
                  <a:cubicBezTo>
                    <a:pt x="168" y="125"/>
                    <a:pt x="190" y="109"/>
                    <a:pt x="208" y="107"/>
                  </a:cubicBezTo>
                  <a:cubicBezTo>
                    <a:pt x="231" y="106"/>
                    <a:pt x="261" y="117"/>
                    <a:pt x="273" y="1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D074E224-9669-CCD2-CFFD-10B3D6103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6248" y="4424998"/>
              <a:ext cx="282575" cy="149225"/>
            </a:xfrm>
            <a:custGeom>
              <a:avLst/>
              <a:gdLst>
                <a:gd name="T0" fmla="*/ 104 w 109"/>
                <a:gd name="T1" fmla="*/ 12 h 58"/>
                <a:gd name="T2" fmla="*/ 98 w 109"/>
                <a:gd name="T3" fmla="*/ 57 h 58"/>
                <a:gd name="T4" fmla="*/ 95 w 109"/>
                <a:gd name="T5" fmla="*/ 43 h 58"/>
                <a:gd name="T6" fmla="*/ 17 w 109"/>
                <a:gd name="T7" fmla="*/ 31 h 58"/>
                <a:gd name="T8" fmla="*/ 9 w 109"/>
                <a:gd name="T9" fmla="*/ 44 h 58"/>
                <a:gd name="T10" fmla="*/ 10 w 109"/>
                <a:gd name="T11" fmla="*/ 0 h 58"/>
                <a:gd name="T12" fmla="*/ 15 w 109"/>
                <a:gd name="T13" fmla="*/ 0 h 58"/>
                <a:gd name="T14" fmla="*/ 17 w 109"/>
                <a:gd name="T15" fmla="*/ 14 h 58"/>
                <a:gd name="T16" fmla="*/ 92 w 109"/>
                <a:gd name="T17" fmla="*/ 26 h 58"/>
                <a:gd name="T18" fmla="*/ 104 w 109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58">
                  <a:moveTo>
                    <a:pt x="104" y="12"/>
                  </a:moveTo>
                  <a:cubicBezTo>
                    <a:pt x="109" y="20"/>
                    <a:pt x="103" y="48"/>
                    <a:pt x="98" y="57"/>
                  </a:cubicBezTo>
                  <a:cubicBezTo>
                    <a:pt x="92" y="58"/>
                    <a:pt x="100" y="45"/>
                    <a:pt x="95" y="43"/>
                  </a:cubicBezTo>
                  <a:cubicBezTo>
                    <a:pt x="70" y="38"/>
                    <a:pt x="44" y="34"/>
                    <a:pt x="17" y="31"/>
                  </a:cubicBezTo>
                  <a:cubicBezTo>
                    <a:pt x="11" y="33"/>
                    <a:pt x="12" y="42"/>
                    <a:pt x="9" y="44"/>
                  </a:cubicBezTo>
                  <a:cubicBezTo>
                    <a:pt x="0" y="34"/>
                    <a:pt x="11" y="14"/>
                    <a:pt x="10" y="0"/>
                  </a:cubicBezTo>
                  <a:cubicBezTo>
                    <a:pt x="12" y="0"/>
                    <a:pt x="14" y="0"/>
                    <a:pt x="15" y="0"/>
                  </a:cubicBezTo>
                  <a:cubicBezTo>
                    <a:pt x="16" y="5"/>
                    <a:pt x="15" y="11"/>
                    <a:pt x="17" y="14"/>
                  </a:cubicBezTo>
                  <a:cubicBezTo>
                    <a:pt x="39" y="20"/>
                    <a:pt x="69" y="20"/>
                    <a:pt x="92" y="26"/>
                  </a:cubicBezTo>
                  <a:cubicBezTo>
                    <a:pt x="100" y="26"/>
                    <a:pt x="99" y="16"/>
                    <a:pt x="10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1C7F82E7-E337-4359-7117-62B87B423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985" y="4577398"/>
              <a:ext cx="312737" cy="236538"/>
            </a:xfrm>
            <a:custGeom>
              <a:avLst/>
              <a:gdLst>
                <a:gd name="T0" fmla="*/ 71 w 120"/>
                <a:gd name="T1" fmla="*/ 80 h 91"/>
                <a:gd name="T2" fmla="*/ 109 w 120"/>
                <a:gd name="T3" fmla="*/ 48 h 91"/>
                <a:gd name="T4" fmla="*/ 98 w 120"/>
                <a:gd name="T5" fmla="*/ 33 h 91"/>
                <a:gd name="T6" fmla="*/ 52 w 120"/>
                <a:gd name="T7" fmla="*/ 70 h 91"/>
                <a:gd name="T8" fmla="*/ 26 w 120"/>
                <a:gd name="T9" fmla="*/ 15 h 91"/>
                <a:gd name="T10" fmla="*/ 24 w 120"/>
                <a:gd name="T11" fmla="*/ 5 h 91"/>
                <a:gd name="T12" fmla="*/ 55 w 120"/>
                <a:gd name="T13" fmla="*/ 14 h 91"/>
                <a:gd name="T14" fmla="*/ 31 w 120"/>
                <a:gd name="T15" fmla="*/ 23 h 91"/>
                <a:gd name="T16" fmla="*/ 38 w 120"/>
                <a:gd name="T17" fmla="*/ 57 h 91"/>
                <a:gd name="T18" fmla="*/ 102 w 120"/>
                <a:gd name="T19" fmla="*/ 21 h 91"/>
                <a:gd name="T20" fmla="*/ 102 w 120"/>
                <a:gd name="T21" fmla="*/ 80 h 91"/>
                <a:gd name="T22" fmla="*/ 103 w 120"/>
                <a:gd name="T23" fmla="*/ 91 h 91"/>
                <a:gd name="T24" fmla="*/ 71 w 120"/>
                <a:gd name="T25" fmla="*/ 8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1">
                  <a:moveTo>
                    <a:pt x="71" y="80"/>
                  </a:moveTo>
                  <a:cubicBezTo>
                    <a:pt x="88" y="71"/>
                    <a:pt x="113" y="76"/>
                    <a:pt x="109" y="48"/>
                  </a:cubicBezTo>
                  <a:cubicBezTo>
                    <a:pt x="108" y="43"/>
                    <a:pt x="104" y="36"/>
                    <a:pt x="98" y="33"/>
                  </a:cubicBezTo>
                  <a:cubicBezTo>
                    <a:pt x="72" y="26"/>
                    <a:pt x="77" y="60"/>
                    <a:pt x="52" y="70"/>
                  </a:cubicBezTo>
                  <a:cubicBezTo>
                    <a:pt x="19" y="83"/>
                    <a:pt x="0" y="37"/>
                    <a:pt x="26" y="15"/>
                  </a:cubicBezTo>
                  <a:cubicBezTo>
                    <a:pt x="26" y="12"/>
                    <a:pt x="22" y="10"/>
                    <a:pt x="24" y="5"/>
                  </a:cubicBezTo>
                  <a:cubicBezTo>
                    <a:pt x="33" y="8"/>
                    <a:pt x="52" y="10"/>
                    <a:pt x="55" y="14"/>
                  </a:cubicBezTo>
                  <a:cubicBezTo>
                    <a:pt x="51" y="24"/>
                    <a:pt x="40" y="18"/>
                    <a:pt x="31" y="23"/>
                  </a:cubicBezTo>
                  <a:cubicBezTo>
                    <a:pt x="19" y="31"/>
                    <a:pt x="14" y="59"/>
                    <a:pt x="38" y="57"/>
                  </a:cubicBezTo>
                  <a:cubicBezTo>
                    <a:pt x="58" y="56"/>
                    <a:pt x="69" y="0"/>
                    <a:pt x="102" y="21"/>
                  </a:cubicBezTo>
                  <a:cubicBezTo>
                    <a:pt x="117" y="29"/>
                    <a:pt x="120" y="65"/>
                    <a:pt x="102" y="80"/>
                  </a:cubicBezTo>
                  <a:cubicBezTo>
                    <a:pt x="98" y="84"/>
                    <a:pt x="109" y="85"/>
                    <a:pt x="103" y="91"/>
                  </a:cubicBezTo>
                  <a:cubicBezTo>
                    <a:pt x="92" y="88"/>
                    <a:pt x="76" y="89"/>
                    <a:pt x="71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651EC3F4-F241-AE7C-7CD4-261203C2EC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0198" y="4723448"/>
              <a:ext cx="334962" cy="347663"/>
            </a:xfrm>
            <a:custGeom>
              <a:avLst/>
              <a:gdLst>
                <a:gd name="T0" fmla="*/ 56 w 129"/>
                <a:gd name="T1" fmla="*/ 85 h 134"/>
                <a:gd name="T2" fmla="*/ 32 w 129"/>
                <a:gd name="T3" fmla="*/ 44 h 134"/>
                <a:gd name="T4" fmla="*/ 19 w 129"/>
                <a:gd name="T5" fmla="*/ 66 h 134"/>
                <a:gd name="T6" fmla="*/ 56 w 129"/>
                <a:gd name="T7" fmla="*/ 85 h 134"/>
                <a:gd name="T8" fmla="*/ 128 w 129"/>
                <a:gd name="T9" fmla="*/ 48 h 134"/>
                <a:gd name="T10" fmla="*/ 115 w 129"/>
                <a:gd name="T11" fmla="*/ 75 h 134"/>
                <a:gd name="T12" fmla="*/ 61 w 129"/>
                <a:gd name="T13" fmla="*/ 85 h 134"/>
                <a:gd name="T14" fmla="*/ 90 w 129"/>
                <a:gd name="T15" fmla="*/ 105 h 134"/>
                <a:gd name="T16" fmla="*/ 102 w 129"/>
                <a:gd name="T17" fmla="*/ 96 h 134"/>
                <a:gd name="T18" fmla="*/ 83 w 129"/>
                <a:gd name="T19" fmla="*/ 134 h 134"/>
                <a:gd name="T20" fmla="*/ 83 w 129"/>
                <a:gd name="T21" fmla="*/ 121 h 134"/>
                <a:gd name="T22" fmla="*/ 16 w 129"/>
                <a:gd name="T23" fmla="*/ 82 h 134"/>
                <a:gd name="T24" fmla="*/ 0 w 129"/>
                <a:gd name="T25" fmla="*/ 89 h 134"/>
                <a:gd name="T26" fmla="*/ 70 w 129"/>
                <a:gd name="T27" fmla="*/ 46 h 134"/>
                <a:gd name="T28" fmla="*/ 68 w 129"/>
                <a:gd name="T29" fmla="*/ 63 h 134"/>
                <a:gd name="T30" fmla="*/ 128 w 129"/>
                <a:gd name="T31" fmla="*/ 48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9" h="134">
                  <a:moveTo>
                    <a:pt x="56" y="85"/>
                  </a:moveTo>
                  <a:cubicBezTo>
                    <a:pt x="67" y="67"/>
                    <a:pt x="59" y="39"/>
                    <a:pt x="32" y="44"/>
                  </a:cubicBezTo>
                  <a:cubicBezTo>
                    <a:pt x="27" y="51"/>
                    <a:pt x="21" y="56"/>
                    <a:pt x="19" y="66"/>
                  </a:cubicBezTo>
                  <a:cubicBezTo>
                    <a:pt x="32" y="72"/>
                    <a:pt x="43" y="80"/>
                    <a:pt x="56" y="85"/>
                  </a:cubicBezTo>
                  <a:close/>
                  <a:moveTo>
                    <a:pt x="128" y="48"/>
                  </a:moveTo>
                  <a:cubicBezTo>
                    <a:pt x="129" y="56"/>
                    <a:pt x="121" y="68"/>
                    <a:pt x="115" y="75"/>
                  </a:cubicBezTo>
                  <a:cubicBezTo>
                    <a:pt x="94" y="77"/>
                    <a:pt x="68" y="73"/>
                    <a:pt x="61" y="85"/>
                  </a:cubicBezTo>
                  <a:cubicBezTo>
                    <a:pt x="66" y="97"/>
                    <a:pt x="81" y="97"/>
                    <a:pt x="90" y="105"/>
                  </a:cubicBezTo>
                  <a:cubicBezTo>
                    <a:pt x="98" y="105"/>
                    <a:pt x="96" y="96"/>
                    <a:pt x="102" y="96"/>
                  </a:cubicBezTo>
                  <a:cubicBezTo>
                    <a:pt x="102" y="108"/>
                    <a:pt x="89" y="129"/>
                    <a:pt x="83" y="134"/>
                  </a:cubicBezTo>
                  <a:cubicBezTo>
                    <a:pt x="76" y="134"/>
                    <a:pt x="87" y="128"/>
                    <a:pt x="83" y="121"/>
                  </a:cubicBezTo>
                  <a:cubicBezTo>
                    <a:pt x="63" y="105"/>
                    <a:pt x="39" y="95"/>
                    <a:pt x="16" y="82"/>
                  </a:cubicBezTo>
                  <a:cubicBezTo>
                    <a:pt x="7" y="80"/>
                    <a:pt x="10" y="91"/>
                    <a:pt x="0" y="89"/>
                  </a:cubicBezTo>
                  <a:cubicBezTo>
                    <a:pt x="8" y="61"/>
                    <a:pt x="43" y="0"/>
                    <a:pt x="70" y="46"/>
                  </a:cubicBezTo>
                  <a:cubicBezTo>
                    <a:pt x="70" y="52"/>
                    <a:pt x="71" y="61"/>
                    <a:pt x="68" y="63"/>
                  </a:cubicBezTo>
                  <a:cubicBezTo>
                    <a:pt x="90" y="61"/>
                    <a:pt x="116" y="61"/>
                    <a:pt x="128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8" name="Freeform 23">
              <a:extLst>
                <a:ext uri="{FF2B5EF4-FFF2-40B4-BE49-F238E27FC236}">
                  <a16:creationId xmlns:a16="http://schemas.microsoft.com/office/drawing/2014/main" id="{CD3B8DEF-4639-A650-CB7B-03FC30DD7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7323" y="4993323"/>
              <a:ext cx="327025" cy="312738"/>
            </a:xfrm>
            <a:custGeom>
              <a:avLst/>
              <a:gdLst>
                <a:gd name="T0" fmla="*/ 103 w 126"/>
                <a:gd name="T1" fmla="*/ 40 h 121"/>
                <a:gd name="T2" fmla="*/ 126 w 126"/>
                <a:gd name="T3" fmla="*/ 58 h 121"/>
                <a:gd name="T4" fmla="*/ 71 w 126"/>
                <a:gd name="T5" fmla="*/ 121 h 121"/>
                <a:gd name="T6" fmla="*/ 74 w 126"/>
                <a:gd name="T7" fmla="*/ 107 h 121"/>
                <a:gd name="T8" fmla="*/ 16 w 126"/>
                <a:gd name="T9" fmla="*/ 55 h 121"/>
                <a:gd name="T10" fmla="*/ 0 w 126"/>
                <a:gd name="T11" fmla="*/ 60 h 121"/>
                <a:gd name="T12" fmla="*/ 46 w 126"/>
                <a:gd name="T13" fmla="*/ 0 h 121"/>
                <a:gd name="T14" fmla="*/ 63 w 126"/>
                <a:gd name="T15" fmla="*/ 15 h 121"/>
                <a:gd name="T16" fmla="*/ 43 w 126"/>
                <a:gd name="T17" fmla="*/ 17 h 121"/>
                <a:gd name="T18" fmla="*/ 22 w 126"/>
                <a:gd name="T19" fmla="*/ 39 h 121"/>
                <a:gd name="T20" fmla="*/ 50 w 126"/>
                <a:gd name="T21" fmla="*/ 64 h 121"/>
                <a:gd name="T22" fmla="*/ 57 w 126"/>
                <a:gd name="T23" fmla="*/ 31 h 121"/>
                <a:gd name="T24" fmla="*/ 90 w 126"/>
                <a:gd name="T25" fmla="*/ 55 h 121"/>
                <a:gd name="T26" fmla="*/ 57 w 126"/>
                <a:gd name="T27" fmla="*/ 67 h 121"/>
                <a:gd name="T28" fmla="*/ 87 w 126"/>
                <a:gd name="T29" fmla="*/ 92 h 121"/>
                <a:gd name="T30" fmla="*/ 103 w 126"/>
                <a:gd name="T31" fmla="*/ 4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6" h="121">
                  <a:moveTo>
                    <a:pt x="103" y="40"/>
                  </a:moveTo>
                  <a:cubicBezTo>
                    <a:pt x="111" y="39"/>
                    <a:pt x="116" y="55"/>
                    <a:pt x="126" y="58"/>
                  </a:cubicBezTo>
                  <a:cubicBezTo>
                    <a:pt x="107" y="78"/>
                    <a:pt x="92" y="110"/>
                    <a:pt x="71" y="121"/>
                  </a:cubicBezTo>
                  <a:cubicBezTo>
                    <a:pt x="71" y="115"/>
                    <a:pt x="78" y="111"/>
                    <a:pt x="74" y="107"/>
                  </a:cubicBezTo>
                  <a:cubicBezTo>
                    <a:pt x="57" y="87"/>
                    <a:pt x="35" y="72"/>
                    <a:pt x="16" y="55"/>
                  </a:cubicBezTo>
                  <a:cubicBezTo>
                    <a:pt x="8" y="54"/>
                    <a:pt x="6" y="66"/>
                    <a:pt x="0" y="60"/>
                  </a:cubicBezTo>
                  <a:cubicBezTo>
                    <a:pt x="13" y="38"/>
                    <a:pt x="33" y="21"/>
                    <a:pt x="46" y="0"/>
                  </a:cubicBezTo>
                  <a:cubicBezTo>
                    <a:pt x="52" y="4"/>
                    <a:pt x="63" y="11"/>
                    <a:pt x="63" y="15"/>
                  </a:cubicBezTo>
                  <a:cubicBezTo>
                    <a:pt x="62" y="24"/>
                    <a:pt x="51" y="14"/>
                    <a:pt x="43" y="17"/>
                  </a:cubicBezTo>
                  <a:cubicBezTo>
                    <a:pt x="41" y="20"/>
                    <a:pt x="22" y="34"/>
                    <a:pt x="22" y="39"/>
                  </a:cubicBezTo>
                  <a:cubicBezTo>
                    <a:pt x="23" y="49"/>
                    <a:pt x="44" y="54"/>
                    <a:pt x="50" y="64"/>
                  </a:cubicBezTo>
                  <a:cubicBezTo>
                    <a:pt x="63" y="60"/>
                    <a:pt x="65" y="41"/>
                    <a:pt x="57" y="31"/>
                  </a:cubicBezTo>
                  <a:cubicBezTo>
                    <a:pt x="68" y="31"/>
                    <a:pt x="78" y="49"/>
                    <a:pt x="90" y="55"/>
                  </a:cubicBezTo>
                  <a:cubicBezTo>
                    <a:pt x="81" y="58"/>
                    <a:pt x="61" y="52"/>
                    <a:pt x="57" y="67"/>
                  </a:cubicBezTo>
                  <a:cubicBezTo>
                    <a:pt x="66" y="76"/>
                    <a:pt x="74" y="93"/>
                    <a:pt x="87" y="92"/>
                  </a:cubicBezTo>
                  <a:cubicBezTo>
                    <a:pt x="105" y="92"/>
                    <a:pt x="116" y="60"/>
                    <a:pt x="103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9" name="Freeform 24">
              <a:extLst>
                <a:ext uri="{FF2B5EF4-FFF2-40B4-BE49-F238E27FC236}">
                  <a16:creationId xmlns:a16="http://schemas.microsoft.com/office/drawing/2014/main" id="{523FE168-E3E4-0675-00A8-1C6BF4B273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1535" y="3228023"/>
              <a:ext cx="2111375" cy="2195513"/>
            </a:xfrm>
            <a:custGeom>
              <a:avLst/>
              <a:gdLst>
                <a:gd name="T0" fmla="*/ 316 w 813"/>
                <a:gd name="T1" fmla="*/ 720 h 846"/>
                <a:gd name="T2" fmla="*/ 313 w 813"/>
                <a:gd name="T3" fmla="*/ 652 h 846"/>
                <a:gd name="T4" fmla="*/ 294 w 813"/>
                <a:gd name="T5" fmla="*/ 673 h 846"/>
                <a:gd name="T6" fmla="*/ 309 w 813"/>
                <a:gd name="T7" fmla="*/ 671 h 846"/>
                <a:gd name="T8" fmla="*/ 313 w 813"/>
                <a:gd name="T9" fmla="*/ 720 h 846"/>
                <a:gd name="T10" fmla="*/ 316 w 813"/>
                <a:gd name="T11" fmla="*/ 720 h 846"/>
                <a:gd name="T12" fmla="*/ 377 w 813"/>
                <a:gd name="T13" fmla="*/ 720 h 846"/>
                <a:gd name="T14" fmla="*/ 391 w 813"/>
                <a:gd name="T15" fmla="*/ 671 h 846"/>
                <a:gd name="T16" fmla="*/ 349 w 813"/>
                <a:gd name="T17" fmla="*/ 667 h 846"/>
                <a:gd name="T18" fmla="*/ 384 w 813"/>
                <a:gd name="T19" fmla="*/ 692 h 846"/>
                <a:gd name="T20" fmla="*/ 366 w 813"/>
                <a:gd name="T21" fmla="*/ 715 h 846"/>
                <a:gd name="T22" fmla="*/ 353 w 813"/>
                <a:gd name="T23" fmla="*/ 704 h 846"/>
                <a:gd name="T24" fmla="*/ 377 w 813"/>
                <a:gd name="T25" fmla="*/ 720 h 846"/>
                <a:gd name="T26" fmla="*/ 417 w 813"/>
                <a:gd name="T27" fmla="*/ 716 h 846"/>
                <a:gd name="T28" fmla="*/ 419 w 813"/>
                <a:gd name="T29" fmla="*/ 656 h 846"/>
                <a:gd name="T30" fmla="*/ 417 w 813"/>
                <a:gd name="T31" fmla="*/ 716 h 846"/>
                <a:gd name="T32" fmla="*/ 481 w 813"/>
                <a:gd name="T33" fmla="*/ 714 h 846"/>
                <a:gd name="T34" fmla="*/ 514 w 813"/>
                <a:gd name="T35" fmla="*/ 668 h 846"/>
                <a:gd name="T36" fmla="*/ 475 w 813"/>
                <a:gd name="T37" fmla="*/ 672 h 846"/>
                <a:gd name="T38" fmla="*/ 490 w 813"/>
                <a:gd name="T39" fmla="*/ 659 h 846"/>
                <a:gd name="T40" fmla="*/ 506 w 813"/>
                <a:gd name="T41" fmla="*/ 668 h 846"/>
                <a:gd name="T42" fmla="*/ 470 w 813"/>
                <a:gd name="T43" fmla="*/ 720 h 846"/>
                <a:gd name="T44" fmla="*/ 514 w 813"/>
                <a:gd name="T45" fmla="*/ 715 h 846"/>
                <a:gd name="T46" fmla="*/ 481 w 813"/>
                <a:gd name="T47" fmla="*/ 714 h 846"/>
                <a:gd name="T48" fmla="*/ 415 w 813"/>
                <a:gd name="T49" fmla="*/ 465 h 846"/>
                <a:gd name="T50" fmla="*/ 628 w 813"/>
                <a:gd name="T51" fmla="*/ 461 h 846"/>
                <a:gd name="T52" fmla="*/ 478 w 813"/>
                <a:gd name="T53" fmla="*/ 353 h 846"/>
                <a:gd name="T54" fmla="*/ 545 w 813"/>
                <a:gd name="T55" fmla="*/ 362 h 846"/>
                <a:gd name="T56" fmla="*/ 441 w 813"/>
                <a:gd name="T57" fmla="*/ 229 h 846"/>
                <a:gd name="T58" fmla="*/ 483 w 813"/>
                <a:gd name="T59" fmla="*/ 237 h 846"/>
                <a:gd name="T60" fmla="*/ 441 w 813"/>
                <a:gd name="T61" fmla="*/ 162 h 846"/>
                <a:gd name="T62" fmla="*/ 408 w 813"/>
                <a:gd name="T63" fmla="*/ 80 h 846"/>
                <a:gd name="T64" fmla="*/ 346 w 813"/>
                <a:gd name="T65" fmla="*/ 220 h 846"/>
                <a:gd name="T66" fmla="*/ 340 w 813"/>
                <a:gd name="T67" fmla="*/ 237 h 846"/>
                <a:gd name="T68" fmla="*/ 381 w 813"/>
                <a:gd name="T69" fmla="*/ 229 h 846"/>
                <a:gd name="T70" fmla="*/ 275 w 813"/>
                <a:gd name="T71" fmla="*/ 360 h 846"/>
                <a:gd name="T72" fmla="*/ 344 w 813"/>
                <a:gd name="T73" fmla="*/ 353 h 846"/>
                <a:gd name="T74" fmla="*/ 344 w 813"/>
                <a:gd name="T75" fmla="*/ 355 h 846"/>
                <a:gd name="T76" fmla="*/ 342 w 813"/>
                <a:gd name="T77" fmla="*/ 357 h 846"/>
                <a:gd name="T78" fmla="*/ 211 w 813"/>
                <a:gd name="T79" fmla="*/ 446 h 846"/>
                <a:gd name="T80" fmla="*/ 192 w 813"/>
                <a:gd name="T81" fmla="*/ 461 h 846"/>
                <a:gd name="T82" fmla="*/ 415 w 813"/>
                <a:gd name="T83" fmla="*/ 465 h 846"/>
                <a:gd name="T84" fmla="*/ 450 w 813"/>
                <a:gd name="T85" fmla="*/ 532 h 846"/>
                <a:gd name="T86" fmla="*/ 677 w 813"/>
                <a:gd name="T87" fmla="*/ 532 h 846"/>
                <a:gd name="T88" fmla="*/ 649 w 813"/>
                <a:gd name="T89" fmla="*/ 492 h 846"/>
                <a:gd name="T90" fmla="*/ 413 w 813"/>
                <a:gd name="T91" fmla="*/ 482 h 846"/>
                <a:gd name="T92" fmla="*/ 217 w 813"/>
                <a:gd name="T93" fmla="*/ 489 h 846"/>
                <a:gd name="T94" fmla="*/ 172 w 813"/>
                <a:gd name="T95" fmla="*/ 495 h 846"/>
                <a:gd name="T96" fmla="*/ 145 w 813"/>
                <a:gd name="T97" fmla="*/ 532 h 846"/>
                <a:gd name="T98" fmla="*/ 377 w 813"/>
                <a:gd name="T99" fmla="*/ 532 h 846"/>
                <a:gd name="T100" fmla="*/ 375 w 813"/>
                <a:gd name="T101" fmla="*/ 551 h 846"/>
                <a:gd name="T102" fmla="*/ 450 w 813"/>
                <a:gd name="T103" fmla="*/ 551 h 846"/>
                <a:gd name="T104" fmla="*/ 450 w 813"/>
                <a:gd name="T105" fmla="*/ 532 h 846"/>
                <a:gd name="T106" fmla="*/ 794 w 813"/>
                <a:gd name="T107" fmla="*/ 0 h 846"/>
                <a:gd name="T108" fmla="*/ 749 w 813"/>
                <a:gd name="T109" fmla="*/ 575 h 846"/>
                <a:gd name="T110" fmla="*/ 408 w 813"/>
                <a:gd name="T111" fmla="*/ 846 h 846"/>
                <a:gd name="T112" fmla="*/ 66 w 813"/>
                <a:gd name="T113" fmla="*/ 579 h 846"/>
                <a:gd name="T114" fmla="*/ 18 w 813"/>
                <a:gd name="T115" fmla="*/ 5 h 846"/>
                <a:gd name="T116" fmla="*/ 22 w 813"/>
                <a:gd name="T117" fmla="*/ 0 h 846"/>
                <a:gd name="T118" fmla="*/ 794 w 813"/>
                <a:gd name="T119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13" h="846">
                  <a:moveTo>
                    <a:pt x="316" y="720"/>
                  </a:moveTo>
                  <a:cubicBezTo>
                    <a:pt x="318" y="703"/>
                    <a:pt x="324" y="665"/>
                    <a:pt x="313" y="652"/>
                  </a:cubicBezTo>
                  <a:cubicBezTo>
                    <a:pt x="310" y="663"/>
                    <a:pt x="297" y="662"/>
                    <a:pt x="294" y="673"/>
                  </a:cubicBezTo>
                  <a:cubicBezTo>
                    <a:pt x="299" y="681"/>
                    <a:pt x="307" y="666"/>
                    <a:pt x="309" y="671"/>
                  </a:cubicBezTo>
                  <a:cubicBezTo>
                    <a:pt x="311" y="686"/>
                    <a:pt x="305" y="711"/>
                    <a:pt x="313" y="720"/>
                  </a:cubicBezTo>
                  <a:cubicBezTo>
                    <a:pt x="314" y="720"/>
                    <a:pt x="315" y="720"/>
                    <a:pt x="316" y="720"/>
                  </a:cubicBezTo>
                  <a:close/>
                  <a:moveTo>
                    <a:pt x="377" y="720"/>
                  </a:moveTo>
                  <a:cubicBezTo>
                    <a:pt x="392" y="716"/>
                    <a:pt x="395" y="684"/>
                    <a:pt x="391" y="671"/>
                  </a:cubicBezTo>
                  <a:cubicBezTo>
                    <a:pt x="385" y="644"/>
                    <a:pt x="353" y="653"/>
                    <a:pt x="349" y="667"/>
                  </a:cubicBezTo>
                  <a:cubicBezTo>
                    <a:pt x="340" y="705"/>
                    <a:pt x="376" y="699"/>
                    <a:pt x="384" y="692"/>
                  </a:cubicBezTo>
                  <a:cubicBezTo>
                    <a:pt x="382" y="704"/>
                    <a:pt x="380" y="715"/>
                    <a:pt x="366" y="715"/>
                  </a:cubicBezTo>
                  <a:cubicBezTo>
                    <a:pt x="358" y="716"/>
                    <a:pt x="362" y="704"/>
                    <a:pt x="353" y="704"/>
                  </a:cubicBezTo>
                  <a:cubicBezTo>
                    <a:pt x="349" y="720"/>
                    <a:pt x="364" y="724"/>
                    <a:pt x="377" y="720"/>
                  </a:cubicBezTo>
                  <a:close/>
                  <a:moveTo>
                    <a:pt x="417" y="716"/>
                  </a:moveTo>
                  <a:cubicBezTo>
                    <a:pt x="454" y="753"/>
                    <a:pt x="475" y="629"/>
                    <a:pt x="419" y="656"/>
                  </a:cubicBezTo>
                  <a:cubicBezTo>
                    <a:pt x="409" y="668"/>
                    <a:pt x="404" y="705"/>
                    <a:pt x="417" y="716"/>
                  </a:cubicBezTo>
                  <a:close/>
                  <a:moveTo>
                    <a:pt x="481" y="714"/>
                  </a:moveTo>
                  <a:cubicBezTo>
                    <a:pt x="489" y="696"/>
                    <a:pt x="517" y="692"/>
                    <a:pt x="514" y="668"/>
                  </a:cubicBezTo>
                  <a:cubicBezTo>
                    <a:pt x="511" y="646"/>
                    <a:pt x="469" y="648"/>
                    <a:pt x="475" y="672"/>
                  </a:cubicBezTo>
                  <a:cubicBezTo>
                    <a:pt x="485" y="671"/>
                    <a:pt x="481" y="661"/>
                    <a:pt x="490" y="659"/>
                  </a:cubicBezTo>
                  <a:cubicBezTo>
                    <a:pt x="497" y="658"/>
                    <a:pt x="503" y="661"/>
                    <a:pt x="506" y="668"/>
                  </a:cubicBezTo>
                  <a:cubicBezTo>
                    <a:pt x="511" y="690"/>
                    <a:pt x="468" y="699"/>
                    <a:pt x="470" y="720"/>
                  </a:cubicBezTo>
                  <a:cubicBezTo>
                    <a:pt x="484" y="718"/>
                    <a:pt x="509" y="727"/>
                    <a:pt x="514" y="715"/>
                  </a:cubicBezTo>
                  <a:cubicBezTo>
                    <a:pt x="506" y="711"/>
                    <a:pt x="491" y="714"/>
                    <a:pt x="481" y="714"/>
                  </a:cubicBezTo>
                  <a:close/>
                  <a:moveTo>
                    <a:pt x="415" y="465"/>
                  </a:moveTo>
                  <a:cubicBezTo>
                    <a:pt x="469" y="406"/>
                    <a:pt x="550" y="477"/>
                    <a:pt x="628" y="461"/>
                  </a:cubicBezTo>
                  <a:cubicBezTo>
                    <a:pt x="577" y="425"/>
                    <a:pt x="517" y="400"/>
                    <a:pt x="478" y="353"/>
                  </a:cubicBezTo>
                  <a:cubicBezTo>
                    <a:pt x="496" y="360"/>
                    <a:pt x="518" y="363"/>
                    <a:pt x="545" y="362"/>
                  </a:cubicBezTo>
                  <a:cubicBezTo>
                    <a:pt x="511" y="318"/>
                    <a:pt x="456" y="287"/>
                    <a:pt x="441" y="229"/>
                  </a:cubicBezTo>
                  <a:cubicBezTo>
                    <a:pt x="454" y="233"/>
                    <a:pt x="465" y="237"/>
                    <a:pt x="483" y="237"/>
                  </a:cubicBezTo>
                  <a:cubicBezTo>
                    <a:pt x="468" y="213"/>
                    <a:pt x="453" y="189"/>
                    <a:pt x="441" y="162"/>
                  </a:cubicBezTo>
                  <a:cubicBezTo>
                    <a:pt x="429" y="137"/>
                    <a:pt x="420" y="108"/>
                    <a:pt x="408" y="80"/>
                  </a:cubicBezTo>
                  <a:cubicBezTo>
                    <a:pt x="397" y="134"/>
                    <a:pt x="370" y="184"/>
                    <a:pt x="346" y="220"/>
                  </a:cubicBezTo>
                  <a:cubicBezTo>
                    <a:pt x="343" y="225"/>
                    <a:pt x="337" y="231"/>
                    <a:pt x="340" y="237"/>
                  </a:cubicBezTo>
                  <a:cubicBezTo>
                    <a:pt x="357" y="237"/>
                    <a:pt x="368" y="233"/>
                    <a:pt x="381" y="229"/>
                  </a:cubicBezTo>
                  <a:cubicBezTo>
                    <a:pt x="359" y="287"/>
                    <a:pt x="313" y="319"/>
                    <a:pt x="275" y="360"/>
                  </a:cubicBezTo>
                  <a:cubicBezTo>
                    <a:pt x="302" y="361"/>
                    <a:pt x="325" y="360"/>
                    <a:pt x="344" y="353"/>
                  </a:cubicBezTo>
                  <a:cubicBezTo>
                    <a:pt x="344" y="355"/>
                    <a:pt x="344" y="355"/>
                    <a:pt x="344" y="355"/>
                  </a:cubicBezTo>
                  <a:cubicBezTo>
                    <a:pt x="343" y="355"/>
                    <a:pt x="342" y="355"/>
                    <a:pt x="342" y="357"/>
                  </a:cubicBezTo>
                  <a:cubicBezTo>
                    <a:pt x="304" y="391"/>
                    <a:pt x="258" y="423"/>
                    <a:pt x="211" y="446"/>
                  </a:cubicBezTo>
                  <a:cubicBezTo>
                    <a:pt x="204" y="449"/>
                    <a:pt x="195" y="453"/>
                    <a:pt x="192" y="461"/>
                  </a:cubicBezTo>
                  <a:cubicBezTo>
                    <a:pt x="266" y="473"/>
                    <a:pt x="357" y="410"/>
                    <a:pt x="415" y="465"/>
                  </a:cubicBezTo>
                  <a:close/>
                  <a:moveTo>
                    <a:pt x="450" y="532"/>
                  </a:moveTo>
                  <a:cubicBezTo>
                    <a:pt x="525" y="532"/>
                    <a:pt x="601" y="532"/>
                    <a:pt x="677" y="532"/>
                  </a:cubicBezTo>
                  <a:cubicBezTo>
                    <a:pt x="670" y="517"/>
                    <a:pt x="659" y="505"/>
                    <a:pt x="649" y="492"/>
                  </a:cubicBezTo>
                  <a:cubicBezTo>
                    <a:pt x="572" y="496"/>
                    <a:pt x="480" y="424"/>
                    <a:pt x="413" y="482"/>
                  </a:cubicBezTo>
                  <a:cubicBezTo>
                    <a:pt x="357" y="433"/>
                    <a:pt x="277" y="479"/>
                    <a:pt x="217" y="489"/>
                  </a:cubicBezTo>
                  <a:cubicBezTo>
                    <a:pt x="201" y="492"/>
                    <a:pt x="183" y="490"/>
                    <a:pt x="172" y="495"/>
                  </a:cubicBezTo>
                  <a:cubicBezTo>
                    <a:pt x="159" y="500"/>
                    <a:pt x="151" y="523"/>
                    <a:pt x="145" y="532"/>
                  </a:cubicBezTo>
                  <a:cubicBezTo>
                    <a:pt x="222" y="532"/>
                    <a:pt x="299" y="532"/>
                    <a:pt x="377" y="532"/>
                  </a:cubicBezTo>
                  <a:cubicBezTo>
                    <a:pt x="377" y="539"/>
                    <a:pt x="374" y="542"/>
                    <a:pt x="375" y="551"/>
                  </a:cubicBezTo>
                  <a:cubicBezTo>
                    <a:pt x="401" y="551"/>
                    <a:pt x="425" y="551"/>
                    <a:pt x="450" y="551"/>
                  </a:cubicBezTo>
                  <a:cubicBezTo>
                    <a:pt x="451" y="544"/>
                    <a:pt x="445" y="537"/>
                    <a:pt x="450" y="532"/>
                  </a:cubicBezTo>
                  <a:close/>
                  <a:moveTo>
                    <a:pt x="794" y="0"/>
                  </a:moveTo>
                  <a:cubicBezTo>
                    <a:pt x="794" y="208"/>
                    <a:pt x="813" y="432"/>
                    <a:pt x="749" y="575"/>
                  </a:cubicBezTo>
                  <a:cubicBezTo>
                    <a:pt x="686" y="721"/>
                    <a:pt x="550" y="780"/>
                    <a:pt x="408" y="846"/>
                  </a:cubicBezTo>
                  <a:cubicBezTo>
                    <a:pt x="265" y="782"/>
                    <a:pt x="132" y="721"/>
                    <a:pt x="66" y="579"/>
                  </a:cubicBezTo>
                  <a:cubicBezTo>
                    <a:pt x="0" y="437"/>
                    <a:pt x="23" y="215"/>
                    <a:pt x="18" y="5"/>
                  </a:cubicBezTo>
                  <a:cubicBezTo>
                    <a:pt x="18" y="1"/>
                    <a:pt x="19" y="0"/>
                    <a:pt x="22" y="0"/>
                  </a:cubicBezTo>
                  <a:cubicBezTo>
                    <a:pt x="280" y="0"/>
                    <a:pt x="538" y="0"/>
                    <a:pt x="79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0" name="Freeform 25">
              <a:extLst>
                <a:ext uri="{FF2B5EF4-FFF2-40B4-BE49-F238E27FC236}">
                  <a16:creationId xmlns:a16="http://schemas.microsoft.com/office/drawing/2014/main" id="{1113EAA8-B1BC-54F6-3B24-E7F027ADC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3010" y="5166360"/>
              <a:ext cx="269875" cy="298450"/>
            </a:xfrm>
            <a:custGeom>
              <a:avLst/>
              <a:gdLst>
                <a:gd name="T0" fmla="*/ 74 w 104"/>
                <a:gd name="T1" fmla="*/ 15 h 115"/>
                <a:gd name="T2" fmla="*/ 96 w 104"/>
                <a:gd name="T3" fmla="*/ 115 h 115"/>
                <a:gd name="T4" fmla="*/ 17 w 104"/>
                <a:gd name="T5" fmla="*/ 64 h 115"/>
                <a:gd name="T6" fmla="*/ 0 w 104"/>
                <a:gd name="T7" fmla="*/ 67 h 115"/>
                <a:gd name="T8" fmla="*/ 25 w 104"/>
                <a:gd name="T9" fmla="*/ 50 h 115"/>
                <a:gd name="T10" fmla="*/ 84 w 104"/>
                <a:gd name="T11" fmla="*/ 88 h 115"/>
                <a:gd name="T12" fmla="*/ 66 w 104"/>
                <a:gd name="T13" fmla="*/ 21 h 115"/>
                <a:gd name="T14" fmla="*/ 50 w 104"/>
                <a:gd name="T15" fmla="*/ 28 h 115"/>
                <a:gd name="T16" fmla="*/ 75 w 104"/>
                <a:gd name="T17" fmla="*/ 0 h 115"/>
                <a:gd name="T18" fmla="*/ 74 w 104"/>
                <a:gd name="T19" fmla="*/ 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5">
                  <a:moveTo>
                    <a:pt x="74" y="15"/>
                  </a:moveTo>
                  <a:cubicBezTo>
                    <a:pt x="73" y="47"/>
                    <a:pt x="104" y="86"/>
                    <a:pt x="96" y="115"/>
                  </a:cubicBezTo>
                  <a:cubicBezTo>
                    <a:pt x="71" y="99"/>
                    <a:pt x="43" y="82"/>
                    <a:pt x="17" y="64"/>
                  </a:cubicBezTo>
                  <a:cubicBezTo>
                    <a:pt x="8" y="63"/>
                    <a:pt x="5" y="71"/>
                    <a:pt x="0" y="67"/>
                  </a:cubicBezTo>
                  <a:cubicBezTo>
                    <a:pt x="6" y="54"/>
                    <a:pt x="46" y="26"/>
                    <a:pt x="25" y="50"/>
                  </a:cubicBezTo>
                  <a:cubicBezTo>
                    <a:pt x="43" y="66"/>
                    <a:pt x="64" y="77"/>
                    <a:pt x="84" y="88"/>
                  </a:cubicBezTo>
                  <a:cubicBezTo>
                    <a:pt x="84" y="67"/>
                    <a:pt x="73" y="42"/>
                    <a:pt x="66" y="21"/>
                  </a:cubicBezTo>
                  <a:cubicBezTo>
                    <a:pt x="60" y="23"/>
                    <a:pt x="56" y="26"/>
                    <a:pt x="50" y="28"/>
                  </a:cubicBezTo>
                  <a:cubicBezTo>
                    <a:pt x="50" y="16"/>
                    <a:pt x="69" y="10"/>
                    <a:pt x="75" y="0"/>
                  </a:cubicBezTo>
                  <a:cubicBezTo>
                    <a:pt x="83" y="6"/>
                    <a:pt x="74" y="7"/>
                    <a:pt x="7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1" name="Freeform 26">
              <a:extLst>
                <a:ext uri="{FF2B5EF4-FFF2-40B4-BE49-F238E27FC236}">
                  <a16:creationId xmlns:a16="http://schemas.microsoft.com/office/drawing/2014/main" id="{CB2FACE7-4F4E-D7A0-4B14-BFB212822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010" y="5358448"/>
              <a:ext cx="204787" cy="273050"/>
            </a:xfrm>
            <a:custGeom>
              <a:avLst/>
              <a:gdLst>
                <a:gd name="T0" fmla="*/ 62 w 79"/>
                <a:gd name="T1" fmla="*/ 84 h 105"/>
                <a:gd name="T2" fmla="*/ 79 w 79"/>
                <a:gd name="T3" fmla="*/ 87 h 105"/>
                <a:gd name="T4" fmla="*/ 40 w 79"/>
                <a:gd name="T5" fmla="*/ 105 h 105"/>
                <a:gd name="T6" fmla="*/ 50 w 79"/>
                <a:gd name="T7" fmla="*/ 93 h 105"/>
                <a:gd name="T8" fmla="*/ 16 w 79"/>
                <a:gd name="T9" fmla="*/ 19 h 105"/>
                <a:gd name="T10" fmla="*/ 0 w 79"/>
                <a:gd name="T11" fmla="*/ 19 h 105"/>
                <a:gd name="T12" fmla="*/ 40 w 79"/>
                <a:gd name="T13" fmla="*/ 0 h 105"/>
                <a:gd name="T14" fmla="*/ 29 w 79"/>
                <a:gd name="T15" fmla="*/ 12 h 105"/>
                <a:gd name="T16" fmla="*/ 62 w 79"/>
                <a:gd name="T17" fmla="*/ 8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105">
                  <a:moveTo>
                    <a:pt x="62" y="84"/>
                  </a:moveTo>
                  <a:cubicBezTo>
                    <a:pt x="68" y="89"/>
                    <a:pt x="76" y="81"/>
                    <a:pt x="79" y="87"/>
                  </a:cubicBezTo>
                  <a:cubicBezTo>
                    <a:pt x="71" y="95"/>
                    <a:pt x="52" y="104"/>
                    <a:pt x="40" y="105"/>
                  </a:cubicBezTo>
                  <a:cubicBezTo>
                    <a:pt x="40" y="98"/>
                    <a:pt x="50" y="100"/>
                    <a:pt x="50" y="93"/>
                  </a:cubicBezTo>
                  <a:cubicBezTo>
                    <a:pt x="40" y="68"/>
                    <a:pt x="28" y="43"/>
                    <a:pt x="16" y="19"/>
                  </a:cubicBezTo>
                  <a:cubicBezTo>
                    <a:pt x="10" y="17"/>
                    <a:pt x="3" y="25"/>
                    <a:pt x="0" y="19"/>
                  </a:cubicBezTo>
                  <a:cubicBezTo>
                    <a:pt x="10" y="11"/>
                    <a:pt x="28" y="0"/>
                    <a:pt x="40" y="0"/>
                  </a:cubicBezTo>
                  <a:cubicBezTo>
                    <a:pt x="38" y="6"/>
                    <a:pt x="32" y="7"/>
                    <a:pt x="29" y="12"/>
                  </a:cubicBezTo>
                  <a:cubicBezTo>
                    <a:pt x="40" y="36"/>
                    <a:pt x="52" y="60"/>
                    <a:pt x="6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2" name="Freeform 27">
              <a:extLst>
                <a:ext uri="{FF2B5EF4-FFF2-40B4-BE49-F238E27FC236}">
                  <a16:creationId xmlns:a16="http://schemas.microsoft.com/office/drawing/2014/main" id="{8847B595-3F71-C621-588D-223F76363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148" y="5423535"/>
              <a:ext cx="314325" cy="342900"/>
            </a:xfrm>
            <a:custGeom>
              <a:avLst/>
              <a:gdLst>
                <a:gd name="T0" fmla="*/ 121 w 121"/>
                <a:gd name="T1" fmla="*/ 98 h 132"/>
                <a:gd name="T2" fmla="*/ 78 w 121"/>
                <a:gd name="T3" fmla="*/ 79 h 132"/>
                <a:gd name="T4" fmla="*/ 33 w 121"/>
                <a:gd name="T5" fmla="*/ 54 h 132"/>
                <a:gd name="T6" fmla="*/ 59 w 121"/>
                <a:gd name="T7" fmla="*/ 115 h 132"/>
                <a:gd name="T8" fmla="*/ 78 w 121"/>
                <a:gd name="T9" fmla="*/ 116 h 132"/>
                <a:gd name="T10" fmla="*/ 39 w 121"/>
                <a:gd name="T11" fmla="*/ 132 h 132"/>
                <a:gd name="T12" fmla="*/ 48 w 121"/>
                <a:gd name="T13" fmla="*/ 118 h 132"/>
                <a:gd name="T14" fmla="*/ 17 w 121"/>
                <a:gd name="T15" fmla="*/ 46 h 132"/>
                <a:gd name="T16" fmla="*/ 1 w 121"/>
                <a:gd name="T17" fmla="*/ 46 h 132"/>
                <a:gd name="T18" fmla="*/ 25 w 121"/>
                <a:gd name="T19" fmla="*/ 32 h 132"/>
                <a:gd name="T20" fmla="*/ 102 w 121"/>
                <a:gd name="T21" fmla="*/ 77 h 132"/>
                <a:gd name="T22" fmla="*/ 78 w 121"/>
                <a:gd name="T23" fmla="*/ 20 h 132"/>
                <a:gd name="T24" fmla="*/ 60 w 121"/>
                <a:gd name="T25" fmla="*/ 20 h 132"/>
                <a:gd name="T26" fmla="*/ 95 w 121"/>
                <a:gd name="T27" fmla="*/ 0 h 132"/>
                <a:gd name="T28" fmla="*/ 88 w 121"/>
                <a:gd name="T29" fmla="*/ 16 h 132"/>
                <a:gd name="T30" fmla="*/ 121 w 121"/>
                <a:gd name="T31" fmla="*/ 9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1" h="132">
                  <a:moveTo>
                    <a:pt x="121" y="98"/>
                  </a:moveTo>
                  <a:cubicBezTo>
                    <a:pt x="105" y="103"/>
                    <a:pt x="92" y="87"/>
                    <a:pt x="78" y="79"/>
                  </a:cubicBezTo>
                  <a:cubicBezTo>
                    <a:pt x="62" y="70"/>
                    <a:pt x="47" y="62"/>
                    <a:pt x="33" y="54"/>
                  </a:cubicBezTo>
                  <a:cubicBezTo>
                    <a:pt x="39" y="77"/>
                    <a:pt x="48" y="96"/>
                    <a:pt x="59" y="115"/>
                  </a:cubicBezTo>
                  <a:cubicBezTo>
                    <a:pt x="65" y="116"/>
                    <a:pt x="73" y="113"/>
                    <a:pt x="78" y="116"/>
                  </a:cubicBezTo>
                  <a:cubicBezTo>
                    <a:pt x="67" y="124"/>
                    <a:pt x="50" y="132"/>
                    <a:pt x="39" y="132"/>
                  </a:cubicBezTo>
                  <a:cubicBezTo>
                    <a:pt x="39" y="126"/>
                    <a:pt x="48" y="126"/>
                    <a:pt x="48" y="118"/>
                  </a:cubicBezTo>
                  <a:cubicBezTo>
                    <a:pt x="51" y="98"/>
                    <a:pt x="23" y="63"/>
                    <a:pt x="17" y="46"/>
                  </a:cubicBezTo>
                  <a:cubicBezTo>
                    <a:pt x="11" y="44"/>
                    <a:pt x="5" y="51"/>
                    <a:pt x="1" y="46"/>
                  </a:cubicBezTo>
                  <a:cubicBezTo>
                    <a:pt x="0" y="39"/>
                    <a:pt x="18" y="37"/>
                    <a:pt x="25" y="32"/>
                  </a:cubicBezTo>
                  <a:cubicBezTo>
                    <a:pt x="51" y="45"/>
                    <a:pt x="75" y="63"/>
                    <a:pt x="102" y="77"/>
                  </a:cubicBezTo>
                  <a:cubicBezTo>
                    <a:pt x="97" y="55"/>
                    <a:pt x="87" y="37"/>
                    <a:pt x="78" y="20"/>
                  </a:cubicBezTo>
                  <a:cubicBezTo>
                    <a:pt x="70" y="17"/>
                    <a:pt x="65" y="24"/>
                    <a:pt x="60" y="20"/>
                  </a:cubicBezTo>
                  <a:cubicBezTo>
                    <a:pt x="67" y="8"/>
                    <a:pt x="86" y="8"/>
                    <a:pt x="95" y="0"/>
                  </a:cubicBezTo>
                  <a:cubicBezTo>
                    <a:pt x="104" y="7"/>
                    <a:pt x="88" y="7"/>
                    <a:pt x="88" y="16"/>
                  </a:cubicBezTo>
                  <a:cubicBezTo>
                    <a:pt x="97" y="46"/>
                    <a:pt x="110" y="72"/>
                    <a:pt x="121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3" name="Freeform 28">
              <a:extLst>
                <a:ext uri="{FF2B5EF4-FFF2-40B4-BE49-F238E27FC236}">
                  <a16:creationId xmlns:a16="http://schemas.microsoft.com/office/drawing/2014/main" id="{D6CC2DCF-188B-BCF2-0A9D-2DDD3BC63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198" y="2524760"/>
              <a:ext cx="238125" cy="295275"/>
            </a:xfrm>
            <a:custGeom>
              <a:avLst/>
              <a:gdLst>
                <a:gd name="T0" fmla="*/ 74 w 92"/>
                <a:gd name="T1" fmla="*/ 19 h 114"/>
                <a:gd name="T2" fmla="*/ 71 w 92"/>
                <a:gd name="T3" fmla="*/ 114 h 114"/>
                <a:gd name="T4" fmla="*/ 65 w 92"/>
                <a:gd name="T5" fmla="*/ 100 h 114"/>
                <a:gd name="T6" fmla="*/ 3 w 92"/>
                <a:gd name="T7" fmla="*/ 79 h 114"/>
                <a:gd name="T8" fmla="*/ 69 w 92"/>
                <a:gd name="T9" fmla="*/ 83 h 114"/>
                <a:gd name="T10" fmla="*/ 51 w 92"/>
                <a:gd name="T11" fmla="*/ 66 h 114"/>
                <a:gd name="T12" fmla="*/ 2 w 92"/>
                <a:gd name="T13" fmla="*/ 52 h 114"/>
                <a:gd name="T14" fmla="*/ 69 w 92"/>
                <a:gd name="T15" fmla="*/ 54 h 114"/>
                <a:gd name="T16" fmla="*/ 2 w 92"/>
                <a:gd name="T17" fmla="*/ 24 h 114"/>
                <a:gd name="T18" fmla="*/ 62 w 92"/>
                <a:gd name="T19" fmla="*/ 23 h 114"/>
                <a:gd name="T20" fmla="*/ 74 w 92"/>
                <a:gd name="T21" fmla="*/ 1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4">
                  <a:moveTo>
                    <a:pt x="74" y="19"/>
                  </a:moveTo>
                  <a:cubicBezTo>
                    <a:pt x="88" y="36"/>
                    <a:pt x="92" y="103"/>
                    <a:pt x="71" y="114"/>
                  </a:cubicBezTo>
                  <a:cubicBezTo>
                    <a:pt x="63" y="114"/>
                    <a:pt x="64" y="107"/>
                    <a:pt x="65" y="100"/>
                  </a:cubicBezTo>
                  <a:cubicBezTo>
                    <a:pt x="51" y="86"/>
                    <a:pt x="14" y="99"/>
                    <a:pt x="3" y="79"/>
                  </a:cubicBezTo>
                  <a:cubicBezTo>
                    <a:pt x="24" y="65"/>
                    <a:pt x="49" y="83"/>
                    <a:pt x="69" y="83"/>
                  </a:cubicBezTo>
                  <a:cubicBezTo>
                    <a:pt x="73" y="69"/>
                    <a:pt x="58" y="69"/>
                    <a:pt x="51" y="66"/>
                  </a:cubicBezTo>
                  <a:cubicBezTo>
                    <a:pt x="36" y="61"/>
                    <a:pt x="14" y="62"/>
                    <a:pt x="2" y="52"/>
                  </a:cubicBezTo>
                  <a:cubicBezTo>
                    <a:pt x="14" y="31"/>
                    <a:pt x="49" y="52"/>
                    <a:pt x="69" y="54"/>
                  </a:cubicBezTo>
                  <a:cubicBezTo>
                    <a:pt x="65" y="24"/>
                    <a:pt x="22" y="36"/>
                    <a:pt x="2" y="24"/>
                  </a:cubicBezTo>
                  <a:cubicBezTo>
                    <a:pt x="0" y="0"/>
                    <a:pt x="48" y="18"/>
                    <a:pt x="62" y="23"/>
                  </a:cubicBezTo>
                  <a:cubicBezTo>
                    <a:pt x="68" y="24"/>
                    <a:pt x="70" y="13"/>
                    <a:pt x="74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4" name="Freeform 29">
              <a:extLst>
                <a:ext uri="{FF2B5EF4-FFF2-40B4-BE49-F238E27FC236}">
                  <a16:creationId xmlns:a16="http://schemas.microsoft.com/office/drawing/2014/main" id="{EB752082-84C0-E697-7DD8-C16F744194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0185" y="2210435"/>
              <a:ext cx="796925" cy="906463"/>
            </a:xfrm>
            <a:custGeom>
              <a:avLst/>
              <a:gdLst>
                <a:gd name="T0" fmla="*/ 220 w 307"/>
                <a:gd name="T1" fmla="*/ 268 h 349"/>
                <a:gd name="T2" fmla="*/ 111 w 307"/>
                <a:gd name="T3" fmla="*/ 268 h 349"/>
                <a:gd name="T4" fmla="*/ 220 w 307"/>
                <a:gd name="T5" fmla="*/ 268 h 349"/>
                <a:gd name="T6" fmla="*/ 173 w 307"/>
                <a:gd name="T7" fmla="*/ 123 h 349"/>
                <a:gd name="T8" fmla="*/ 194 w 307"/>
                <a:gd name="T9" fmla="*/ 123 h 349"/>
                <a:gd name="T10" fmla="*/ 162 w 307"/>
                <a:gd name="T11" fmla="*/ 45 h 349"/>
                <a:gd name="T12" fmla="*/ 137 w 307"/>
                <a:gd name="T13" fmla="*/ 123 h 349"/>
                <a:gd name="T14" fmla="*/ 156 w 307"/>
                <a:gd name="T15" fmla="*/ 123 h 349"/>
                <a:gd name="T16" fmla="*/ 168 w 307"/>
                <a:gd name="T17" fmla="*/ 105 h 349"/>
                <a:gd name="T18" fmla="*/ 173 w 307"/>
                <a:gd name="T19" fmla="*/ 123 h 349"/>
                <a:gd name="T20" fmla="*/ 253 w 307"/>
                <a:gd name="T21" fmla="*/ 300 h 349"/>
                <a:gd name="T22" fmla="*/ 286 w 307"/>
                <a:gd name="T23" fmla="*/ 257 h 349"/>
                <a:gd name="T24" fmla="*/ 45 w 307"/>
                <a:gd name="T25" fmla="*/ 259 h 349"/>
                <a:gd name="T26" fmla="*/ 79 w 307"/>
                <a:gd name="T27" fmla="*/ 300 h 349"/>
                <a:gd name="T28" fmla="*/ 109 w 307"/>
                <a:gd name="T29" fmla="*/ 294 h 349"/>
                <a:gd name="T30" fmla="*/ 83 w 307"/>
                <a:gd name="T31" fmla="*/ 264 h 349"/>
                <a:gd name="T32" fmla="*/ 178 w 307"/>
                <a:gd name="T33" fmla="*/ 244 h 349"/>
                <a:gd name="T34" fmla="*/ 248 w 307"/>
                <a:gd name="T35" fmla="*/ 266 h 349"/>
                <a:gd name="T36" fmla="*/ 222 w 307"/>
                <a:gd name="T37" fmla="*/ 291 h 349"/>
                <a:gd name="T38" fmla="*/ 253 w 307"/>
                <a:gd name="T39" fmla="*/ 300 h 349"/>
                <a:gd name="T40" fmla="*/ 274 w 307"/>
                <a:gd name="T41" fmla="*/ 75 h 349"/>
                <a:gd name="T42" fmla="*/ 302 w 307"/>
                <a:gd name="T43" fmla="*/ 133 h 349"/>
                <a:gd name="T44" fmla="*/ 264 w 307"/>
                <a:gd name="T45" fmla="*/ 85 h 349"/>
                <a:gd name="T46" fmla="*/ 187 w 307"/>
                <a:gd name="T47" fmla="*/ 47 h 349"/>
                <a:gd name="T48" fmla="*/ 210 w 307"/>
                <a:gd name="T49" fmla="*/ 121 h 349"/>
                <a:gd name="T50" fmla="*/ 175 w 307"/>
                <a:gd name="T51" fmla="*/ 139 h 349"/>
                <a:gd name="T52" fmla="*/ 173 w 307"/>
                <a:gd name="T53" fmla="*/ 173 h 349"/>
                <a:gd name="T54" fmla="*/ 225 w 307"/>
                <a:gd name="T55" fmla="*/ 175 h 349"/>
                <a:gd name="T56" fmla="*/ 173 w 307"/>
                <a:gd name="T57" fmla="*/ 188 h 349"/>
                <a:gd name="T58" fmla="*/ 166 w 307"/>
                <a:gd name="T59" fmla="*/ 219 h 349"/>
                <a:gd name="T60" fmla="*/ 305 w 307"/>
                <a:gd name="T61" fmla="*/ 250 h 349"/>
                <a:gd name="T62" fmla="*/ 256 w 307"/>
                <a:gd name="T63" fmla="*/ 318 h 349"/>
                <a:gd name="T64" fmla="*/ 192 w 307"/>
                <a:gd name="T65" fmla="*/ 338 h 349"/>
                <a:gd name="T66" fmla="*/ 232 w 307"/>
                <a:gd name="T67" fmla="*/ 312 h 349"/>
                <a:gd name="T68" fmla="*/ 183 w 307"/>
                <a:gd name="T69" fmla="*/ 304 h 349"/>
                <a:gd name="T70" fmla="*/ 181 w 307"/>
                <a:gd name="T71" fmla="*/ 343 h 349"/>
                <a:gd name="T72" fmla="*/ 132 w 307"/>
                <a:gd name="T73" fmla="*/ 334 h 349"/>
                <a:gd name="T74" fmla="*/ 168 w 307"/>
                <a:gd name="T75" fmla="*/ 330 h 349"/>
                <a:gd name="T76" fmla="*/ 166 w 307"/>
                <a:gd name="T77" fmla="*/ 304 h 349"/>
                <a:gd name="T78" fmla="*/ 100 w 307"/>
                <a:gd name="T79" fmla="*/ 311 h 349"/>
                <a:gd name="T80" fmla="*/ 123 w 307"/>
                <a:gd name="T81" fmla="*/ 334 h 349"/>
                <a:gd name="T82" fmla="*/ 25 w 307"/>
                <a:gd name="T83" fmla="*/ 252 h 349"/>
                <a:gd name="T84" fmla="*/ 161 w 307"/>
                <a:gd name="T85" fmla="*/ 221 h 349"/>
                <a:gd name="T86" fmla="*/ 157 w 307"/>
                <a:gd name="T87" fmla="*/ 191 h 349"/>
                <a:gd name="T88" fmla="*/ 104 w 307"/>
                <a:gd name="T89" fmla="*/ 182 h 349"/>
                <a:gd name="T90" fmla="*/ 156 w 307"/>
                <a:gd name="T91" fmla="*/ 173 h 349"/>
                <a:gd name="T92" fmla="*/ 157 w 307"/>
                <a:gd name="T93" fmla="*/ 140 h 349"/>
                <a:gd name="T94" fmla="*/ 104 w 307"/>
                <a:gd name="T95" fmla="*/ 132 h 349"/>
                <a:gd name="T96" fmla="*/ 121 w 307"/>
                <a:gd name="T97" fmla="*/ 123 h 349"/>
                <a:gd name="T98" fmla="*/ 144 w 307"/>
                <a:gd name="T99" fmla="*/ 51 h 349"/>
                <a:gd name="T100" fmla="*/ 34 w 307"/>
                <a:gd name="T101" fmla="*/ 143 h 349"/>
                <a:gd name="T102" fmla="*/ 95 w 307"/>
                <a:gd name="T103" fmla="*/ 140 h 349"/>
                <a:gd name="T104" fmla="*/ 28 w 307"/>
                <a:gd name="T105" fmla="*/ 173 h 349"/>
                <a:gd name="T106" fmla="*/ 95 w 307"/>
                <a:gd name="T107" fmla="*/ 171 h 349"/>
                <a:gd name="T108" fmla="*/ 28 w 307"/>
                <a:gd name="T109" fmla="*/ 204 h 349"/>
                <a:gd name="T110" fmla="*/ 91 w 307"/>
                <a:gd name="T111" fmla="*/ 201 h 349"/>
                <a:gd name="T112" fmla="*/ 33 w 307"/>
                <a:gd name="T113" fmla="*/ 221 h 349"/>
                <a:gd name="T114" fmla="*/ 28 w 307"/>
                <a:gd name="T115" fmla="*/ 239 h 349"/>
                <a:gd name="T116" fmla="*/ 12 w 307"/>
                <a:gd name="T117" fmla="*/ 213 h 349"/>
                <a:gd name="T118" fmla="*/ 150 w 307"/>
                <a:gd name="T119" fmla="*/ 29 h 349"/>
                <a:gd name="T120" fmla="*/ 177 w 307"/>
                <a:gd name="T121" fmla="*/ 29 h 349"/>
                <a:gd name="T122" fmla="*/ 274 w 307"/>
                <a:gd name="T123" fmla="*/ 75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7" h="349">
                  <a:moveTo>
                    <a:pt x="220" y="268"/>
                  </a:moveTo>
                  <a:cubicBezTo>
                    <a:pt x="190" y="258"/>
                    <a:pt x="144" y="258"/>
                    <a:pt x="111" y="268"/>
                  </a:cubicBezTo>
                  <a:cubicBezTo>
                    <a:pt x="129" y="292"/>
                    <a:pt x="201" y="292"/>
                    <a:pt x="220" y="268"/>
                  </a:cubicBezTo>
                  <a:close/>
                  <a:moveTo>
                    <a:pt x="173" y="123"/>
                  </a:moveTo>
                  <a:cubicBezTo>
                    <a:pt x="181" y="123"/>
                    <a:pt x="187" y="123"/>
                    <a:pt x="194" y="123"/>
                  </a:cubicBezTo>
                  <a:cubicBezTo>
                    <a:pt x="184" y="96"/>
                    <a:pt x="181" y="64"/>
                    <a:pt x="162" y="45"/>
                  </a:cubicBezTo>
                  <a:cubicBezTo>
                    <a:pt x="154" y="71"/>
                    <a:pt x="143" y="95"/>
                    <a:pt x="137" y="123"/>
                  </a:cubicBezTo>
                  <a:cubicBezTo>
                    <a:pt x="143" y="123"/>
                    <a:pt x="149" y="123"/>
                    <a:pt x="156" y="123"/>
                  </a:cubicBezTo>
                  <a:cubicBezTo>
                    <a:pt x="156" y="113"/>
                    <a:pt x="159" y="106"/>
                    <a:pt x="168" y="105"/>
                  </a:cubicBezTo>
                  <a:cubicBezTo>
                    <a:pt x="173" y="107"/>
                    <a:pt x="173" y="114"/>
                    <a:pt x="173" y="123"/>
                  </a:cubicBezTo>
                  <a:close/>
                  <a:moveTo>
                    <a:pt x="253" y="300"/>
                  </a:moveTo>
                  <a:cubicBezTo>
                    <a:pt x="266" y="288"/>
                    <a:pt x="278" y="276"/>
                    <a:pt x="286" y="257"/>
                  </a:cubicBezTo>
                  <a:cubicBezTo>
                    <a:pt x="219" y="230"/>
                    <a:pt x="105" y="229"/>
                    <a:pt x="45" y="259"/>
                  </a:cubicBezTo>
                  <a:cubicBezTo>
                    <a:pt x="54" y="276"/>
                    <a:pt x="67" y="287"/>
                    <a:pt x="79" y="300"/>
                  </a:cubicBezTo>
                  <a:cubicBezTo>
                    <a:pt x="90" y="299"/>
                    <a:pt x="96" y="292"/>
                    <a:pt x="109" y="294"/>
                  </a:cubicBezTo>
                  <a:cubicBezTo>
                    <a:pt x="105" y="280"/>
                    <a:pt x="85" y="281"/>
                    <a:pt x="83" y="264"/>
                  </a:cubicBezTo>
                  <a:cubicBezTo>
                    <a:pt x="100" y="247"/>
                    <a:pt x="143" y="242"/>
                    <a:pt x="178" y="244"/>
                  </a:cubicBezTo>
                  <a:cubicBezTo>
                    <a:pt x="205" y="247"/>
                    <a:pt x="238" y="249"/>
                    <a:pt x="248" y="266"/>
                  </a:cubicBezTo>
                  <a:cubicBezTo>
                    <a:pt x="244" y="280"/>
                    <a:pt x="228" y="281"/>
                    <a:pt x="222" y="291"/>
                  </a:cubicBezTo>
                  <a:cubicBezTo>
                    <a:pt x="232" y="294"/>
                    <a:pt x="243" y="297"/>
                    <a:pt x="253" y="300"/>
                  </a:cubicBezTo>
                  <a:close/>
                  <a:moveTo>
                    <a:pt x="274" y="75"/>
                  </a:moveTo>
                  <a:cubicBezTo>
                    <a:pt x="287" y="88"/>
                    <a:pt x="307" y="110"/>
                    <a:pt x="302" y="133"/>
                  </a:cubicBezTo>
                  <a:cubicBezTo>
                    <a:pt x="283" y="125"/>
                    <a:pt x="278" y="100"/>
                    <a:pt x="264" y="85"/>
                  </a:cubicBezTo>
                  <a:cubicBezTo>
                    <a:pt x="244" y="64"/>
                    <a:pt x="217" y="57"/>
                    <a:pt x="187" y="47"/>
                  </a:cubicBezTo>
                  <a:cubicBezTo>
                    <a:pt x="192" y="75"/>
                    <a:pt x="204" y="94"/>
                    <a:pt x="210" y="121"/>
                  </a:cubicBezTo>
                  <a:cubicBezTo>
                    <a:pt x="252" y="134"/>
                    <a:pt x="201" y="145"/>
                    <a:pt x="175" y="139"/>
                  </a:cubicBezTo>
                  <a:cubicBezTo>
                    <a:pt x="171" y="147"/>
                    <a:pt x="175" y="162"/>
                    <a:pt x="173" y="173"/>
                  </a:cubicBezTo>
                  <a:cubicBezTo>
                    <a:pt x="187" y="177"/>
                    <a:pt x="210" y="168"/>
                    <a:pt x="225" y="175"/>
                  </a:cubicBezTo>
                  <a:cubicBezTo>
                    <a:pt x="225" y="202"/>
                    <a:pt x="197" y="185"/>
                    <a:pt x="173" y="188"/>
                  </a:cubicBezTo>
                  <a:cubicBezTo>
                    <a:pt x="173" y="202"/>
                    <a:pt x="175" y="215"/>
                    <a:pt x="166" y="219"/>
                  </a:cubicBezTo>
                  <a:cubicBezTo>
                    <a:pt x="220" y="223"/>
                    <a:pt x="271" y="226"/>
                    <a:pt x="305" y="250"/>
                  </a:cubicBezTo>
                  <a:cubicBezTo>
                    <a:pt x="297" y="277"/>
                    <a:pt x="278" y="302"/>
                    <a:pt x="256" y="318"/>
                  </a:cubicBezTo>
                  <a:cubicBezTo>
                    <a:pt x="239" y="330"/>
                    <a:pt x="215" y="342"/>
                    <a:pt x="192" y="338"/>
                  </a:cubicBezTo>
                  <a:cubicBezTo>
                    <a:pt x="192" y="315"/>
                    <a:pt x="222" y="325"/>
                    <a:pt x="232" y="312"/>
                  </a:cubicBezTo>
                  <a:cubicBezTo>
                    <a:pt x="220" y="305"/>
                    <a:pt x="201" y="305"/>
                    <a:pt x="183" y="304"/>
                  </a:cubicBezTo>
                  <a:cubicBezTo>
                    <a:pt x="182" y="311"/>
                    <a:pt x="187" y="335"/>
                    <a:pt x="181" y="343"/>
                  </a:cubicBezTo>
                  <a:cubicBezTo>
                    <a:pt x="166" y="349"/>
                    <a:pt x="129" y="347"/>
                    <a:pt x="132" y="334"/>
                  </a:cubicBezTo>
                  <a:cubicBezTo>
                    <a:pt x="134" y="323"/>
                    <a:pt x="154" y="330"/>
                    <a:pt x="168" y="330"/>
                  </a:cubicBezTo>
                  <a:cubicBezTo>
                    <a:pt x="168" y="321"/>
                    <a:pt x="168" y="311"/>
                    <a:pt x="166" y="304"/>
                  </a:cubicBezTo>
                  <a:cubicBezTo>
                    <a:pt x="140" y="302"/>
                    <a:pt x="120" y="306"/>
                    <a:pt x="100" y="311"/>
                  </a:cubicBezTo>
                  <a:cubicBezTo>
                    <a:pt x="105" y="321"/>
                    <a:pt x="129" y="318"/>
                    <a:pt x="123" y="334"/>
                  </a:cubicBezTo>
                  <a:cubicBezTo>
                    <a:pt x="76" y="330"/>
                    <a:pt x="44" y="294"/>
                    <a:pt x="25" y="252"/>
                  </a:cubicBezTo>
                  <a:cubicBezTo>
                    <a:pt x="57" y="228"/>
                    <a:pt x="109" y="224"/>
                    <a:pt x="161" y="221"/>
                  </a:cubicBezTo>
                  <a:cubicBezTo>
                    <a:pt x="161" y="216"/>
                    <a:pt x="155" y="204"/>
                    <a:pt x="157" y="191"/>
                  </a:cubicBezTo>
                  <a:cubicBezTo>
                    <a:pt x="142" y="182"/>
                    <a:pt x="111" y="200"/>
                    <a:pt x="104" y="182"/>
                  </a:cubicBezTo>
                  <a:cubicBezTo>
                    <a:pt x="109" y="164"/>
                    <a:pt x="139" y="178"/>
                    <a:pt x="156" y="173"/>
                  </a:cubicBezTo>
                  <a:cubicBezTo>
                    <a:pt x="160" y="166"/>
                    <a:pt x="156" y="151"/>
                    <a:pt x="157" y="140"/>
                  </a:cubicBezTo>
                  <a:cubicBezTo>
                    <a:pt x="138" y="133"/>
                    <a:pt x="113" y="151"/>
                    <a:pt x="104" y="132"/>
                  </a:cubicBezTo>
                  <a:cubicBezTo>
                    <a:pt x="105" y="124"/>
                    <a:pt x="112" y="123"/>
                    <a:pt x="121" y="123"/>
                  </a:cubicBezTo>
                  <a:cubicBezTo>
                    <a:pt x="124" y="95"/>
                    <a:pt x="137" y="76"/>
                    <a:pt x="144" y="51"/>
                  </a:cubicBezTo>
                  <a:cubicBezTo>
                    <a:pt x="88" y="54"/>
                    <a:pt x="52" y="94"/>
                    <a:pt x="34" y="143"/>
                  </a:cubicBezTo>
                  <a:cubicBezTo>
                    <a:pt x="52" y="142"/>
                    <a:pt x="83" y="124"/>
                    <a:pt x="95" y="140"/>
                  </a:cubicBezTo>
                  <a:cubicBezTo>
                    <a:pt x="83" y="162"/>
                    <a:pt x="34" y="142"/>
                    <a:pt x="28" y="173"/>
                  </a:cubicBezTo>
                  <a:cubicBezTo>
                    <a:pt x="41" y="177"/>
                    <a:pt x="79" y="152"/>
                    <a:pt x="95" y="171"/>
                  </a:cubicBezTo>
                  <a:cubicBezTo>
                    <a:pt x="83" y="192"/>
                    <a:pt x="30" y="172"/>
                    <a:pt x="28" y="204"/>
                  </a:cubicBezTo>
                  <a:cubicBezTo>
                    <a:pt x="43" y="206"/>
                    <a:pt x="76" y="183"/>
                    <a:pt x="91" y="201"/>
                  </a:cubicBezTo>
                  <a:cubicBezTo>
                    <a:pt x="84" y="220"/>
                    <a:pt x="45" y="207"/>
                    <a:pt x="33" y="221"/>
                  </a:cubicBezTo>
                  <a:cubicBezTo>
                    <a:pt x="30" y="225"/>
                    <a:pt x="35" y="238"/>
                    <a:pt x="28" y="239"/>
                  </a:cubicBezTo>
                  <a:cubicBezTo>
                    <a:pt x="16" y="237"/>
                    <a:pt x="13" y="223"/>
                    <a:pt x="12" y="213"/>
                  </a:cubicBezTo>
                  <a:cubicBezTo>
                    <a:pt x="0" y="105"/>
                    <a:pt x="69" y="44"/>
                    <a:pt x="150" y="29"/>
                  </a:cubicBezTo>
                  <a:cubicBezTo>
                    <a:pt x="155" y="9"/>
                    <a:pt x="176" y="0"/>
                    <a:pt x="177" y="29"/>
                  </a:cubicBezTo>
                  <a:cubicBezTo>
                    <a:pt x="214" y="35"/>
                    <a:pt x="250" y="51"/>
                    <a:pt x="274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5" name="Freeform 30">
              <a:extLst>
                <a:ext uri="{FF2B5EF4-FFF2-40B4-BE49-F238E27FC236}">
                  <a16:creationId xmlns:a16="http://schemas.microsoft.com/office/drawing/2014/main" id="{A579D0CD-B52B-5ECE-3128-0C4ECBF10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698" y="5542598"/>
              <a:ext cx="265112" cy="306388"/>
            </a:xfrm>
            <a:custGeom>
              <a:avLst/>
              <a:gdLst>
                <a:gd name="T0" fmla="*/ 100 w 102"/>
                <a:gd name="T1" fmla="*/ 5 h 118"/>
                <a:gd name="T2" fmla="*/ 89 w 102"/>
                <a:gd name="T3" fmla="*/ 13 h 118"/>
                <a:gd name="T4" fmla="*/ 86 w 102"/>
                <a:gd name="T5" fmla="*/ 83 h 118"/>
                <a:gd name="T6" fmla="*/ 21 w 102"/>
                <a:gd name="T7" fmla="*/ 99 h 118"/>
                <a:gd name="T8" fmla="*/ 12 w 102"/>
                <a:gd name="T9" fmla="*/ 16 h 118"/>
                <a:gd name="T10" fmla="*/ 0 w 102"/>
                <a:gd name="T11" fmla="*/ 8 h 118"/>
                <a:gd name="T12" fmla="*/ 42 w 102"/>
                <a:gd name="T13" fmla="*/ 5 h 118"/>
                <a:gd name="T14" fmla="*/ 30 w 102"/>
                <a:gd name="T15" fmla="*/ 13 h 118"/>
                <a:gd name="T16" fmla="*/ 48 w 102"/>
                <a:gd name="T17" fmla="*/ 99 h 118"/>
                <a:gd name="T18" fmla="*/ 74 w 102"/>
                <a:gd name="T19" fmla="*/ 13 h 118"/>
                <a:gd name="T20" fmla="*/ 61 w 102"/>
                <a:gd name="T21" fmla="*/ 8 h 118"/>
                <a:gd name="T22" fmla="*/ 100 w 102"/>
                <a:gd name="T23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" h="118">
                  <a:moveTo>
                    <a:pt x="100" y="5"/>
                  </a:moveTo>
                  <a:cubicBezTo>
                    <a:pt x="102" y="13"/>
                    <a:pt x="91" y="9"/>
                    <a:pt x="89" y="13"/>
                  </a:cubicBezTo>
                  <a:cubicBezTo>
                    <a:pt x="78" y="33"/>
                    <a:pt x="91" y="61"/>
                    <a:pt x="86" y="83"/>
                  </a:cubicBezTo>
                  <a:cubicBezTo>
                    <a:pt x="80" y="107"/>
                    <a:pt x="39" y="118"/>
                    <a:pt x="21" y="99"/>
                  </a:cubicBezTo>
                  <a:cubicBezTo>
                    <a:pt x="1" y="80"/>
                    <a:pt x="23" y="45"/>
                    <a:pt x="12" y="16"/>
                  </a:cubicBezTo>
                  <a:cubicBezTo>
                    <a:pt x="11" y="9"/>
                    <a:pt x="3" y="12"/>
                    <a:pt x="0" y="8"/>
                  </a:cubicBezTo>
                  <a:cubicBezTo>
                    <a:pt x="8" y="0"/>
                    <a:pt x="33" y="4"/>
                    <a:pt x="42" y="5"/>
                  </a:cubicBezTo>
                  <a:cubicBezTo>
                    <a:pt x="43" y="13"/>
                    <a:pt x="32" y="9"/>
                    <a:pt x="30" y="13"/>
                  </a:cubicBezTo>
                  <a:cubicBezTo>
                    <a:pt x="28" y="43"/>
                    <a:pt x="20" y="95"/>
                    <a:pt x="48" y="99"/>
                  </a:cubicBezTo>
                  <a:cubicBezTo>
                    <a:pt x="83" y="105"/>
                    <a:pt x="85" y="48"/>
                    <a:pt x="74" y="13"/>
                  </a:cubicBezTo>
                  <a:cubicBezTo>
                    <a:pt x="71" y="9"/>
                    <a:pt x="61" y="13"/>
                    <a:pt x="61" y="8"/>
                  </a:cubicBezTo>
                  <a:cubicBezTo>
                    <a:pt x="67" y="0"/>
                    <a:pt x="92" y="4"/>
                    <a:pt x="10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6" name="Freeform 31">
              <a:extLst>
                <a:ext uri="{FF2B5EF4-FFF2-40B4-BE49-F238E27FC236}">
                  <a16:creationId xmlns:a16="http://schemas.microsoft.com/office/drawing/2014/main" id="{18784BCF-A725-3ABD-F6A0-0E2C99305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685" y="4912360"/>
              <a:ext cx="98425" cy="196850"/>
            </a:xfrm>
            <a:custGeom>
              <a:avLst/>
              <a:gdLst>
                <a:gd name="T0" fmla="*/ 27 w 38"/>
                <a:gd name="T1" fmla="*/ 12 h 76"/>
                <a:gd name="T2" fmla="*/ 11 w 38"/>
                <a:gd name="T3" fmla="*/ 65 h 76"/>
                <a:gd name="T4" fmla="*/ 27 w 38"/>
                <a:gd name="T5" fmla="*/ 1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6">
                  <a:moveTo>
                    <a:pt x="27" y="12"/>
                  </a:moveTo>
                  <a:cubicBezTo>
                    <a:pt x="35" y="26"/>
                    <a:pt x="38" y="76"/>
                    <a:pt x="11" y="65"/>
                  </a:cubicBezTo>
                  <a:cubicBezTo>
                    <a:pt x="2" y="51"/>
                    <a:pt x="0" y="0"/>
                    <a:pt x="2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7" name="Freeform 32">
              <a:extLst>
                <a:ext uri="{FF2B5EF4-FFF2-40B4-BE49-F238E27FC236}">
                  <a16:creationId xmlns:a16="http://schemas.microsoft.com/office/drawing/2014/main" id="{150DEFEC-500E-F1BC-CF2B-BDACE97E1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235" y="4909185"/>
              <a:ext cx="98425" cy="127000"/>
            </a:xfrm>
            <a:custGeom>
              <a:avLst/>
              <a:gdLst>
                <a:gd name="T0" fmla="*/ 32 w 38"/>
                <a:gd name="T1" fmla="*/ 13 h 49"/>
                <a:gd name="T2" fmla="*/ 30 w 38"/>
                <a:gd name="T3" fmla="*/ 42 h 49"/>
                <a:gd name="T4" fmla="*/ 32 w 38"/>
                <a:gd name="T5" fmla="*/ 1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49">
                  <a:moveTo>
                    <a:pt x="32" y="13"/>
                  </a:moveTo>
                  <a:cubicBezTo>
                    <a:pt x="38" y="23"/>
                    <a:pt x="38" y="34"/>
                    <a:pt x="30" y="42"/>
                  </a:cubicBezTo>
                  <a:cubicBezTo>
                    <a:pt x="0" y="49"/>
                    <a:pt x="7" y="0"/>
                    <a:pt x="32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8" name="Freeform 33">
              <a:extLst>
                <a:ext uri="{FF2B5EF4-FFF2-40B4-BE49-F238E27FC236}">
                  <a16:creationId xmlns:a16="http://schemas.microsoft.com/office/drawing/2014/main" id="{22F2B0CB-454C-0A2C-E4D1-9FE8FE5A7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735" y="5240973"/>
              <a:ext cx="273050" cy="349250"/>
            </a:xfrm>
            <a:custGeom>
              <a:avLst/>
              <a:gdLst>
                <a:gd name="T0" fmla="*/ 96 w 105"/>
                <a:gd name="T1" fmla="*/ 51 h 134"/>
                <a:gd name="T2" fmla="*/ 105 w 105"/>
                <a:gd name="T3" fmla="*/ 51 h 134"/>
                <a:gd name="T4" fmla="*/ 85 w 105"/>
                <a:gd name="T5" fmla="*/ 81 h 134"/>
                <a:gd name="T6" fmla="*/ 73 w 105"/>
                <a:gd name="T7" fmla="*/ 33 h 134"/>
                <a:gd name="T8" fmla="*/ 15 w 105"/>
                <a:gd name="T9" fmla="*/ 81 h 134"/>
                <a:gd name="T10" fmla="*/ 60 w 105"/>
                <a:gd name="T11" fmla="*/ 97 h 134"/>
                <a:gd name="T12" fmla="*/ 51 w 105"/>
                <a:gd name="T13" fmla="*/ 81 h 134"/>
                <a:gd name="T14" fmla="*/ 87 w 105"/>
                <a:gd name="T15" fmla="*/ 107 h 134"/>
                <a:gd name="T16" fmla="*/ 76 w 105"/>
                <a:gd name="T17" fmla="*/ 106 h 134"/>
                <a:gd name="T18" fmla="*/ 56 w 105"/>
                <a:gd name="T19" fmla="*/ 132 h 134"/>
                <a:gd name="T20" fmla="*/ 1 w 105"/>
                <a:gd name="T21" fmla="*/ 77 h 134"/>
                <a:gd name="T22" fmla="*/ 96 w 105"/>
                <a:gd name="T23" fmla="*/ 5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5" h="134">
                  <a:moveTo>
                    <a:pt x="96" y="51"/>
                  </a:moveTo>
                  <a:cubicBezTo>
                    <a:pt x="100" y="51"/>
                    <a:pt x="101" y="47"/>
                    <a:pt x="105" y="51"/>
                  </a:cubicBezTo>
                  <a:cubicBezTo>
                    <a:pt x="104" y="59"/>
                    <a:pt x="95" y="75"/>
                    <a:pt x="85" y="81"/>
                  </a:cubicBezTo>
                  <a:cubicBezTo>
                    <a:pt x="88" y="64"/>
                    <a:pt x="89" y="39"/>
                    <a:pt x="73" y="33"/>
                  </a:cubicBezTo>
                  <a:cubicBezTo>
                    <a:pt x="51" y="23"/>
                    <a:pt x="17" y="52"/>
                    <a:pt x="15" y="81"/>
                  </a:cubicBezTo>
                  <a:cubicBezTo>
                    <a:pt x="12" y="114"/>
                    <a:pt x="51" y="134"/>
                    <a:pt x="60" y="97"/>
                  </a:cubicBezTo>
                  <a:cubicBezTo>
                    <a:pt x="60" y="88"/>
                    <a:pt x="49" y="91"/>
                    <a:pt x="51" y="81"/>
                  </a:cubicBezTo>
                  <a:cubicBezTo>
                    <a:pt x="63" y="88"/>
                    <a:pt x="78" y="95"/>
                    <a:pt x="87" y="107"/>
                  </a:cubicBezTo>
                  <a:cubicBezTo>
                    <a:pt x="83" y="113"/>
                    <a:pt x="81" y="105"/>
                    <a:pt x="76" y="106"/>
                  </a:cubicBezTo>
                  <a:cubicBezTo>
                    <a:pt x="66" y="111"/>
                    <a:pt x="62" y="123"/>
                    <a:pt x="56" y="132"/>
                  </a:cubicBezTo>
                  <a:cubicBezTo>
                    <a:pt x="27" y="124"/>
                    <a:pt x="1" y="110"/>
                    <a:pt x="1" y="77"/>
                  </a:cubicBezTo>
                  <a:cubicBezTo>
                    <a:pt x="0" y="25"/>
                    <a:pt x="73" y="0"/>
                    <a:pt x="96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9" name="Freeform 34">
              <a:extLst>
                <a:ext uri="{FF2B5EF4-FFF2-40B4-BE49-F238E27FC236}">
                  <a16:creationId xmlns:a16="http://schemas.microsoft.com/office/drawing/2014/main" id="{34988525-1D85-232C-6F51-5C9F440F58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15148" y="2423160"/>
              <a:ext cx="771525" cy="731838"/>
            </a:xfrm>
            <a:custGeom>
              <a:avLst/>
              <a:gdLst>
                <a:gd name="T0" fmla="*/ 26 w 297"/>
                <a:gd name="T1" fmla="*/ 174 h 282"/>
                <a:gd name="T2" fmla="*/ 40 w 297"/>
                <a:gd name="T3" fmla="*/ 158 h 282"/>
                <a:gd name="T4" fmla="*/ 24 w 297"/>
                <a:gd name="T5" fmla="*/ 158 h 282"/>
                <a:gd name="T6" fmla="*/ 73 w 297"/>
                <a:gd name="T7" fmla="*/ 171 h 282"/>
                <a:gd name="T8" fmla="*/ 35 w 297"/>
                <a:gd name="T9" fmla="*/ 234 h 282"/>
                <a:gd name="T10" fmla="*/ 53 w 297"/>
                <a:gd name="T11" fmla="*/ 180 h 282"/>
                <a:gd name="T12" fmla="*/ 80 w 297"/>
                <a:gd name="T13" fmla="*/ 127 h 282"/>
                <a:gd name="T14" fmla="*/ 59 w 297"/>
                <a:gd name="T15" fmla="*/ 141 h 282"/>
                <a:gd name="T16" fmla="*/ 101 w 297"/>
                <a:gd name="T17" fmla="*/ 136 h 282"/>
                <a:gd name="T18" fmla="*/ 101 w 297"/>
                <a:gd name="T19" fmla="*/ 136 h 282"/>
                <a:gd name="T20" fmla="*/ 126 w 297"/>
                <a:gd name="T21" fmla="*/ 139 h 282"/>
                <a:gd name="T22" fmla="*/ 134 w 297"/>
                <a:gd name="T23" fmla="*/ 161 h 282"/>
                <a:gd name="T24" fmla="*/ 134 w 297"/>
                <a:gd name="T25" fmla="*/ 161 h 282"/>
                <a:gd name="T26" fmla="*/ 151 w 297"/>
                <a:gd name="T27" fmla="*/ 27 h 282"/>
                <a:gd name="T28" fmla="*/ 157 w 297"/>
                <a:gd name="T29" fmla="*/ 239 h 282"/>
                <a:gd name="T30" fmla="*/ 163 w 297"/>
                <a:gd name="T31" fmla="*/ 200 h 282"/>
                <a:gd name="T32" fmla="*/ 139 w 297"/>
                <a:gd name="T33" fmla="*/ 218 h 282"/>
                <a:gd name="T34" fmla="*/ 156 w 297"/>
                <a:gd name="T35" fmla="*/ 227 h 282"/>
                <a:gd name="T36" fmla="*/ 173 w 297"/>
                <a:gd name="T37" fmla="*/ 39 h 282"/>
                <a:gd name="T38" fmla="*/ 173 w 297"/>
                <a:gd name="T39" fmla="*/ 39 h 282"/>
                <a:gd name="T40" fmla="*/ 173 w 297"/>
                <a:gd name="T41" fmla="*/ 58 h 282"/>
                <a:gd name="T42" fmla="*/ 157 w 297"/>
                <a:gd name="T43" fmla="*/ 191 h 282"/>
                <a:gd name="T44" fmla="*/ 143 w 297"/>
                <a:gd name="T45" fmla="*/ 186 h 282"/>
                <a:gd name="T46" fmla="*/ 157 w 297"/>
                <a:gd name="T47" fmla="*/ 191 h 282"/>
                <a:gd name="T48" fmla="*/ 186 w 297"/>
                <a:gd name="T49" fmla="*/ 127 h 282"/>
                <a:gd name="T50" fmla="*/ 202 w 297"/>
                <a:gd name="T51" fmla="*/ 119 h 282"/>
                <a:gd name="T52" fmla="*/ 198 w 297"/>
                <a:gd name="T53" fmla="*/ 67 h 282"/>
                <a:gd name="T54" fmla="*/ 189 w 297"/>
                <a:gd name="T55" fmla="*/ 72 h 282"/>
                <a:gd name="T56" fmla="*/ 209 w 297"/>
                <a:gd name="T57" fmla="*/ 66 h 282"/>
                <a:gd name="T58" fmla="*/ 211 w 297"/>
                <a:gd name="T59" fmla="*/ 72 h 282"/>
                <a:gd name="T60" fmla="*/ 217 w 297"/>
                <a:gd name="T61" fmla="*/ 139 h 282"/>
                <a:gd name="T62" fmla="*/ 201 w 297"/>
                <a:gd name="T63" fmla="*/ 150 h 282"/>
                <a:gd name="T64" fmla="*/ 192 w 297"/>
                <a:gd name="T65" fmla="*/ 166 h 282"/>
                <a:gd name="T66" fmla="*/ 227 w 297"/>
                <a:gd name="T67" fmla="*/ 67 h 282"/>
                <a:gd name="T68" fmla="*/ 235 w 297"/>
                <a:gd name="T69" fmla="*/ 115 h 282"/>
                <a:gd name="T70" fmla="*/ 184 w 297"/>
                <a:gd name="T71" fmla="*/ 91 h 282"/>
                <a:gd name="T72" fmla="*/ 173 w 297"/>
                <a:gd name="T73" fmla="*/ 84 h 282"/>
                <a:gd name="T74" fmla="*/ 154 w 297"/>
                <a:gd name="T75" fmla="*/ 136 h 282"/>
                <a:gd name="T76" fmla="*/ 206 w 297"/>
                <a:gd name="T77" fmla="*/ 109 h 282"/>
                <a:gd name="T78" fmla="*/ 217 w 297"/>
                <a:gd name="T79" fmla="*/ 96 h 282"/>
                <a:gd name="T80" fmla="*/ 235 w 297"/>
                <a:gd name="T81" fmla="*/ 115 h 282"/>
                <a:gd name="T82" fmla="*/ 251 w 297"/>
                <a:gd name="T83" fmla="*/ 106 h 282"/>
                <a:gd name="T84" fmla="*/ 249 w 297"/>
                <a:gd name="T85" fmla="*/ 119 h 282"/>
                <a:gd name="T86" fmla="*/ 263 w 297"/>
                <a:gd name="T87" fmla="*/ 261 h 282"/>
                <a:gd name="T88" fmla="*/ 185 w 297"/>
                <a:gd name="T89" fmla="*/ 225 h 282"/>
                <a:gd name="T90" fmla="*/ 131 w 297"/>
                <a:gd name="T91" fmla="*/ 267 h 282"/>
                <a:gd name="T92" fmla="*/ 62 w 297"/>
                <a:gd name="T93" fmla="*/ 218 h 282"/>
                <a:gd name="T94" fmla="*/ 10 w 297"/>
                <a:gd name="T95" fmla="*/ 256 h 282"/>
                <a:gd name="T96" fmla="*/ 97 w 297"/>
                <a:gd name="T97" fmla="*/ 113 h 282"/>
                <a:gd name="T98" fmla="*/ 134 w 297"/>
                <a:gd name="T99" fmla="*/ 82 h 282"/>
                <a:gd name="T100" fmla="*/ 207 w 297"/>
                <a:gd name="T101" fmla="*/ 8 h 282"/>
                <a:gd name="T102" fmla="*/ 234 w 297"/>
                <a:gd name="T103" fmla="*/ 27 h 282"/>
                <a:gd name="T104" fmla="*/ 263 w 297"/>
                <a:gd name="T105" fmla="*/ 184 h 282"/>
                <a:gd name="T106" fmla="*/ 290 w 297"/>
                <a:gd name="T107" fmla="*/ 23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7" h="282">
                  <a:moveTo>
                    <a:pt x="24" y="186"/>
                  </a:moveTo>
                  <a:cubicBezTo>
                    <a:pt x="30" y="187"/>
                    <a:pt x="32" y="172"/>
                    <a:pt x="26" y="174"/>
                  </a:cubicBezTo>
                  <a:cubicBezTo>
                    <a:pt x="22" y="175"/>
                    <a:pt x="21" y="182"/>
                    <a:pt x="24" y="186"/>
                  </a:cubicBezTo>
                  <a:close/>
                  <a:moveTo>
                    <a:pt x="40" y="158"/>
                  </a:moveTo>
                  <a:cubicBezTo>
                    <a:pt x="40" y="155"/>
                    <a:pt x="37" y="152"/>
                    <a:pt x="38" y="147"/>
                  </a:cubicBezTo>
                  <a:cubicBezTo>
                    <a:pt x="30" y="147"/>
                    <a:pt x="24" y="151"/>
                    <a:pt x="24" y="158"/>
                  </a:cubicBezTo>
                  <a:cubicBezTo>
                    <a:pt x="32" y="160"/>
                    <a:pt x="31" y="160"/>
                    <a:pt x="40" y="158"/>
                  </a:cubicBezTo>
                  <a:close/>
                  <a:moveTo>
                    <a:pt x="73" y="171"/>
                  </a:moveTo>
                  <a:cubicBezTo>
                    <a:pt x="64" y="166"/>
                    <a:pt x="59" y="180"/>
                    <a:pt x="52" y="171"/>
                  </a:cubicBezTo>
                  <a:cubicBezTo>
                    <a:pt x="51" y="195"/>
                    <a:pt x="0" y="214"/>
                    <a:pt x="35" y="234"/>
                  </a:cubicBezTo>
                  <a:cubicBezTo>
                    <a:pt x="41" y="225"/>
                    <a:pt x="30" y="220"/>
                    <a:pt x="29" y="213"/>
                  </a:cubicBezTo>
                  <a:cubicBezTo>
                    <a:pt x="42" y="205"/>
                    <a:pt x="52" y="194"/>
                    <a:pt x="53" y="180"/>
                  </a:cubicBezTo>
                  <a:cubicBezTo>
                    <a:pt x="59" y="180"/>
                    <a:pt x="70" y="184"/>
                    <a:pt x="73" y="171"/>
                  </a:cubicBezTo>
                  <a:close/>
                  <a:moveTo>
                    <a:pt x="80" y="127"/>
                  </a:moveTo>
                  <a:cubicBezTo>
                    <a:pt x="70" y="120"/>
                    <a:pt x="55" y="125"/>
                    <a:pt x="52" y="136"/>
                  </a:cubicBezTo>
                  <a:cubicBezTo>
                    <a:pt x="57" y="134"/>
                    <a:pt x="54" y="142"/>
                    <a:pt x="59" y="141"/>
                  </a:cubicBezTo>
                  <a:cubicBezTo>
                    <a:pt x="66" y="137"/>
                    <a:pt x="76" y="136"/>
                    <a:pt x="80" y="127"/>
                  </a:cubicBezTo>
                  <a:close/>
                  <a:moveTo>
                    <a:pt x="101" y="136"/>
                  </a:moveTo>
                  <a:cubicBezTo>
                    <a:pt x="104" y="131"/>
                    <a:pt x="104" y="123"/>
                    <a:pt x="95" y="123"/>
                  </a:cubicBezTo>
                  <a:cubicBezTo>
                    <a:pt x="95" y="131"/>
                    <a:pt x="96" y="134"/>
                    <a:pt x="101" y="136"/>
                  </a:cubicBezTo>
                  <a:close/>
                  <a:moveTo>
                    <a:pt x="131" y="150"/>
                  </a:moveTo>
                  <a:cubicBezTo>
                    <a:pt x="131" y="144"/>
                    <a:pt x="131" y="139"/>
                    <a:pt x="126" y="139"/>
                  </a:cubicBezTo>
                  <a:cubicBezTo>
                    <a:pt x="124" y="144"/>
                    <a:pt x="124" y="151"/>
                    <a:pt x="131" y="150"/>
                  </a:cubicBezTo>
                  <a:close/>
                  <a:moveTo>
                    <a:pt x="134" y="161"/>
                  </a:moveTo>
                  <a:cubicBezTo>
                    <a:pt x="137" y="163"/>
                    <a:pt x="151" y="165"/>
                    <a:pt x="151" y="157"/>
                  </a:cubicBezTo>
                  <a:cubicBezTo>
                    <a:pt x="147" y="151"/>
                    <a:pt x="134" y="153"/>
                    <a:pt x="134" y="161"/>
                  </a:cubicBezTo>
                  <a:close/>
                  <a:moveTo>
                    <a:pt x="151" y="37"/>
                  </a:moveTo>
                  <a:cubicBezTo>
                    <a:pt x="152" y="36"/>
                    <a:pt x="158" y="25"/>
                    <a:pt x="151" y="27"/>
                  </a:cubicBezTo>
                  <a:cubicBezTo>
                    <a:pt x="148" y="28"/>
                    <a:pt x="142" y="37"/>
                    <a:pt x="151" y="37"/>
                  </a:cubicBezTo>
                  <a:close/>
                  <a:moveTo>
                    <a:pt x="157" y="239"/>
                  </a:moveTo>
                  <a:cubicBezTo>
                    <a:pt x="163" y="247"/>
                    <a:pt x="176" y="249"/>
                    <a:pt x="185" y="243"/>
                  </a:cubicBezTo>
                  <a:cubicBezTo>
                    <a:pt x="170" y="237"/>
                    <a:pt x="168" y="218"/>
                    <a:pt x="163" y="200"/>
                  </a:cubicBezTo>
                  <a:cubicBezTo>
                    <a:pt x="158" y="208"/>
                    <a:pt x="165" y="212"/>
                    <a:pt x="159" y="217"/>
                  </a:cubicBezTo>
                  <a:cubicBezTo>
                    <a:pt x="151" y="209"/>
                    <a:pt x="146" y="224"/>
                    <a:pt x="139" y="218"/>
                  </a:cubicBezTo>
                  <a:cubicBezTo>
                    <a:pt x="142" y="225"/>
                    <a:pt x="145" y="234"/>
                    <a:pt x="143" y="247"/>
                  </a:cubicBezTo>
                  <a:cubicBezTo>
                    <a:pt x="154" y="247"/>
                    <a:pt x="143" y="225"/>
                    <a:pt x="156" y="227"/>
                  </a:cubicBezTo>
                  <a:cubicBezTo>
                    <a:pt x="158" y="229"/>
                    <a:pt x="157" y="234"/>
                    <a:pt x="157" y="239"/>
                  </a:cubicBezTo>
                  <a:close/>
                  <a:moveTo>
                    <a:pt x="173" y="39"/>
                  </a:moveTo>
                  <a:cubicBezTo>
                    <a:pt x="181" y="37"/>
                    <a:pt x="187" y="25"/>
                    <a:pt x="178" y="20"/>
                  </a:cubicBezTo>
                  <a:cubicBezTo>
                    <a:pt x="176" y="28"/>
                    <a:pt x="174" y="32"/>
                    <a:pt x="173" y="39"/>
                  </a:cubicBezTo>
                  <a:close/>
                  <a:moveTo>
                    <a:pt x="202" y="28"/>
                  </a:moveTo>
                  <a:cubicBezTo>
                    <a:pt x="190" y="36"/>
                    <a:pt x="178" y="43"/>
                    <a:pt x="173" y="58"/>
                  </a:cubicBezTo>
                  <a:cubicBezTo>
                    <a:pt x="187" y="53"/>
                    <a:pt x="197" y="42"/>
                    <a:pt x="202" y="28"/>
                  </a:cubicBezTo>
                  <a:close/>
                  <a:moveTo>
                    <a:pt x="157" y="191"/>
                  </a:moveTo>
                  <a:cubicBezTo>
                    <a:pt x="168" y="186"/>
                    <a:pt x="196" y="181"/>
                    <a:pt x="189" y="170"/>
                  </a:cubicBezTo>
                  <a:cubicBezTo>
                    <a:pt x="175" y="177"/>
                    <a:pt x="163" y="182"/>
                    <a:pt x="143" y="186"/>
                  </a:cubicBezTo>
                  <a:cubicBezTo>
                    <a:pt x="143" y="193"/>
                    <a:pt x="142" y="200"/>
                    <a:pt x="145" y="204"/>
                  </a:cubicBezTo>
                  <a:cubicBezTo>
                    <a:pt x="154" y="205"/>
                    <a:pt x="153" y="195"/>
                    <a:pt x="157" y="191"/>
                  </a:cubicBezTo>
                  <a:close/>
                  <a:moveTo>
                    <a:pt x="202" y="119"/>
                  </a:moveTo>
                  <a:cubicBezTo>
                    <a:pt x="196" y="117"/>
                    <a:pt x="187" y="119"/>
                    <a:pt x="186" y="127"/>
                  </a:cubicBezTo>
                  <a:cubicBezTo>
                    <a:pt x="192" y="125"/>
                    <a:pt x="191" y="133"/>
                    <a:pt x="197" y="132"/>
                  </a:cubicBezTo>
                  <a:cubicBezTo>
                    <a:pt x="197" y="125"/>
                    <a:pt x="202" y="125"/>
                    <a:pt x="202" y="119"/>
                  </a:cubicBezTo>
                  <a:close/>
                  <a:moveTo>
                    <a:pt x="189" y="72"/>
                  </a:moveTo>
                  <a:cubicBezTo>
                    <a:pt x="194" y="72"/>
                    <a:pt x="198" y="74"/>
                    <a:pt x="198" y="67"/>
                  </a:cubicBezTo>
                  <a:cubicBezTo>
                    <a:pt x="197" y="66"/>
                    <a:pt x="195" y="66"/>
                    <a:pt x="189" y="66"/>
                  </a:cubicBezTo>
                  <a:cubicBezTo>
                    <a:pt x="189" y="69"/>
                    <a:pt x="189" y="71"/>
                    <a:pt x="189" y="72"/>
                  </a:cubicBezTo>
                  <a:close/>
                  <a:moveTo>
                    <a:pt x="211" y="72"/>
                  </a:moveTo>
                  <a:cubicBezTo>
                    <a:pt x="212" y="70"/>
                    <a:pt x="209" y="69"/>
                    <a:pt x="209" y="66"/>
                  </a:cubicBezTo>
                  <a:cubicBezTo>
                    <a:pt x="206" y="65"/>
                    <a:pt x="202" y="66"/>
                    <a:pt x="201" y="67"/>
                  </a:cubicBezTo>
                  <a:cubicBezTo>
                    <a:pt x="200" y="74"/>
                    <a:pt x="208" y="75"/>
                    <a:pt x="211" y="72"/>
                  </a:cubicBezTo>
                  <a:close/>
                  <a:moveTo>
                    <a:pt x="192" y="166"/>
                  </a:moveTo>
                  <a:cubicBezTo>
                    <a:pt x="202" y="160"/>
                    <a:pt x="219" y="160"/>
                    <a:pt x="217" y="139"/>
                  </a:cubicBezTo>
                  <a:cubicBezTo>
                    <a:pt x="208" y="139"/>
                    <a:pt x="201" y="139"/>
                    <a:pt x="196" y="137"/>
                  </a:cubicBezTo>
                  <a:cubicBezTo>
                    <a:pt x="195" y="144"/>
                    <a:pt x="200" y="144"/>
                    <a:pt x="201" y="150"/>
                  </a:cubicBezTo>
                  <a:cubicBezTo>
                    <a:pt x="195" y="156"/>
                    <a:pt x="191" y="148"/>
                    <a:pt x="185" y="148"/>
                  </a:cubicBezTo>
                  <a:cubicBezTo>
                    <a:pt x="186" y="156"/>
                    <a:pt x="195" y="155"/>
                    <a:pt x="192" y="166"/>
                  </a:cubicBezTo>
                  <a:close/>
                  <a:moveTo>
                    <a:pt x="238" y="80"/>
                  </a:moveTo>
                  <a:cubicBezTo>
                    <a:pt x="238" y="72"/>
                    <a:pt x="234" y="62"/>
                    <a:pt x="227" y="67"/>
                  </a:cubicBezTo>
                  <a:cubicBezTo>
                    <a:pt x="227" y="76"/>
                    <a:pt x="233" y="77"/>
                    <a:pt x="238" y="80"/>
                  </a:cubicBezTo>
                  <a:close/>
                  <a:moveTo>
                    <a:pt x="235" y="115"/>
                  </a:moveTo>
                  <a:cubicBezTo>
                    <a:pt x="239" y="110"/>
                    <a:pt x="240" y="104"/>
                    <a:pt x="239" y="94"/>
                  </a:cubicBezTo>
                  <a:cubicBezTo>
                    <a:pt x="228" y="79"/>
                    <a:pt x="200" y="84"/>
                    <a:pt x="184" y="91"/>
                  </a:cubicBezTo>
                  <a:cubicBezTo>
                    <a:pt x="180" y="81"/>
                    <a:pt x="167" y="69"/>
                    <a:pt x="164" y="87"/>
                  </a:cubicBezTo>
                  <a:cubicBezTo>
                    <a:pt x="169" y="87"/>
                    <a:pt x="169" y="85"/>
                    <a:pt x="173" y="84"/>
                  </a:cubicBezTo>
                  <a:cubicBezTo>
                    <a:pt x="176" y="90"/>
                    <a:pt x="180" y="96"/>
                    <a:pt x="189" y="98"/>
                  </a:cubicBezTo>
                  <a:cubicBezTo>
                    <a:pt x="180" y="106"/>
                    <a:pt x="132" y="122"/>
                    <a:pt x="154" y="136"/>
                  </a:cubicBezTo>
                  <a:cubicBezTo>
                    <a:pt x="156" y="122"/>
                    <a:pt x="167" y="115"/>
                    <a:pt x="181" y="118"/>
                  </a:cubicBezTo>
                  <a:cubicBezTo>
                    <a:pt x="187" y="109"/>
                    <a:pt x="192" y="106"/>
                    <a:pt x="206" y="109"/>
                  </a:cubicBezTo>
                  <a:cubicBezTo>
                    <a:pt x="211" y="112"/>
                    <a:pt x="208" y="123"/>
                    <a:pt x="217" y="123"/>
                  </a:cubicBezTo>
                  <a:cubicBezTo>
                    <a:pt x="220" y="113"/>
                    <a:pt x="218" y="106"/>
                    <a:pt x="217" y="96"/>
                  </a:cubicBezTo>
                  <a:cubicBezTo>
                    <a:pt x="218" y="95"/>
                    <a:pt x="219" y="94"/>
                    <a:pt x="223" y="94"/>
                  </a:cubicBezTo>
                  <a:cubicBezTo>
                    <a:pt x="230" y="99"/>
                    <a:pt x="227" y="113"/>
                    <a:pt x="235" y="115"/>
                  </a:cubicBezTo>
                  <a:close/>
                  <a:moveTo>
                    <a:pt x="249" y="119"/>
                  </a:moveTo>
                  <a:cubicBezTo>
                    <a:pt x="253" y="115"/>
                    <a:pt x="252" y="114"/>
                    <a:pt x="251" y="106"/>
                  </a:cubicBezTo>
                  <a:cubicBezTo>
                    <a:pt x="249" y="106"/>
                    <a:pt x="247" y="106"/>
                    <a:pt x="246" y="106"/>
                  </a:cubicBezTo>
                  <a:cubicBezTo>
                    <a:pt x="246" y="112"/>
                    <a:pt x="244" y="119"/>
                    <a:pt x="249" y="119"/>
                  </a:cubicBezTo>
                  <a:close/>
                  <a:moveTo>
                    <a:pt x="290" y="233"/>
                  </a:moveTo>
                  <a:cubicBezTo>
                    <a:pt x="297" y="251"/>
                    <a:pt x="272" y="261"/>
                    <a:pt x="263" y="261"/>
                  </a:cubicBezTo>
                  <a:cubicBezTo>
                    <a:pt x="235" y="262"/>
                    <a:pt x="235" y="227"/>
                    <a:pt x="219" y="217"/>
                  </a:cubicBezTo>
                  <a:cubicBezTo>
                    <a:pt x="206" y="218"/>
                    <a:pt x="190" y="215"/>
                    <a:pt x="185" y="225"/>
                  </a:cubicBezTo>
                  <a:cubicBezTo>
                    <a:pt x="187" y="239"/>
                    <a:pt x="203" y="232"/>
                    <a:pt x="206" y="243"/>
                  </a:cubicBezTo>
                  <a:cubicBezTo>
                    <a:pt x="211" y="266"/>
                    <a:pt x="157" y="273"/>
                    <a:pt x="131" y="267"/>
                  </a:cubicBezTo>
                  <a:cubicBezTo>
                    <a:pt x="113" y="262"/>
                    <a:pt x="104" y="241"/>
                    <a:pt x="98" y="224"/>
                  </a:cubicBezTo>
                  <a:cubicBezTo>
                    <a:pt x="85" y="224"/>
                    <a:pt x="75" y="213"/>
                    <a:pt x="62" y="218"/>
                  </a:cubicBezTo>
                  <a:cubicBezTo>
                    <a:pt x="60" y="232"/>
                    <a:pt x="73" y="233"/>
                    <a:pt x="74" y="247"/>
                  </a:cubicBezTo>
                  <a:cubicBezTo>
                    <a:pt x="77" y="282"/>
                    <a:pt x="35" y="266"/>
                    <a:pt x="10" y="256"/>
                  </a:cubicBezTo>
                  <a:cubicBezTo>
                    <a:pt x="24" y="218"/>
                    <a:pt x="2" y="167"/>
                    <a:pt x="20" y="137"/>
                  </a:cubicBezTo>
                  <a:cubicBezTo>
                    <a:pt x="32" y="118"/>
                    <a:pt x="64" y="108"/>
                    <a:pt x="97" y="113"/>
                  </a:cubicBezTo>
                  <a:cubicBezTo>
                    <a:pt x="107" y="114"/>
                    <a:pt x="136" y="127"/>
                    <a:pt x="145" y="110"/>
                  </a:cubicBezTo>
                  <a:cubicBezTo>
                    <a:pt x="145" y="98"/>
                    <a:pt x="139" y="90"/>
                    <a:pt x="134" y="82"/>
                  </a:cubicBezTo>
                  <a:cubicBezTo>
                    <a:pt x="137" y="63"/>
                    <a:pt x="131" y="50"/>
                    <a:pt x="135" y="36"/>
                  </a:cubicBezTo>
                  <a:cubicBezTo>
                    <a:pt x="143" y="0"/>
                    <a:pt x="173" y="3"/>
                    <a:pt x="207" y="8"/>
                  </a:cubicBezTo>
                  <a:cubicBezTo>
                    <a:pt x="213" y="6"/>
                    <a:pt x="211" y="14"/>
                    <a:pt x="211" y="18"/>
                  </a:cubicBezTo>
                  <a:cubicBezTo>
                    <a:pt x="216" y="18"/>
                    <a:pt x="228" y="22"/>
                    <a:pt x="234" y="27"/>
                  </a:cubicBezTo>
                  <a:cubicBezTo>
                    <a:pt x="224" y="61"/>
                    <a:pt x="251" y="79"/>
                    <a:pt x="269" y="96"/>
                  </a:cubicBezTo>
                  <a:cubicBezTo>
                    <a:pt x="282" y="123"/>
                    <a:pt x="285" y="167"/>
                    <a:pt x="263" y="184"/>
                  </a:cubicBezTo>
                  <a:cubicBezTo>
                    <a:pt x="262" y="204"/>
                    <a:pt x="268" y="218"/>
                    <a:pt x="275" y="229"/>
                  </a:cubicBezTo>
                  <a:cubicBezTo>
                    <a:pt x="282" y="229"/>
                    <a:pt x="289" y="228"/>
                    <a:pt x="290" y="2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0" name="Freeform 35">
              <a:extLst>
                <a:ext uri="{FF2B5EF4-FFF2-40B4-BE49-F238E27FC236}">
                  <a16:creationId xmlns:a16="http://schemas.microsoft.com/office/drawing/2014/main" id="{A66A0811-B010-B46B-D787-EBFBA71EA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098" y="5055235"/>
              <a:ext cx="357187" cy="352425"/>
            </a:xfrm>
            <a:custGeom>
              <a:avLst/>
              <a:gdLst>
                <a:gd name="T0" fmla="*/ 138 w 138"/>
                <a:gd name="T1" fmla="*/ 77 h 136"/>
                <a:gd name="T2" fmla="*/ 125 w 138"/>
                <a:gd name="T3" fmla="*/ 72 h 136"/>
                <a:gd name="T4" fmla="*/ 58 w 138"/>
                <a:gd name="T5" fmla="*/ 136 h 136"/>
                <a:gd name="T6" fmla="*/ 67 w 138"/>
                <a:gd name="T7" fmla="*/ 36 h 136"/>
                <a:gd name="T8" fmla="*/ 29 w 138"/>
                <a:gd name="T9" fmla="*/ 101 h 136"/>
                <a:gd name="T10" fmla="*/ 0 w 138"/>
                <a:gd name="T11" fmla="*/ 72 h 136"/>
                <a:gd name="T12" fmla="*/ 41 w 138"/>
                <a:gd name="T13" fmla="*/ 50 h 136"/>
                <a:gd name="T14" fmla="*/ 62 w 138"/>
                <a:gd name="T15" fmla="*/ 2 h 136"/>
                <a:gd name="T16" fmla="*/ 84 w 138"/>
                <a:gd name="T17" fmla="*/ 20 h 136"/>
                <a:gd name="T18" fmla="*/ 72 w 138"/>
                <a:gd name="T19" fmla="*/ 110 h 136"/>
                <a:gd name="T20" fmla="*/ 113 w 138"/>
                <a:gd name="T21" fmla="*/ 67 h 136"/>
                <a:gd name="T22" fmla="*/ 108 w 138"/>
                <a:gd name="T23" fmla="*/ 49 h 136"/>
                <a:gd name="T24" fmla="*/ 138 w 138"/>
                <a:gd name="T25" fmla="*/ 77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136">
                  <a:moveTo>
                    <a:pt x="138" y="77"/>
                  </a:moveTo>
                  <a:cubicBezTo>
                    <a:pt x="134" y="81"/>
                    <a:pt x="130" y="73"/>
                    <a:pt x="125" y="72"/>
                  </a:cubicBezTo>
                  <a:cubicBezTo>
                    <a:pt x="99" y="88"/>
                    <a:pt x="84" y="117"/>
                    <a:pt x="58" y="136"/>
                  </a:cubicBezTo>
                  <a:cubicBezTo>
                    <a:pt x="56" y="105"/>
                    <a:pt x="66" y="71"/>
                    <a:pt x="67" y="36"/>
                  </a:cubicBezTo>
                  <a:cubicBezTo>
                    <a:pt x="50" y="52"/>
                    <a:pt x="15" y="74"/>
                    <a:pt x="29" y="101"/>
                  </a:cubicBezTo>
                  <a:cubicBezTo>
                    <a:pt x="18" y="98"/>
                    <a:pt x="7" y="83"/>
                    <a:pt x="0" y="72"/>
                  </a:cubicBezTo>
                  <a:cubicBezTo>
                    <a:pt x="15" y="82"/>
                    <a:pt x="26" y="67"/>
                    <a:pt x="41" y="50"/>
                  </a:cubicBezTo>
                  <a:cubicBezTo>
                    <a:pt x="57" y="33"/>
                    <a:pt x="72" y="24"/>
                    <a:pt x="62" y="2"/>
                  </a:cubicBezTo>
                  <a:cubicBezTo>
                    <a:pt x="70" y="0"/>
                    <a:pt x="75" y="16"/>
                    <a:pt x="84" y="20"/>
                  </a:cubicBezTo>
                  <a:cubicBezTo>
                    <a:pt x="79" y="49"/>
                    <a:pt x="78" y="82"/>
                    <a:pt x="72" y="110"/>
                  </a:cubicBezTo>
                  <a:cubicBezTo>
                    <a:pt x="90" y="100"/>
                    <a:pt x="100" y="82"/>
                    <a:pt x="113" y="67"/>
                  </a:cubicBezTo>
                  <a:cubicBezTo>
                    <a:pt x="114" y="58"/>
                    <a:pt x="108" y="57"/>
                    <a:pt x="108" y="49"/>
                  </a:cubicBezTo>
                  <a:cubicBezTo>
                    <a:pt x="117" y="52"/>
                    <a:pt x="136" y="68"/>
                    <a:pt x="138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1" name="Freeform 36">
              <a:extLst>
                <a:ext uri="{FF2B5EF4-FFF2-40B4-BE49-F238E27FC236}">
                  <a16:creationId xmlns:a16="http://schemas.microsoft.com/office/drawing/2014/main" id="{73BCD84A-8793-9DEB-E7B5-D92B950D7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873" y="4920298"/>
              <a:ext cx="265112" cy="242888"/>
            </a:xfrm>
            <a:custGeom>
              <a:avLst/>
              <a:gdLst>
                <a:gd name="T0" fmla="*/ 74 w 102"/>
                <a:gd name="T1" fmla="*/ 0 h 94"/>
                <a:gd name="T2" fmla="*/ 102 w 102"/>
                <a:gd name="T3" fmla="*/ 37 h 94"/>
                <a:gd name="T4" fmla="*/ 87 w 102"/>
                <a:gd name="T5" fmla="*/ 29 h 94"/>
                <a:gd name="T6" fmla="*/ 25 w 102"/>
                <a:gd name="T7" fmla="*/ 80 h 94"/>
                <a:gd name="T8" fmla="*/ 28 w 102"/>
                <a:gd name="T9" fmla="*/ 94 h 94"/>
                <a:gd name="T10" fmla="*/ 0 w 102"/>
                <a:gd name="T11" fmla="*/ 58 h 94"/>
                <a:gd name="T12" fmla="*/ 15 w 102"/>
                <a:gd name="T13" fmla="*/ 64 h 94"/>
                <a:gd name="T14" fmla="*/ 77 w 102"/>
                <a:gd name="T15" fmla="*/ 15 h 94"/>
                <a:gd name="T16" fmla="*/ 74 w 102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94">
                  <a:moveTo>
                    <a:pt x="74" y="0"/>
                  </a:moveTo>
                  <a:cubicBezTo>
                    <a:pt x="85" y="2"/>
                    <a:pt x="99" y="25"/>
                    <a:pt x="102" y="37"/>
                  </a:cubicBezTo>
                  <a:cubicBezTo>
                    <a:pt x="94" y="35"/>
                    <a:pt x="94" y="29"/>
                    <a:pt x="87" y="29"/>
                  </a:cubicBezTo>
                  <a:cubicBezTo>
                    <a:pt x="66" y="44"/>
                    <a:pt x="44" y="61"/>
                    <a:pt x="25" y="80"/>
                  </a:cubicBezTo>
                  <a:cubicBezTo>
                    <a:pt x="25" y="86"/>
                    <a:pt x="32" y="88"/>
                    <a:pt x="28" y="94"/>
                  </a:cubicBezTo>
                  <a:cubicBezTo>
                    <a:pt x="16" y="85"/>
                    <a:pt x="9" y="72"/>
                    <a:pt x="0" y="58"/>
                  </a:cubicBezTo>
                  <a:cubicBezTo>
                    <a:pt x="6" y="53"/>
                    <a:pt x="9" y="64"/>
                    <a:pt x="15" y="64"/>
                  </a:cubicBezTo>
                  <a:cubicBezTo>
                    <a:pt x="36" y="49"/>
                    <a:pt x="59" y="34"/>
                    <a:pt x="77" y="15"/>
                  </a:cubicBezTo>
                  <a:cubicBezTo>
                    <a:pt x="79" y="7"/>
                    <a:pt x="74" y="6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2" name="Freeform 37">
              <a:extLst>
                <a:ext uri="{FF2B5EF4-FFF2-40B4-BE49-F238E27FC236}">
                  <a16:creationId xmlns:a16="http://schemas.microsoft.com/office/drawing/2014/main" id="{4C1F425D-B2DB-D9D4-4120-E430F9A74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710" y="4769485"/>
              <a:ext cx="320675" cy="184150"/>
            </a:xfrm>
            <a:custGeom>
              <a:avLst/>
              <a:gdLst>
                <a:gd name="T0" fmla="*/ 124 w 124"/>
                <a:gd name="T1" fmla="*/ 36 h 71"/>
                <a:gd name="T2" fmla="*/ 113 w 124"/>
                <a:gd name="T3" fmla="*/ 30 h 71"/>
                <a:gd name="T4" fmla="*/ 36 w 124"/>
                <a:gd name="T5" fmla="*/ 64 h 71"/>
                <a:gd name="T6" fmla="*/ 38 w 124"/>
                <a:gd name="T7" fmla="*/ 11 h 71"/>
                <a:gd name="T8" fmla="*/ 43 w 124"/>
                <a:gd name="T9" fmla="*/ 24 h 71"/>
                <a:gd name="T10" fmla="*/ 41 w 124"/>
                <a:gd name="T11" fmla="*/ 28 h 71"/>
                <a:gd name="T12" fmla="*/ 22 w 124"/>
                <a:gd name="T13" fmla="*/ 30 h 71"/>
                <a:gd name="T14" fmla="*/ 27 w 124"/>
                <a:gd name="T15" fmla="*/ 52 h 71"/>
                <a:gd name="T16" fmla="*/ 103 w 124"/>
                <a:gd name="T17" fmla="*/ 14 h 71"/>
                <a:gd name="T18" fmla="*/ 102 w 124"/>
                <a:gd name="T19" fmla="*/ 0 h 71"/>
                <a:gd name="T20" fmla="*/ 124 w 124"/>
                <a:gd name="T21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4" h="71">
                  <a:moveTo>
                    <a:pt x="124" y="36"/>
                  </a:moveTo>
                  <a:cubicBezTo>
                    <a:pt x="119" y="41"/>
                    <a:pt x="119" y="29"/>
                    <a:pt x="113" y="30"/>
                  </a:cubicBezTo>
                  <a:cubicBezTo>
                    <a:pt x="91" y="30"/>
                    <a:pt x="65" y="71"/>
                    <a:pt x="36" y="64"/>
                  </a:cubicBezTo>
                  <a:cubicBezTo>
                    <a:pt x="15" y="59"/>
                    <a:pt x="0" y="14"/>
                    <a:pt x="38" y="11"/>
                  </a:cubicBezTo>
                  <a:cubicBezTo>
                    <a:pt x="39" y="16"/>
                    <a:pt x="43" y="17"/>
                    <a:pt x="43" y="24"/>
                  </a:cubicBezTo>
                  <a:cubicBezTo>
                    <a:pt x="41" y="24"/>
                    <a:pt x="42" y="26"/>
                    <a:pt x="41" y="28"/>
                  </a:cubicBezTo>
                  <a:cubicBezTo>
                    <a:pt x="33" y="31"/>
                    <a:pt x="28" y="31"/>
                    <a:pt x="22" y="30"/>
                  </a:cubicBezTo>
                  <a:cubicBezTo>
                    <a:pt x="17" y="38"/>
                    <a:pt x="23" y="47"/>
                    <a:pt x="27" y="52"/>
                  </a:cubicBezTo>
                  <a:cubicBezTo>
                    <a:pt x="63" y="48"/>
                    <a:pt x="80" y="28"/>
                    <a:pt x="103" y="14"/>
                  </a:cubicBezTo>
                  <a:cubicBezTo>
                    <a:pt x="107" y="6"/>
                    <a:pt x="97" y="2"/>
                    <a:pt x="102" y="0"/>
                  </a:cubicBezTo>
                  <a:cubicBezTo>
                    <a:pt x="110" y="2"/>
                    <a:pt x="121" y="28"/>
                    <a:pt x="124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3" name="Freeform 38">
              <a:extLst>
                <a:ext uri="{FF2B5EF4-FFF2-40B4-BE49-F238E27FC236}">
                  <a16:creationId xmlns:a16="http://schemas.microsoft.com/office/drawing/2014/main" id="{C290AF30-39B5-8A06-559C-28C5571A92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560" y="4437698"/>
              <a:ext cx="307975" cy="287338"/>
            </a:xfrm>
            <a:custGeom>
              <a:avLst/>
              <a:gdLst>
                <a:gd name="T0" fmla="*/ 119 w 119"/>
                <a:gd name="T1" fmla="*/ 107 h 111"/>
                <a:gd name="T2" fmla="*/ 104 w 119"/>
                <a:gd name="T3" fmla="*/ 95 h 111"/>
                <a:gd name="T4" fmla="*/ 19 w 119"/>
                <a:gd name="T5" fmla="*/ 111 h 111"/>
                <a:gd name="T6" fmla="*/ 78 w 119"/>
                <a:gd name="T7" fmla="*/ 32 h 111"/>
                <a:gd name="T8" fmla="*/ 16 w 119"/>
                <a:gd name="T9" fmla="*/ 47 h 111"/>
                <a:gd name="T10" fmla="*/ 12 w 119"/>
                <a:gd name="T11" fmla="*/ 64 h 111"/>
                <a:gd name="T12" fmla="*/ 0 w 119"/>
                <a:gd name="T13" fmla="*/ 23 h 111"/>
                <a:gd name="T14" fmla="*/ 15 w 119"/>
                <a:gd name="T15" fmla="*/ 35 h 111"/>
                <a:gd name="T16" fmla="*/ 94 w 119"/>
                <a:gd name="T17" fmla="*/ 0 h 111"/>
                <a:gd name="T18" fmla="*/ 44 w 119"/>
                <a:gd name="T19" fmla="*/ 99 h 111"/>
                <a:gd name="T20" fmla="*/ 103 w 119"/>
                <a:gd name="T21" fmla="*/ 85 h 111"/>
                <a:gd name="T22" fmla="*/ 107 w 119"/>
                <a:gd name="T23" fmla="*/ 66 h 111"/>
                <a:gd name="T24" fmla="*/ 119 w 119"/>
                <a:gd name="T25" fmla="*/ 107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" h="111">
                  <a:moveTo>
                    <a:pt x="119" y="107"/>
                  </a:moveTo>
                  <a:cubicBezTo>
                    <a:pt x="108" y="109"/>
                    <a:pt x="111" y="96"/>
                    <a:pt x="104" y="95"/>
                  </a:cubicBezTo>
                  <a:cubicBezTo>
                    <a:pt x="77" y="96"/>
                    <a:pt x="45" y="110"/>
                    <a:pt x="19" y="111"/>
                  </a:cubicBezTo>
                  <a:cubicBezTo>
                    <a:pt x="33" y="80"/>
                    <a:pt x="61" y="61"/>
                    <a:pt x="78" y="32"/>
                  </a:cubicBezTo>
                  <a:cubicBezTo>
                    <a:pt x="61" y="33"/>
                    <a:pt x="34" y="39"/>
                    <a:pt x="16" y="47"/>
                  </a:cubicBezTo>
                  <a:cubicBezTo>
                    <a:pt x="14" y="51"/>
                    <a:pt x="16" y="61"/>
                    <a:pt x="12" y="64"/>
                  </a:cubicBezTo>
                  <a:cubicBezTo>
                    <a:pt x="4" y="56"/>
                    <a:pt x="5" y="37"/>
                    <a:pt x="0" y="23"/>
                  </a:cubicBezTo>
                  <a:cubicBezTo>
                    <a:pt x="11" y="21"/>
                    <a:pt x="8" y="34"/>
                    <a:pt x="15" y="35"/>
                  </a:cubicBezTo>
                  <a:cubicBezTo>
                    <a:pt x="45" y="29"/>
                    <a:pt x="88" y="33"/>
                    <a:pt x="94" y="0"/>
                  </a:cubicBezTo>
                  <a:cubicBezTo>
                    <a:pt x="118" y="42"/>
                    <a:pt x="56" y="68"/>
                    <a:pt x="44" y="99"/>
                  </a:cubicBezTo>
                  <a:cubicBezTo>
                    <a:pt x="65" y="95"/>
                    <a:pt x="85" y="91"/>
                    <a:pt x="103" y="85"/>
                  </a:cubicBezTo>
                  <a:cubicBezTo>
                    <a:pt x="105" y="80"/>
                    <a:pt x="103" y="71"/>
                    <a:pt x="107" y="66"/>
                  </a:cubicBezTo>
                  <a:cubicBezTo>
                    <a:pt x="115" y="75"/>
                    <a:pt x="114" y="95"/>
                    <a:pt x="119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4" name="Freeform 39">
              <a:extLst>
                <a:ext uri="{FF2B5EF4-FFF2-40B4-BE49-F238E27FC236}">
                  <a16:creationId xmlns:a16="http://schemas.microsoft.com/office/drawing/2014/main" id="{EC5ABF3C-40F8-0BEF-57C8-CD5583857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635" y="3866198"/>
              <a:ext cx="269875" cy="282575"/>
            </a:xfrm>
            <a:custGeom>
              <a:avLst/>
              <a:gdLst>
                <a:gd name="T0" fmla="*/ 100 w 104"/>
                <a:gd name="T1" fmla="*/ 0 h 109"/>
                <a:gd name="T2" fmla="*/ 100 w 104"/>
                <a:gd name="T3" fmla="*/ 30 h 109"/>
                <a:gd name="T4" fmla="*/ 29 w 104"/>
                <a:gd name="T5" fmla="*/ 83 h 109"/>
                <a:gd name="T6" fmla="*/ 96 w 104"/>
                <a:gd name="T7" fmla="*/ 68 h 109"/>
                <a:gd name="T8" fmla="*/ 99 w 104"/>
                <a:gd name="T9" fmla="*/ 109 h 109"/>
                <a:gd name="T10" fmla="*/ 87 w 104"/>
                <a:gd name="T11" fmla="*/ 92 h 109"/>
                <a:gd name="T12" fmla="*/ 1 w 104"/>
                <a:gd name="T13" fmla="*/ 91 h 109"/>
                <a:gd name="T14" fmla="*/ 78 w 104"/>
                <a:gd name="T15" fmla="*/ 26 h 109"/>
                <a:gd name="T16" fmla="*/ 13 w 104"/>
                <a:gd name="T17" fmla="*/ 28 h 109"/>
                <a:gd name="T18" fmla="*/ 7 w 104"/>
                <a:gd name="T19" fmla="*/ 43 h 109"/>
                <a:gd name="T20" fmla="*/ 5 w 104"/>
                <a:gd name="T21" fmla="*/ 1 h 109"/>
                <a:gd name="T22" fmla="*/ 12 w 104"/>
                <a:gd name="T23" fmla="*/ 15 h 109"/>
                <a:gd name="T24" fmla="*/ 88 w 104"/>
                <a:gd name="T25" fmla="*/ 15 h 109"/>
                <a:gd name="T26" fmla="*/ 95 w 104"/>
                <a:gd name="T27" fmla="*/ 0 h 109"/>
                <a:gd name="T28" fmla="*/ 100 w 104"/>
                <a:gd name="T2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9">
                  <a:moveTo>
                    <a:pt x="100" y="0"/>
                  </a:moveTo>
                  <a:cubicBezTo>
                    <a:pt x="100" y="10"/>
                    <a:pt x="100" y="20"/>
                    <a:pt x="100" y="30"/>
                  </a:cubicBezTo>
                  <a:cubicBezTo>
                    <a:pt x="76" y="47"/>
                    <a:pt x="52" y="66"/>
                    <a:pt x="29" y="83"/>
                  </a:cubicBezTo>
                  <a:cubicBezTo>
                    <a:pt x="52" y="86"/>
                    <a:pt x="95" y="93"/>
                    <a:pt x="96" y="68"/>
                  </a:cubicBezTo>
                  <a:cubicBezTo>
                    <a:pt x="104" y="73"/>
                    <a:pt x="100" y="100"/>
                    <a:pt x="99" y="109"/>
                  </a:cubicBezTo>
                  <a:cubicBezTo>
                    <a:pt x="91" y="107"/>
                    <a:pt x="94" y="93"/>
                    <a:pt x="87" y="92"/>
                  </a:cubicBezTo>
                  <a:cubicBezTo>
                    <a:pt x="58" y="91"/>
                    <a:pt x="27" y="95"/>
                    <a:pt x="1" y="91"/>
                  </a:cubicBezTo>
                  <a:cubicBezTo>
                    <a:pt x="22" y="63"/>
                    <a:pt x="55" y="50"/>
                    <a:pt x="78" y="26"/>
                  </a:cubicBezTo>
                  <a:cubicBezTo>
                    <a:pt x="62" y="28"/>
                    <a:pt x="29" y="24"/>
                    <a:pt x="13" y="28"/>
                  </a:cubicBezTo>
                  <a:cubicBezTo>
                    <a:pt x="10" y="30"/>
                    <a:pt x="11" y="39"/>
                    <a:pt x="7" y="43"/>
                  </a:cubicBezTo>
                  <a:cubicBezTo>
                    <a:pt x="0" y="36"/>
                    <a:pt x="3" y="10"/>
                    <a:pt x="5" y="1"/>
                  </a:cubicBezTo>
                  <a:cubicBezTo>
                    <a:pt x="12" y="1"/>
                    <a:pt x="8" y="12"/>
                    <a:pt x="12" y="15"/>
                  </a:cubicBezTo>
                  <a:cubicBezTo>
                    <a:pt x="35" y="19"/>
                    <a:pt x="66" y="21"/>
                    <a:pt x="88" y="15"/>
                  </a:cubicBezTo>
                  <a:cubicBezTo>
                    <a:pt x="91" y="11"/>
                    <a:pt x="95" y="7"/>
                    <a:pt x="95" y="0"/>
                  </a:cubicBezTo>
                  <a:cubicBezTo>
                    <a:pt x="96" y="0"/>
                    <a:pt x="99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5" name="Freeform 40">
              <a:extLst>
                <a:ext uri="{FF2B5EF4-FFF2-40B4-BE49-F238E27FC236}">
                  <a16:creationId xmlns:a16="http://schemas.microsoft.com/office/drawing/2014/main" id="{71683E3E-7FC7-D87B-D9C4-F28D7FD332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78635" y="4175760"/>
              <a:ext cx="269875" cy="271463"/>
            </a:xfrm>
            <a:custGeom>
              <a:avLst/>
              <a:gdLst>
                <a:gd name="T0" fmla="*/ 46 w 104"/>
                <a:gd name="T1" fmla="*/ 58 h 105"/>
                <a:gd name="T2" fmla="*/ 79 w 104"/>
                <a:gd name="T3" fmla="*/ 40 h 105"/>
                <a:gd name="T4" fmla="*/ 43 w 104"/>
                <a:gd name="T5" fmla="*/ 33 h 105"/>
                <a:gd name="T6" fmla="*/ 46 w 104"/>
                <a:gd name="T7" fmla="*/ 58 h 105"/>
                <a:gd name="T8" fmla="*/ 104 w 104"/>
                <a:gd name="T9" fmla="*/ 41 h 105"/>
                <a:gd name="T10" fmla="*/ 62 w 104"/>
                <a:gd name="T11" fmla="*/ 67 h 105"/>
                <a:gd name="T12" fmla="*/ 19 w 104"/>
                <a:gd name="T13" fmla="*/ 89 h 105"/>
                <a:gd name="T14" fmla="*/ 11 w 104"/>
                <a:gd name="T15" fmla="*/ 105 h 105"/>
                <a:gd name="T16" fmla="*/ 8 w 104"/>
                <a:gd name="T17" fmla="*/ 62 h 105"/>
                <a:gd name="T18" fmla="*/ 16 w 104"/>
                <a:gd name="T19" fmla="*/ 74 h 105"/>
                <a:gd name="T20" fmla="*/ 40 w 104"/>
                <a:gd name="T21" fmla="*/ 63 h 105"/>
                <a:gd name="T22" fmla="*/ 38 w 104"/>
                <a:gd name="T23" fmla="*/ 31 h 105"/>
                <a:gd name="T24" fmla="*/ 13 w 104"/>
                <a:gd name="T25" fmla="*/ 24 h 105"/>
                <a:gd name="T26" fmla="*/ 8 w 104"/>
                <a:gd name="T27" fmla="*/ 38 h 105"/>
                <a:gd name="T28" fmla="*/ 1 w 104"/>
                <a:gd name="T29" fmla="*/ 1 h 105"/>
                <a:gd name="T30" fmla="*/ 12 w 104"/>
                <a:gd name="T31" fmla="*/ 14 h 105"/>
                <a:gd name="T32" fmla="*/ 104 w 104"/>
                <a:gd name="T3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4" h="105">
                  <a:moveTo>
                    <a:pt x="46" y="58"/>
                  </a:moveTo>
                  <a:cubicBezTo>
                    <a:pt x="60" y="54"/>
                    <a:pt x="69" y="48"/>
                    <a:pt x="79" y="40"/>
                  </a:cubicBezTo>
                  <a:cubicBezTo>
                    <a:pt x="67" y="39"/>
                    <a:pt x="55" y="29"/>
                    <a:pt x="43" y="33"/>
                  </a:cubicBezTo>
                  <a:cubicBezTo>
                    <a:pt x="46" y="39"/>
                    <a:pt x="45" y="50"/>
                    <a:pt x="46" y="58"/>
                  </a:cubicBezTo>
                  <a:close/>
                  <a:moveTo>
                    <a:pt x="104" y="41"/>
                  </a:moveTo>
                  <a:cubicBezTo>
                    <a:pt x="95" y="55"/>
                    <a:pt x="77" y="59"/>
                    <a:pt x="62" y="67"/>
                  </a:cubicBezTo>
                  <a:cubicBezTo>
                    <a:pt x="47" y="74"/>
                    <a:pt x="34" y="83"/>
                    <a:pt x="19" y="89"/>
                  </a:cubicBezTo>
                  <a:cubicBezTo>
                    <a:pt x="17" y="96"/>
                    <a:pt x="17" y="105"/>
                    <a:pt x="11" y="105"/>
                  </a:cubicBezTo>
                  <a:cubicBezTo>
                    <a:pt x="12" y="89"/>
                    <a:pt x="5" y="73"/>
                    <a:pt x="8" y="62"/>
                  </a:cubicBezTo>
                  <a:cubicBezTo>
                    <a:pt x="14" y="62"/>
                    <a:pt x="12" y="71"/>
                    <a:pt x="16" y="74"/>
                  </a:cubicBezTo>
                  <a:cubicBezTo>
                    <a:pt x="25" y="72"/>
                    <a:pt x="32" y="67"/>
                    <a:pt x="40" y="63"/>
                  </a:cubicBezTo>
                  <a:cubicBezTo>
                    <a:pt x="41" y="50"/>
                    <a:pt x="38" y="43"/>
                    <a:pt x="38" y="31"/>
                  </a:cubicBezTo>
                  <a:cubicBezTo>
                    <a:pt x="32" y="22"/>
                    <a:pt x="25" y="25"/>
                    <a:pt x="13" y="24"/>
                  </a:cubicBezTo>
                  <a:cubicBezTo>
                    <a:pt x="7" y="24"/>
                    <a:pt x="13" y="36"/>
                    <a:pt x="8" y="38"/>
                  </a:cubicBezTo>
                  <a:cubicBezTo>
                    <a:pt x="0" y="33"/>
                    <a:pt x="3" y="14"/>
                    <a:pt x="1" y="1"/>
                  </a:cubicBezTo>
                  <a:cubicBezTo>
                    <a:pt x="10" y="0"/>
                    <a:pt x="8" y="10"/>
                    <a:pt x="12" y="14"/>
                  </a:cubicBezTo>
                  <a:cubicBezTo>
                    <a:pt x="41" y="24"/>
                    <a:pt x="76" y="29"/>
                    <a:pt x="104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</p:grpSp>
      <p:sp>
        <p:nvSpPr>
          <p:cNvPr id="5" name="椭圆 4">
            <a:extLst>
              <a:ext uri="{FF2B5EF4-FFF2-40B4-BE49-F238E27FC236}">
                <a16:creationId xmlns:a16="http://schemas.microsoft.com/office/drawing/2014/main" id="{32D2C551-1AF0-1441-97EE-1642CDC106F4}"/>
              </a:ext>
            </a:extLst>
          </p:cNvPr>
          <p:cNvSpPr/>
          <p:nvPr/>
        </p:nvSpPr>
        <p:spPr>
          <a:xfrm>
            <a:off x="2028715" y="1207859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1</a:t>
            </a:r>
            <a:endParaRPr lang="zh-CN" altLang="en-US" sz="2400" dirty="0">
              <a:latin typeface="+mn-ea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669015C-A114-5D0A-C7D7-3D68548E11BD}"/>
              </a:ext>
            </a:extLst>
          </p:cNvPr>
          <p:cNvSpPr/>
          <p:nvPr/>
        </p:nvSpPr>
        <p:spPr>
          <a:xfrm>
            <a:off x="2028715" y="2029465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2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B97842C-AB34-2318-FC72-899D0A02FBB1}"/>
              </a:ext>
            </a:extLst>
          </p:cNvPr>
          <p:cNvSpPr/>
          <p:nvPr/>
        </p:nvSpPr>
        <p:spPr>
          <a:xfrm>
            <a:off x="2028715" y="2851071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3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BBCA9DA-C0E3-250E-2607-85F201711D92}"/>
              </a:ext>
            </a:extLst>
          </p:cNvPr>
          <p:cNvSpPr/>
          <p:nvPr/>
        </p:nvSpPr>
        <p:spPr>
          <a:xfrm>
            <a:off x="2028715" y="3672677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4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9F4EA58-2D21-B096-DE43-601EDC08395A}"/>
              </a:ext>
            </a:extLst>
          </p:cNvPr>
          <p:cNvSpPr/>
          <p:nvPr/>
        </p:nvSpPr>
        <p:spPr>
          <a:xfrm>
            <a:off x="2028715" y="4494283"/>
            <a:ext cx="377936" cy="3779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5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FF3FB2E-7A09-15BD-B514-8CE2B8C13131}"/>
              </a:ext>
            </a:extLst>
          </p:cNvPr>
          <p:cNvSpPr/>
          <p:nvPr/>
        </p:nvSpPr>
        <p:spPr>
          <a:xfrm>
            <a:off x="2028715" y="5315887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6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3" name="文本占位符 22">
            <a:extLst>
              <a:ext uri="{FF2B5EF4-FFF2-40B4-BE49-F238E27FC236}">
                <a16:creationId xmlns:a16="http://schemas.microsoft.com/office/drawing/2014/main" id="{37A6DDFD-E504-8E3D-1AF2-321C9CE5B1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6819" y="1144222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4" name="文本占位符 22">
            <a:extLst>
              <a:ext uri="{FF2B5EF4-FFF2-40B4-BE49-F238E27FC236}">
                <a16:creationId xmlns:a16="http://schemas.microsoft.com/office/drawing/2014/main" id="{2B5AA712-64EC-5C09-FCF6-0225BD3B1B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96819" y="1949818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5" name="文本占位符 22">
            <a:extLst>
              <a:ext uri="{FF2B5EF4-FFF2-40B4-BE49-F238E27FC236}">
                <a16:creationId xmlns:a16="http://schemas.microsoft.com/office/drawing/2014/main" id="{F3C60BF2-0AC4-FA3C-8327-243CEE8C16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6819" y="2774926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6" name="文本占位符 22">
            <a:extLst>
              <a:ext uri="{FF2B5EF4-FFF2-40B4-BE49-F238E27FC236}">
                <a16:creationId xmlns:a16="http://schemas.microsoft.com/office/drawing/2014/main" id="{EE3E7D4F-980F-4A62-ECC7-94D085ACBA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96819" y="3600034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7" name="文本占位符 22">
            <a:extLst>
              <a:ext uri="{FF2B5EF4-FFF2-40B4-BE49-F238E27FC236}">
                <a16:creationId xmlns:a16="http://schemas.microsoft.com/office/drawing/2014/main" id="{A61553FE-DC04-10B5-6D4A-0465CE167B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96819" y="4402518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8" name="文本占位符 22">
            <a:extLst>
              <a:ext uri="{FF2B5EF4-FFF2-40B4-BE49-F238E27FC236}">
                <a16:creationId xmlns:a16="http://schemas.microsoft.com/office/drawing/2014/main" id="{ADF75CB8-301A-9522-DB7A-9359F0360B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496819" y="5242886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07013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（六节_6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76B31C-484D-1243-346E-0D8FEF10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36020" y="6538913"/>
            <a:ext cx="601472" cy="319088"/>
          </a:xfrm>
        </p:spPr>
        <p:txBody>
          <a:bodyPr/>
          <a:lstStyle>
            <a:lvl1pPr>
              <a:defRPr lang="en-US" altLang="zh-CN" sz="1600" kern="1200" dirty="0" smtClean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05389D-C31E-4256-1684-8F4385C7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2112" y="6538913"/>
            <a:ext cx="673608" cy="319088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C87181AA-4DAD-42D9-B724-3F8AD1554AD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8EC224A-60D3-3041-D2B7-8A3EFFA30928}"/>
              </a:ext>
            </a:extLst>
          </p:cNvPr>
          <p:cNvGrpSpPr/>
          <p:nvPr userDrawn="1"/>
        </p:nvGrpSpPr>
        <p:grpSpPr>
          <a:xfrm>
            <a:off x="9371152" y="825910"/>
            <a:ext cx="4209136" cy="5349742"/>
            <a:chOff x="1508760" y="1972310"/>
            <a:chExt cx="3309937" cy="4206875"/>
          </a:xfrm>
          <a:solidFill>
            <a:schemeClr val="accent1">
              <a:alpha val="15000"/>
            </a:schemeClr>
          </a:solidFill>
        </p:grpSpPr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B1B0C16C-5953-AFF3-A85A-6BF2B1EB5F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08760" y="1972310"/>
              <a:ext cx="3309937" cy="4206875"/>
            </a:xfrm>
            <a:custGeom>
              <a:avLst/>
              <a:gdLst>
                <a:gd name="T0" fmla="*/ 1226 w 1275"/>
                <a:gd name="T1" fmla="*/ 588 h 1621"/>
                <a:gd name="T2" fmla="*/ 1228 w 1275"/>
                <a:gd name="T3" fmla="*/ 60 h 1621"/>
                <a:gd name="T4" fmla="*/ 935 w 1275"/>
                <a:gd name="T5" fmla="*/ 117 h 1621"/>
                <a:gd name="T6" fmla="*/ 644 w 1275"/>
                <a:gd name="T7" fmla="*/ 51 h 1621"/>
                <a:gd name="T8" fmla="*/ 88 w 1275"/>
                <a:gd name="T9" fmla="*/ 72 h 1621"/>
                <a:gd name="T10" fmla="*/ 59 w 1275"/>
                <a:gd name="T11" fmla="*/ 63 h 1621"/>
                <a:gd name="T12" fmla="*/ 61 w 1275"/>
                <a:gd name="T13" fmla="*/ 589 h 1621"/>
                <a:gd name="T14" fmla="*/ 96 w 1275"/>
                <a:gd name="T15" fmla="*/ 1079 h 1621"/>
                <a:gd name="T16" fmla="*/ 308 w 1275"/>
                <a:gd name="T17" fmla="*/ 1392 h 1621"/>
                <a:gd name="T18" fmla="*/ 646 w 1275"/>
                <a:gd name="T19" fmla="*/ 1572 h 1621"/>
                <a:gd name="T20" fmla="*/ 980 w 1275"/>
                <a:gd name="T21" fmla="*/ 1392 h 1621"/>
                <a:gd name="T22" fmla="*/ 1190 w 1275"/>
                <a:gd name="T23" fmla="*/ 1079 h 1621"/>
                <a:gd name="T24" fmla="*/ 1226 w 1275"/>
                <a:gd name="T25" fmla="*/ 588 h 1621"/>
                <a:gd name="T26" fmla="*/ 1267 w 1275"/>
                <a:gd name="T27" fmla="*/ 3 h 1621"/>
                <a:gd name="T28" fmla="*/ 1265 w 1275"/>
                <a:gd name="T29" fmla="*/ 566 h 1621"/>
                <a:gd name="T30" fmla="*/ 1228 w 1275"/>
                <a:gd name="T31" fmla="*/ 1092 h 1621"/>
                <a:gd name="T32" fmla="*/ 996 w 1275"/>
                <a:gd name="T33" fmla="*/ 1418 h 1621"/>
                <a:gd name="T34" fmla="*/ 643 w 1275"/>
                <a:gd name="T35" fmla="*/ 1621 h 1621"/>
                <a:gd name="T36" fmla="*/ 336 w 1275"/>
                <a:gd name="T37" fmla="*/ 1452 h 1621"/>
                <a:gd name="T38" fmla="*/ 107 w 1275"/>
                <a:gd name="T39" fmla="*/ 1203 h 1621"/>
                <a:gd name="T40" fmla="*/ 41 w 1275"/>
                <a:gd name="T41" fmla="*/ 1028 h 1621"/>
                <a:gd name="T42" fmla="*/ 17 w 1275"/>
                <a:gd name="T43" fmla="*/ 318 h 1621"/>
                <a:gd name="T44" fmla="*/ 17 w 1275"/>
                <a:gd name="T45" fmla="*/ 0 h 1621"/>
                <a:gd name="T46" fmla="*/ 331 w 1275"/>
                <a:gd name="T47" fmla="*/ 82 h 1621"/>
                <a:gd name="T48" fmla="*/ 644 w 1275"/>
                <a:gd name="T49" fmla="*/ 7 h 1621"/>
                <a:gd name="T50" fmla="*/ 962 w 1275"/>
                <a:gd name="T51" fmla="*/ 82 h 1621"/>
                <a:gd name="T52" fmla="*/ 1238 w 1275"/>
                <a:gd name="T53" fmla="*/ 17 h 1621"/>
                <a:gd name="T54" fmla="*/ 1267 w 1275"/>
                <a:gd name="T55" fmla="*/ 3 h 1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5" h="1621">
                  <a:moveTo>
                    <a:pt x="1226" y="588"/>
                  </a:moveTo>
                  <a:cubicBezTo>
                    <a:pt x="1226" y="410"/>
                    <a:pt x="1227" y="232"/>
                    <a:pt x="1228" y="60"/>
                  </a:cubicBezTo>
                  <a:cubicBezTo>
                    <a:pt x="1146" y="96"/>
                    <a:pt x="1049" y="120"/>
                    <a:pt x="935" y="117"/>
                  </a:cubicBezTo>
                  <a:cubicBezTo>
                    <a:pt x="827" y="116"/>
                    <a:pt x="720" y="94"/>
                    <a:pt x="644" y="51"/>
                  </a:cubicBezTo>
                  <a:cubicBezTo>
                    <a:pt x="511" y="134"/>
                    <a:pt x="242" y="136"/>
                    <a:pt x="88" y="72"/>
                  </a:cubicBezTo>
                  <a:cubicBezTo>
                    <a:pt x="79" y="68"/>
                    <a:pt x="68" y="60"/>
                    <a:pt x="59" y="63"/>
                  </a:cubicBezTo>
                  <a:cubicBezTo>
                    <a:pt x="57" y="236"/>
                    <a:pt x="61" y="413"/>
                    <a:pt x="61" y="589"/>
                  </a:cubicBezTo>
                  <a:cubicBezTo>
                    <a:pt x="61" y="769"/>
                    <a:pt x="50" y="941"/>
                    <a:pt x="96" y="1079"/>
                  </a:cubicBezTo>
                  <a:cubicBezTo>
                    <a:pt x="140" y="1211"/>
                    <a:pt x="213" y="1316"/>
                    <a:pt x="308" y="1392"/>
                  </a:cubicBezTo>
                  <a:cubicBezTo>
                    <a:pt x="404" y="1466"/>
                    <a:pt x="529" y="1507"/>
                    <a:pt x="646" y="1572"/>
                  </a:cubicBezTo>
                  <a:cubicBezTo>
                    <a:pt x="760" y="1505"/>
                    <a:pt x="885" y="1467"/>
                    <a:pt x="980" y="1392"/>
                  </a:cubicBezTo>
                  <a:cubicBezTo>
                    <a:pt x="1074" y="1314"/>
                    <a:pt x="1148" y="1212"/>
                    <a:pt x="1190" y="1079"/>
                  </a:cubicBezTo>
                  <a:cubicBezTo>
                    <a:pt x="1233" y="940"/>
                    <a:pt x="1226" y="768"/>
                    <a:pt x="1226" y="588"/>
                  </a:cubicBezTo>
                  <a:close/>
                  <a:moveTo>
                    <a:pt x="1267" y="3"/>
                  </a:moveTo>
                  <a:cubicBezTo>
                    <a:pt x="1275" y="189"/>
                    <a:pt x="1259" y="379"/>
                    <a:pt x="1265" y="566"/>
                  </a:cubicBezTo>
                  <a:cubicBezTo>
                    <a:pt x="1270" y="752"/>
                    <a:pt x="1275" y="946"/>
                    <a:pt x="1228" y="1092"/>
                  </a:cubicBezTo>
                  <a:cubicBezTo>
                    <a:pt x="1183" y="1231"/>
                    <a:pt x="1098" y="1340"/>
                    <a:pt x="996" y="1418"/>
                  </a:cubicBezTo>
                  <a:cubicBezTo>
                    <a:pt x="891" y="1499"/>
                    <a:pt x="760" y="1545"/>
                    <a:pt x="643" y="1621"/>
                  </a:cubicBezTo>
                  <a:cubicBezTo>
                    <a:pt x="543" y="1551"/>
                    <a:pt x="430" y="1514"/>
                    <a:pt x="336" y="1452"/>
                  </a:cubicBezTo>
                  <a:cubicBezTo>
                    <a:pt x="242" y="1390"/>
                    <a:pt x="165" y="1307"/>
                    <a:pt x="107" y="1203"/>
                  </a:cubicBezTo>
                  <a:cubicBezTo>
                    <a:pt x="78" y="1150"/>
                    <a:pt x="54" y="1092"/>
                    <a:pt x="41" y="1028"/>
                  </a:cubicBezTo>
                  <a:cubicBezTo>
                    <a:pt x="0" y="825"/>
                    <a:pt x="33" y="554"/>
                    <a:pt x="17" y="318"/>
                  </a:cubicBezTo>
                  <a:cubicBezTo>
                    <a:pt x="17" y="212"/>
                    <a:pt x="17" y="106"/>
                    <a:pt x="17" y="0"/>
                  </a:cubicBezTo>
                  <a:cubicBezTo>
                    <a:pt x="98" y="48"/>
                    <a:pt x="205" y="82"/>
                    <a:pt x="331" y="82"/>
                  </a:cubicBezTo>
                  <a:cubicBezTo>
                    <a:pt x="452" y="82"/>
                    <a:pt x="563" y="60"/>
                    <a:pt x="644" y="7"/>
                  </a:cubicBezTo>
                  <a:cubicBezTo>
                    <a:pt x="720" y="60"/>
                    <a:pt x="837" y="82"/>
                    <a:pt x="962" y="82"/>
                  </a:cubicBezTo>
                  <a:cubicBezTo>
                    <a:pt x="1067" y="82"/>
                    <a:pt x="1166" y="55"/>
                    <a:pt x="1238" y="17"/>
                  </a:cubicBezTo>
                  <a:cubicBezTo>
                    <a:pt x="1250" y="11"/>
                    <a:pt x="1260" y="2"/>
                    <a:pt x="1267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E8FFA7DF-B644-4817-3099-3219A1B2E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7523" y="3866198"/>
              <a:ext cx="269875" cy="249238"/>
            </a:xfrm>
            <a:custGeom>
              <a:avLst/>
              <a:gdLst>
                <a:gd name="T0" fmla="*/ 98 w 104"/>
                <a:gd name="T1" fmla="*/ 26 h 96"/>
                <a:gd name="T2" fmla="*/ 98 w 104"/>
                <a:gd name="T3" fmla="*/ 73 h 96"/>
                <a:gd name="T4" fmla="*/ 93 w 104"/>
                <a:gd name="T5" fmla="*/ 58 h 96"/>
                <a:gd name="T6" fmla="*/ 15 w 104"/>
                <a:gd name="T7" fmla="*/ 82 h 96"/>
                <a:gd name="T8" fmla="*/ 6 w 104"/>
                <a:gd name="T9" fmla="*/ 96 h 96"/>
                <a:gd name="T10" fmla="*/ 5 w 104"/>
                <a:gd name="T11" fmla="*/ 53 h 96"/>
                <a:gd name="T12" fmla="*/ 10 w 104"/>
                <a:gd name="T13" fmla="*/ 66 h 96"/>
                <a:gd name="T14" fmla="*/ 51 w 104"/>
                <a:gd name="T15" fmla="*/ 47 h 96"/>
                <a:gd name="T16" fmla="*/ 15 w 104"/>
                <a:gd name="T17" fmla="*/ 22 h 96"/>
                <a:gd name="T18" fmla="*/ 6 w 104"/>
                <a:gd name="T19" fmla="*/ 35 h 96"/>
                <a:gd name="T20" fmla="*/ 5 w 104"/>
                <a:gd name="T21" fmla="*/ 0 h 96"/>
                <a:gd name="T22" fmla="*/ 10 w 104"/>
                <a:gd name="T23" fmla="*/ 0 h 96"/>
                <a:gd name="T24" fmla="*/ 92 w 104"/>
                <a:gd name="T25" fmla="*/ 40 h 96"/>
                <a:gd name="T26" fmla="*/ 98 w 104"/>
                <a:gd name="T27" fmla="*/ 2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96">
                  <a:moveTo>
                    <a:pt x="98" y="26"/>
                  </a:moveTo>
                  <a:cubicBezTo>
                    <a:pt x="104" y="35"/>
                    <a:pt x="99" y="57"/>
                    <a:pt x="98" y="73"/>
                  </a:cubicBezTo>
                  <a:cubicBezTo>
                    <a:pt x="92" y="73"/>
                    <a:pt x="97" y="62"/>
                    <a:pt x="93" y="58"/>
                  </a:cubicBezTo>
                  <a:cubicBezTo>
                    <a:pt x="56" y="49"/>
                    <a:pt x="38" y="72"/>
                    <a:pt x="15" y="82"/>
                  </a:cubicBezTo>
                  <a:cubicBezTo>
                    <a:pt x="11" y="84"/>
                    <a:pt x="10" y="92"/>
                    <a:pt x="6" y="96"/>
                  </a:cubicBezTo>
                  <a:cubicBezTo>
                    <a:pt x="0" y="90"/>
                    <a:pt x="2" y="63"/>
                    <a:pt x="5" y="53"/>
                  </a:cubicBezTo>
                  <a:cubicBezTo>
                    <a:pt x="10" y="53"/>
                    <a:pt x="9" y="62"/>
                    <a:pt x="10" y="66"/>
                  </a:cubicBezTo>
                  <a:cubicBezTo>
                    <a:pt x="26" y="62"/>
                    <a:pt x="35" y="50"/>
                    <a:pt x="51" y="47"/>
                  </a:cubicBezTo>
                  <a:cubicBezTo>
                    <a:pt x="42" y="36"/>
                    <a:pt x="28" y="29"/>
                    <a:pt x="15" y="22"/>
                  </a:cubicBezTo>
                  <a:cubicBezTo>
                    <a:pt x="6" y="20"/>
                    <a:pt x="13" y="35"/>
                    <a:pt x="6" y="35"/>
                  </a:cubicBezTo>
                  <a:cubicBezTo>
                    <a:pt x="0" y="30"/>
                    <a:pt x="7" y="11"/>
                    <a:pt x="5" y="0"/>
                  </a:cubicBezTo>
                  <a:cubicBezTo>
                    <a:pt x="6" y="0"/>
                    <a:pt x="9" y="0"/>
                    <a:pt x="10" y="0"/>
                  </a:cubicBezTo>
                  <a:cubicBezTo>
                    <a:pt x="24" y="25"/>
                    <a:pt x="53" y="47"/>
                    <a:pt x="92" y="40"/>
                  </a:cubicBezTo>
                  <a:cubicBezTo>
                    <a:pt x="97" y="39"/>
                    <a:pt x="93" y="28"/>
                    <a:pt x="98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5DBCCBBB-5E1B-5C78-2097-9355459CD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348" y="4140835"/>
              <a:ext cx="265112" cy="244475"/>
            </a:xfrm>
            <a:custGeom>
              <a:avLst/>
              <a:gdLst>
                <a:gd name="T0" fmla="*/ 98 w 102"/>
                <a:gd name="T1" fmla="*/ 27 h 94"/>
                <a:gd name="T2" fmla="*/ 98 w 102"/>
                <a:gd name="T3" fmla="*/ 72 h 94"/>
                <a:gd name="T4" fmla="*/ 93 w 102"/>
                <a:gd name="T5" fmla="*/ 58 h 94"/>
                <a:gd name="T6" fmla="*/ 10 w 102"/>
                <a:gd name="T7" fmla="*/ 53 h 94"/>
                <a:gd name="T8" fmla="*/ 28 w 102"/>
                <a:gd name="T9" fmla="*/ 89 h 94"/>
                <a:gd name="T10" fmla="*/ 0 w 102"/>
                <a:gd name="T11" fmla="*/ 89 h 94"/>
                <a:gd name="T12" fmla="*/ 3 w 102"/>
                <a:gd name="T13" fmla="*/ 3 h 94"/>
                <a:gd name="T14" fmla="*/ 30 w 102"/>
                <a:gd name="T15" fmla="*/ 5 h 94"/>
                <a:gd name="T16" fmla="*/ 10 w 102"/>
                <a:gd name="T17" fmla="*/ 37 h 94"/>
                <a:gd name="T18" fmla="*/ 89 w 102"/>
                <a:gd name="T19" fmla="*/ 40 h 94"/>
                <a:gd name="T20" fmla="*/ 98 w 102"/>
                <a:gd name="T21" fmla="*/ 2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94">
                  <a:moveTo>
                    <a:pt x="98" y="27"/>
                  </a:moveTo>
                  <a:cubicBezTo>
                    <a:pt x="102" y="33"/>
                    <a:pt x="99" y="61"/>
                    <a:pt x="98" y="72"/>
                  </a:cubicBezTo>
                  <a:cubicBezTo>
                    <a:pt x="91" y="72"/>
                    <a:pt x="93" y="65"/>
                    <a:pt x="93" y="58"/>
                  </a:cubicBezTo>
                  <a:cubicBezTo>
                    <a:pt x="67" y="53"/>
                    <a:pt x="35" y="57"/>
                    <a:pt x="10" y="53"/>
                  </a:cubicBezTo>
                  <a:cubicBezTo>
                    <a:pt x="0" y="73"/>
                    <a:pt x="21" y="78"/>
                    <a:pt x="28" y="89"/>
                  </a:cubicBezTo>
                  <a:cubicBezTo>
                    <a:pt x="21" y="94"/>
                    <a:pt x="10" y="89"/>
                    <a:pt x="0" y="89"/>
                  </a:cubicBezTo>
                  <a:cubicBezTo>
                    <a:pt x="2" y="61"/>
                    <a:pt x="2" y="32"/>
                    <a:pt x="3" y="3"/>
                  </a:cubicBezTo>
                  <a:cubicBezTo>
                    <a:pt x="12" y="4"/>
                    <a:pt x="24" y="0"/>
                    <a:pt x="30" y="5"/>
                  </a:cubicBezTo>
                  <a:cubicBezTo>
                    <a:pt x="23" y="15"/>
                    <a:pt x="3" y="14"/>
                    <a:pt x="10" y="37"/>
                  </a:cubicBezTo>
                  <a:cubicBezTo>
                    <a:pt x="35" y="40"/>
                    <a:pt x="57" y="40"/>
                    <a:pt x="89" y="40"/>
                  </a:cubicBezTo>
                  <a:cubicBezTo>
                    <a:pt x="95" y="39"/>
                    <a:pt x="91" y="28"/>
                    <a:pt x="98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AC83772D-8A91-F3BD-5AC9-C5C530D2F8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2223" y="2431098"/>
              <a:ext cx="765175" cy="695325"/>
            </a:xfrm>
            <a:custGeom>
              <a:avLst/>
              <a:gdLst>
                <a:gd name="T0" fmla="*/ 47 w 295"/>
                <a:gd name="T1" fmla="*/ 102 h 268"/>
                <a:gd name="T2" fmla="*/ 56 w 295"/>
                <a:gd name="T3" fmla="*/ 77 h 268"/>
                <a:gd name="T4" fmla="*/ 56 w 295"/>
                <a:gd name="T5" fmla="*/ 77 h 268"/>
                <a:gd name="T6" fmla="*/ 92 w 295"/>
                <a:gd name="T7" fmla="*/ 116 h 268"/>
                <a:gd name="T8" fmla="*/ 107 w 295"/>
                <a:gd name="T9" fmla="*/ 124 h 268"/>
                <a:gd name="T10" fmla="*/ 83 w 295"/>
                <a:gd name="T11" fmla="*/ 69 h 268"/>
                <a:gd name="T12" fmla="*/ 119 w 295"/>
                <a:gd name="T13" fmla="*/ 55 h 268"/>
                <a:gd name="T14" fmla="*/ 119 w 295"/>
                <a:gd name="T15" fmla="*/ 55 h 268"/>
                <a:gd name="T16" fmla="*/ 114 w 295"/>
                <a:gd name="T17" fmla="*/ 16 h 268"/>
                <a:gd name="T18" fmla="*/ 143 w 295"/>
                <a:gd name="T19" fmla="*/ 133 h 268"/>
                <a:gd name="T20" fmla="*/ 130 w 295"/>
                <a:gd name="T21" fmla="*/ 84 h 268"/>
                <a:gd name="T22" fmla="*/ 107 w 295"/>
                <a:gd name="T23" fmla="*/ 88 h 268"/>
                <a:gd name="T24" fmla="*/ 60 w 295"/>
                <a:gd name="T25" fmla="*/ 111 h 268"/>
                <a:gd name="T26" fmla="*/ 77 w 295"/>
                <a:gd name="T27" fmla="*/ 97 h 268"/>
                <a:gd name="T28" fmla="*/ 88 w 295"/>
                <a:gd name="T29" fmla="*/ 106 h 268"/>
                <a:gd name="T30" fmla="*/ 143 w 295"/>
                <a:gd name="T31" fmla="*/ 133 h 268"/>
                <a:gd name="T32" fmla="*/ 146 w 295"/>
                <a:gd name="T33" fmla="*/ 25 h 268"/>
                <a:gd name="T34" fmla="*/ 147 w 295"/>
                <a:gd name="T35" fmla="*/ 34 h 268"/>
                <a:gd name="T36" fmla="*/ 151 w 295"/>
                <a:gd name="T37" fmla="*/ 183 h 268"/>
                <a:gd name="T38" fmla="*/ 109 w 295"/>
                <a:gd name="T39" fmla="*/ 147 h 268"/>
                <a:gd name="T40" fmla="*/ 97 w 295"/>
                <a:gd name="T41" fmla="*/ 133 h 268"/>
                <a:gd name="T42" fmla="*/ 97 w 295"/>
                <a:gd name="T43" fmla="*/ 158 h 268"/>
                <a:gd name="T44" fmla="*/ 148 w 295"/>
                <a:gd name="T45" fmla="*/ 201 h 268"/>
                <a:gd name="T46" fmla="*/ 134 w 295"/>
                <a:gd name="T47" fmla="*/ 214 h 268"/>
                <a:gd name="T48" fmla="*/ 109 w 295"/>
                <a:gd name="T49" fmla="*/ 240 h 268"/>
                <a:gd name="T50" fmla="*/ 140 w 295"/>
                <a:gd name="T51" fmla="*/ 224 h 268"/>
                <a:gd name="T52" fmla="*/ 158 w 295"/>
                <a:gd name="T53" fmla="*/ 215 h 268"/>
                <a:gd name="T54" fmla="*/ 146 w 295"/>
                <a:gd name="T55" fmla="*/ 153 h 268"/>
                <a:gd name="T56" fmla="*/ 159 w 295"/>
                <a:gd name="T57" fmla="*/ 159 h 268"/>
                <a:gd name="T58" fmla="*/ 164 w 295"/>
                <a:gd name="T59" fmla="*/ 136 h 268"/>
                <a:gd name="T60" fmla="*/ 200 w 295"/>
                <a:gd name="T61" fmla="*/ 129 h 268"/>
                <a:gd name="T62" fmla="*/ 193 w 295"/>
                <a:gd name="T63" fmla="*/ 120 h 268"/>
                <a:gd name="T64" fmla="*/ 200 w 295"/>
                <a:gd name="T65" fmla="*/ 129 h 268"/>
                <a:gd name="T66" fmla="*/ 242 w 295"/>
                <a:gd name="T67" fmla="*/ 133 h 268"/>
                <a:gd name="T68" fmla="*/ 263 w 295"/>
                <a:gd name="T69" fmla="*/ 206 h 268"/>
                <a:gd name="T70" fmla="*/ 244 w 295"/>
                <a:gd name="T71" fmla="*/ 168 h 268"/>
                <a:gd name="T72" fmla="*/ 241 w 295"/>
                <a:gd name="T73" fmla="*/ 177 h 268"/>
                <a:gd name="T74" fmla="*/ 270 w 295"/>
                <a:gd name="T75" fmla="*/ 155 h 268"/>
                <a:gd name="T76" fmla="*/ 255 w 295"/>
                <a:gd name="T77" fmla="*/ 155 h 268"/>
                <a:gd name="T78" fmla="*/ 270 w 295"/>
                <a:gd name="T79" fmla="*/ 183 h 268"/>
                <a:gd name="T80" fmla="*/ 270 w 295"/>
                <a:gd name="T81" fmla="*/ 183 h 268"/>
                <a:gd name="T82" fmla="*/ 283 w 295"/>
                <a:gd name="T83" fmla="*/ 252 h 268"/>
                <a:gd name="T84" fmla="*/ 231 w 295"/>
                <a:gd name="T85" fmla="*/ 217 h 268"/>
                <a:gd name="T86" fmla="*/ 160 w 295"/>
                <a:gd name="T87" fmla="*/ 264 h 268"/>
                <a:gd name="T88" fmla="*/ 107 w 295"/>
                <a:gd name="T89" fmla="*/ 224 h 268"/>
                <a:gd name="T90" fmla="*/ 30 w 295"/>
                <a:gd name="T91" fmla="*/ 258 h 268"/>
                <a:gd name="T92" fmla="*/ 19 w 295"/>
                <a:gd name="T93" fmla="*/ 224 h 268"/>
                <a:gd name="T94" fmla="*/ 64 w 295"/>
                <a:gd name="T95" fmla="*/ 48 h 268"/>
                <a:gd name="T96" fmla="*/ 85 w 295"/>
                <a:gd name="T97" fmla="*/ 5 h 268"/>
                <a:gd name="T98" fmla="*/ 160 w 295"/>
                <a:gd name="T99" fmla="*/ 76 h 268"/>
                <a:gd name="T100" fmla="*/ 208 w 295"/>
                <a:gd name="T101" fmla="*/ 107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95" h="268">
                  <a:moveTo>
                    <a:pt x="42" y="115"/>
                  </a:moveTo>
                  <a:cubicBezTo>
                    <a:pt x="49" y="117"/>
                    <a:pt x="50" y="105"/>
                    <a:pt x="47" y="102"/>
                  </a:cubicBezTo>
                  <a:cubicBezTo>
                    <a:pt x="44" y="106"/>
                    <a:pt x="41" y="109"/>
                    <a:pt x="42" y="115"/>
                  </a:cubicBezTo>
                  <a:close/>
                  <a:moveTo>
                    <a:pt x="56" y="77"/>
                  </a:moveTo>
                  <a:cubicBezTo>
                    <a:pt x="63" y="76"/>
                    <a:pt x="68" y="73"/>
                    <a:pt x="68" y="64"/>
                  </a:cubicBezTo>
                  <a:cubicBezTo>
                    <a:pt x="61" y="60"/>
                    <a:pt x="55" y="68"/>
                    <a:pt x="56" y="77"/>
                  </a:cubicBezTo>
                  <a:close/>
                  <a:moveTo>
                    <a:pt x="107" y="124"/>
                  </a:moveTo>
                  <a:cubicBezTo>
                    <a:pt x="107" y="116"/>
                    <a:pt x="98" y="112"/>
                    <a:pt x="92" y="116"/>
                  </a:cubicBezTo>
                  <a:cubicBezTo>
                    <a:pt x="91" y="122"/>
                    <a:pt x="97" y="124"/>
                    <a:pt x="97" y="129"/>
                  </a:cubicBezTo>
                  <a:cubicBezTo>
                    <a:pt x="102" y="129"/>
                    <a:pt x="103" y="125"/>
                    <a:pt x="107" y="124"/>
                  </a:cubicBezTo>
                  <a:close/>
                  <a:moveTo>
                    <a:pt x="105" y="69"/>
                  </a:moveTo>
                  <a:cubicBezTo>
                    <a:pt x="107" y="59"/>
                    <a:pt x="83" y="59"/>
                    <a:pt x="83" y="69"/>
                  </a:cubicBezTo>
                  <a:cubicBezTo>
                    <a:pt x="90" y="72"/>
                    <a:pt x="97" y="67"/>
                    <a:pt x="105" y="69"/>
                  </a:cubicBezTo>
                  <a:close/>
                  <a:moveTo>
                    <a:pt x="119" y="55"/>
                  </a:moveTo>
                  <a:cubicBezTo>
                    <a:pt x="116" y="38"/>
                    <a:pt x="103" y="31"/>
                    <a:pt x="90" y="25"/>
                  </a:cubicBezTo>
                  <a:cubicBezTo>
                    <a:pt x="96" y="39"/>
                    <a:pt x="108" y="48"/>
                    <a:pt x="119" y="55"/>
                  </a:cubicBezTo>
                  <a:close/>
                  <a:moveTo>
                    <a:pt x="123" y="38"/>
                  </a:moveTo>
                  <a:cubicBezTo>
                    <a:pt x="118" y="33"/>
                    <a:pt x="120" y="20"/>
                    <a:pt x="114" y="16"/>
                  </a:cubicBezTo>
                  <a:cubicBezTo>
                    <a:pt x="109" y="25"/>
                    <a:pt x="115" y="36"/>
                    <a:pt x="123" y="38"/>
                  </a:cubicBezTo>
                  <a:close/>
                  <a:moveTo>
                    <a:pt x="143" y="133"/>
                  </a:moveTo>
                  <a:cubicBezTo>
                    <a:pt x="157" y="112"/>
                    <a:pt x="114" y="109"/>
                    <a:pt x="105" y="93"/>
                  </a:cubicBezTo>
                  <a:cubicBezTo>
                    <a:pt x="120" y="96"/>
                    <a:pt x="116" y="74"/>
                    <a:pt x="130" y="84"/>
                  </a:cubicBezTo>
                  <a:cubicBezTo>
                    <a:pt x="129" y="78"/>
                    <a:pt x="125" y="74"/>
                    <a:pt x="121" y="72"/>
                  </a:cubicBezTo>
                  <a:cubicBezTo>
                    <a:pt x="116" y="78"/>
                    <a:pt x="115" y="86"/>
                    <a:pt x="107" y="88"/>
                  </a:cubicBezTo>
                  <a:cubicBezTo>
                    <a:pt x="92" y="79"/>
                    <a:pt x="65" y="77"/>
                    <a:pt x="55" y="91"/>
                  </a:cubicBezTo>
                  <a:cubicBezTo>
                    <a:pt x="56" y="98"/>
                    <a:pt x="53" y="111"/>
                    <a:pt x="60" y="111"/>
                  </a:cubicBezTo>
                  <a:cubicBezTo>
                    <a:pt x="66" y="106"/>
                    <a:pt x="64" y="93"/>
                    <a:pt x="72" y="91"/>
                  </a:cubicBezTo>
                  <a:cubicBezTo>
                    <a:pt x="75" y="92"/>
                    <a:pt x="77" y="95"/>
                    <a:pt x="77" y="97"/>
                  </a:cubicBezTo>
                  <a:cubicBezTo>
                    <a:pt x="74" y="103"/>
                    <a:pt x="75" y="112"/>
                    <a:pt x="77" y="120"/>
                  </a:cubicBezTo>
                  <a:cubicBezTo>
                    <a:pt x="86" y="120"/>
                    <a:pt x="82" y="109"/>
                    <a:pt x="88" y="106"/>
                  </a:cubicBezTo>
                  <a:cubicBezTo>
                    <a:pt x="107" y="98"/>
                    <a:pt x="108" y="120"/>
                    <a:pt x="125" y="112"/>
                  </a:cubicBezTo>
                  <a:cubicBezTo>
                    <a:pt x="132" y="119"/>
                    <a:pt x="137" y="126"/>
                    <a:pt x="143" y="133"/>
                  </a:cubicBezTo>
                  <a:close/>
                  <a:moveTo>
                    <a:pt x="147" y="34"/>
                  </a:moveTo>
                  <a:cubicBezTo>
                    <a:pt x="148" y="30"/>
                    <a:pt x="147" y="28"/>
                    <a:pt x="146" y="25"/>
                  </a:cubicBezTo>
                  <a:cubicBezTo>
                    <a:pt x="143" y="25"/>
                    <a:pt x="142" y="25"/>
                    <a:pt x="140" y="25"/>
                  </a:cubicBezTo>
                  <a:cubicBezTo>
                    <a:pt x="141" y="29"/>
                    <a:pt x="142" y="34"/>
                    <a:pt x="147" y="34"/>
                  </a:cubicBezTo>
                  <a:close/>
                  <a:moveTo>
                    <a:pt x="148" y="201"/>
                  </a:moveTo>
                  <a:cubicBezTo>
                    <a:pt x="152" y="195"/>
                    <a:pt x="151" y="191"/>
                    <a:pt x="151" y="183"/>
                  </a:cubicBezTo>
                  <a:cubicBezTo>
                    <a:pt x="132" y="176"/>
                    <a:pt x="103" y="179"/>
                    <a:pt x="102" y="154"/>
                  </a:cubicBezTo>
                  <a:cubicBezTo>
                    <a:pt x="101" y="149"/>
                    <a:pt x="110" y="154"/>
                    <a:pt x="109" y="147"/>
                  </a:cubicBezTo>
                  <a:cubicBezTo>
                    <a:pt x="104" y="143"/>
                    <a:pt x="99" y="154"/>
                    <a:pt x="93" y="149"/>
                  </a:cubicBezTo>
                  <a:cubicBezTo>
                    <a:pt x="93" y="143"/>
                    <a:pt x="102" y="138"/>
                    <a:pt x="97" y="133"/>
                  </a:cubicBezTo>
                  <a:cubicBezTo>
                    <a:pt x="96" y="139"/>
                    <a:pt x="85" y="135"/>
                    <a:pt x="77" y="136"/>
                  </a:cubicBezTo>
                  <a:cubicBezTo>
                    <a:pt x="77" y="150"/>
                    <a:pt x="82" y="159"/>
                    <a:pt x="97" y="158"/>
                  </a:cubicBezTo>
                  <a:cubicBezTo>
                    <a:pt x="101" y="167"/>
                    <a:pt x="105" y="176"/>
                    <a:pt x="114" y="181"/>
                  </a:cubicBezTo>
                  <a:cubicBezTo>
                    <a:pt x="129" y="177"/>
                    <a:pt x="136" y="196"/>
                    <a:pt x="148" y="201"/>
                  </a:cubicBezTo>
                  <a:close/>
                  <a:moveTo>
                    <a:pt x="158" y="215"/>
                  </a:moveTo>
                  <a:cubicBezTo>
                    <a:pt x="148" y="221"/>
                    <a:pt x="143" y="207"/>
                    <a:pt x="134" y="214"/>
                  </a:cubicBezTo>
                  <a:cubicBezTo>
                    <a:pt x="129" y="211"/>
                    <a:pt x="136" y="198"/>
                    <a:pt x="127" y="198"/>
                  </a:cubicBezTo>
                  <a:cubicBezTo>
                    <a:pt x="130" y="219"/>
                    <a:pt x="121" y="231"/>
                    <a:pt x="109" y="240"/>
                  </a:cubicBezTo>
                  <a:cubicBezTo>
                    <a:pt x="119" y="244"/>
                    <a:pt x="125" y="244"/>
                    <a:pt x="135" y="240"/>
                  </a:cubicBezTo>
                  <a:cubicBezTo>
                    <a:pt x="138" y="236"/>
                    <a:pt x="135" y="225"/>
                    <a:pt x="140" y="224"/>
                  </a:cubicBezTo>
                  <a:cubicBezTo>
                    <a:pt x="151" y="224"/>
                    <a:pt x="140" y="245"/>
                    <a:pt x="151" y="244"/>
                  </a:cubicBezTo>
                  <a:cubicBezTo>
                    <a:pt x="149" y="227"/>
                    <a:pt x="149" y="224"/>
                    <a:pt x="158" y="215"/>
                  </a:cubicBezTo>
                  <a:close/>
                  <a:moveTo>
                    <a:pt x="159" y="159"/>
                  </a:moveTo>
                  <a:cubicBezTo>
                    <a:pt x="162" y="150"/>
                    <a:pt x="151" y="148"/>
                    <a:pt x="146" y="153"/>
                  </a:cubicBezTo>
                  <a:cubicBezTo>
                    <a:pt x="146" y="154"/>
                    <a:pt x="146" y="155"/>
                    <a:pt x="146" y="158"/>
                  </a:cubicBezTo>
                  <a:cubicBezTo>
                    <a:pt x="149" y="159"/>
                    <a:pt x="153" y="160"/>
                    <a:pt x="159" y="159"/>
                  </a:cubicBezTo>
                  <a:close/>
                  <a:moveTo>
                    <a:pt x="167" y="147"/>
                  </a:moveTo>
                  <a:cubicBezTo>
                    <a:pt x="170" y="145"/>
                    <a:pt x="170" y="136"/>
                    <a:pt x="164" y="136"/>
                  </a:cubicBezTo>
                  <a:cubicBezTo>
                    <a:pt x="163" y="138"/>
                    <a:pt x="159" y="149"/>
                    <a:pt x="167" y="147"/>
                  </a:cubicBezTo>
                  <a:close/>
                  <a:moveTo>
                    <a:pt x="200" y="129"/>
                  </a:moveTo>
                  <a:cubicBezTo>
                    <a:pt x="200" y="126"/>
                    <a:pt x="200" y="124"/>
                    <a:pt x="200" y="120"/>
                  </a:cubicBezTo>
                  <a:cubicBezTo>
                    <a:pt x="197" y="120"/>
                    <a:pt x="196" y="120"/>
                    <a:pt x="193" y="120"/>
                  </a:cubicBezTo>
                  <a:cubicBezTo>
                    <a:pt x="191" y="125"/>
                    <a:pt x="190" y="125"/>
                    <a:pt x="192" y="131"/>
                  </a:cubicBezTo>
                  <a:cubicBezTo>
                    <a:pt x="196" y="131"/>
                    <a:pt x="196" y="129"/>
                    <a:pt x="200" y="129"/>
                  </a:cubicBezTo>
                  <a:close/>
                  <a:moveTo>
                    <a:pt x="214" y="122"/>
                  </a:moveTo>
                  <a:cubicBezTo>
                    <a:pt x="217" y="134"/>
                    <a:pt x="233" y="140"/>
                    <a:pt x="242" y="133"/>
                  </a:cubicBezTo>
                  <a:cubicBezTo>
                    <a:pt x="237" y="120"/>
                    <a:pt x="228" y="122"/>
                    <a:pt x="214" y="122"/>
                  </a:cubicBezTo>
                  <a:close/>
                  <a:moveTo>
                    <a:pt x="263" y="206"/>
                  </a:moveTo>
                  <a:cubicBezTo>
                    <a:pt x="268" y="215"/>
                    <a:pt x="253" y="222"/>
                    <a:pt x="259" y="231"/>
                  </a:cubicBezTo>
                  <a:cubicBezTo>
                    <a:pt x="295" y="210"/>
                    <a:pt x="242" y="195"/>
                    <a:pt x="244" y="168"/>
                  </a:cubicBezTo>
                  <a:cubicBezTo>
                    <a:pt x="235" y="177"/>
                    <a:pt x="228" y="160"/>
                    <a:pt x="220" y="171"/>
                  </a:cubicBezTo>
                  <a:cubicBezTo>
                    <a:pt x="226" y="176"/>
                    <a:pt x="230" y="181"/>
                    <a:pt x="241" y="177"/>
                  </a:cubicBezTo>
                  <a:cubicBezTo>
                    <a:pt x="244" y="191"/>
                    <a:pt x="250" y="203"/>
                    <a:pt x="263" y="206"/>
                  </a:cubicBezTo>
                  <a:close/>
                  <a:moveTo>
                    <a:pt x="270" y="155"/>
                  </a:moveTo>
                  <a:cubicBezTo>
                    <a:pt x="270" y="147"/>
                    <a:pt x="262" y="145"/>
                    <a:pt x="256" y="141"/>
                  </a:cubicBezTo>
                  <a:cubicBezTo>
                    <a:pt x="257" y="148"/>
                    <a:pt x="256" y="152"/>
                    <a:pt x="255" y="155"/>
                  </a:cubicBezTo>
                  <a:cubicBezTo>
                    <a:pt x="259" y="155"/>
                    <a:pt x="264" y="155"/>
                    <a:pt x="270" y="155"/>
                  </a:cubicBezTo>
                  <a:close/>
                  <a:moveTo>
                    <a:pt x="270" y="183"/>
                  </a:moveTo>
                  <a:cubicBezTo>
                    <a:pt x="273" y="177"/>
                    <a:pt x="272" y="169"/>
                    <a:pt x="264" y="168"/>
                  </a:cubicBezTo>
                  <a:cubicBezTo>
                    <a:pt x="266" y="174"/>
                    <a:pt x="263" y="184"/>
                    <a:pt x="270" y="183"/>
                  </a:cubicBezTo>
                  <a:close/>
                  <a:moveTo>
                    <a:pt x="273" y="136"/>
                  </a:moveTo>
                  <a:cubicBezTo>
                    <a:pt x="291" y="164"/>
                    <a:pt x="274" y="217"/>
                    <a:pt x="283" y="252"/>
                  </a:cubicBezTo>
                  <a:cubicBezTo>
                    <a:pt x="269" y="260"/>
                    <a:pt x="246" y="268"/>
                    <a:pt x="225" y="264"/>
                  </a:cubicBezTo>
                  <a:cubicBezTo>
                    <a:pt x="211" y="248"/>
                    <a:pt x="228" y="230"/>
                    <a:pt x="231" y="217"/>
                  </a:cubicBezTo>
                  <a:cubicBezTo>
                    <a:pt x="221" y="207"/>
                    <a:pt x="207" y="222"/>
                    <a:pt x="193" y="222"/>
                  </a:cubicBezTo>
                  <a:cubicBezTo>
                    <a:pt x="190" y="244"/>
                    <a:pt x="176" y="254"/>
                    <a:pt x="160" y="264"/>
                  </a:cubicBezTo>
                  <a:cubicBezTo>
                    <a:pt x="138" y="265"/>
                    <a:pt x="88" y="268"/>
                    <a:pt x="88" y="244"/>
                  </a:cubicBezTo>
                  <a:cubicBezTo>
                    <a:pt x="88" y="230"/>
                    <a:pt x="102" y="236"/>
                    <a:pt x="107" y="224"/>
                  </a:cubicBezTo>
                  <a:cubicBezTo>
                    <a:pt x="101" y="212"/>
                    <a:pt x="83" y="211"/>
                    <a:pt x="76" y="214"/>
                  </a:cubicBezTo>
                  <a:cubicBezTo>
                    <a:pt x="55" y="220"/>
                    <a:pt x="60" y="260"/>
                    <a:pt x="30" y="258"/>
                  </a:cubicBezTo>
                  <a:cubicBezTo>
                    <a:pt x="19" y="258"/>
                    <a:pt x="0" y="249"/>
                    <a:pt x="1" y="230"/>
                  </a:cubicBezTo>
                  <a:cubicBezTo>
                    <a:pt x="5" y="225"/>
                    <a:pt x="14" y="227"/>
                    <a:pt x="19" y="224"/>
                  </a:cubicBezTo>
                  <a:cubicBezTo>
                    <a:pt x="35" y="207"/>
                    <a:pt x="35" y="169"/>
                    <a:pt x="15" y="158"/>
                  </a:cubicBezTo>
                  <a:cubicBezTo>
                    <a:pt x="5" y="95"/>
                    <a:pt x="44" y="81"/>
                    <a:pt x="64" y="48"/>
                  </a:cubicBezTo>
                  <a:cubicBezTo>
                    <a:pt x="65" y="39"/>
                    <a:pt x="60" y="35"/>
                    <a:pt x="60" y="25"/>
                  </a:cubicBezTo>
                  <a:cubicBezTo>
                    <a:pt x="66" y="16"/>
                    <a:pt x="85" y="16"/>
                    <a:pt x="85" y="5"/>
                  </a:cubicBezTo>
                  <a:cubicBezTo>
                    <a:pt x="101" y="3"/>
                    <a:pt x="115" y="3"/>
                    <a:pt x="131" y="0"/>
                  </a:cubicBezTo>
                  <a:cubicBezTo>
                    <a:pt x="152" y="11"/>
                    <a:pt x="165" y="47"/>
                    <a:pt x="160" y="76"/>
                  </a:cubicBezTo>
                  <a:cubicBezTo>
                    <a:pt x="159" y="88"/>
                    <a:pt x="147" y="96"/>
                    <a:pt x="148" y="110"/>
                  </a:cubicBezTo>
                  <a:cubicBezTo>
                    <a:pt x="168" y="125"/>
                    <a:pt x="190" y="109"/>
                    <a:pt x="208" y="107"/>
                  </a:cubicBezTo>
                  <a:cubicBezTo>
                    <a:pt x="231" y="106"/>
                    <a:pt x="261" y="117"/>
                    <a:pt x="273" y="1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D074E224-9669-CCD2-CFFD-10B3D6103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6248" y="4424998"/>
              <a:ext cx="282575" cy="149225"/>
            </a:xfrm>
            <a:custGeom>
              <a:avLst/>
              <a:gdLst>
                <a:gd name="T0" fmla="*/ 104 w 109"/>
                <a:gd name="T1" fmla="*/ 12 h 58"/>
                <a:gd name="T2" fmla="*/ 98 w 109"/>
                <a:gd name="T3" fmla="*/ 57 h 58"/>
                <a:gd name="T4" fmla="*/ 95 w 109"/>
                <a:gd name="T5" fmla="*/ 43 h 58"/>
                <a:gd name="T6" fmla="*/ 17 w 109"/>
                <a:gd name="T7" fmla="*/ 31 h 58"/>
                <a:gd name="T8" fmla="*/ 9 w 109"/>
                <a:gd name="T9" fmla="*/ 44 h 58"/>
                <a:gd name="T10" fmla="*/ 10 w 109"/>
                <a:gd name="T11" fmla="*/ 0 h 58"/>
                <a:gd name="T12" fmla="*/ 15 w 109"/>
                <a:gd name="T13" fmla="*/ 0 h 58"/>
                <a:gd name="T14" fmla="*/ 17 w 109"/>
                <a:gd name="T15" fmla="*/ 14 h 58"/>
                <a:gd name="T16" fmla="*/ 92 w 109"/>
                <a:gd name="T17" fmla="*/ 26 h 58"/>
                <a:gd name="T18" fmla="*/ 104 w 109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58">
                  <a:moveTo>
                    <a:pt x="104" y="12"/>
                  </a:moveTo>
                  <a:cubicBezTo>
                    <a:pt x="109" y="20"/>
                    <a:pt x="103" y="48"/>
                    <a:pt x="98" y="57"/>
                  </a:cubicBezTo>
                  <a:cubicBezTo>
                    <a:pt x="92" y="58"/>
                    <a:pt x="100" y="45"/>
                    <a:pt x="95" y="43"/>
                  </a:cubicBezTo>
                  <a:cubicBezTo>
                    <a:pt x="70" y="38"/>
                    <a:pt x="44" y="34"/>
                    <a:pt x="17" y="31"/>
                  </a:cubicBezTo>
                  <a:cubicBezTo>
                    <a:pt x="11" y="33"/>
                    <a:pt x="12" y="42"/>
                    <a:pt x="9" y="44"/>
                  </a:cubicBezTo>
                  <a:cubicBezTo>
                    <a:pt x="0" y="34"/>
                    <a:pt x="11" y="14"/>
                    <a:pt x="10" y="0"/>
                  </a:cubicBezTo>
                  <a:cubicBezTo>
                    <a:pt x="12" y="0"/>
                    <a:pt x="14" y="0"/>
                    <a:pt x="15" y="0"/>
                  </a:cubicBezTo>
                  <a:cubicBezTo>
                    <a:pt x="16" y="5"/>
                    <a:pt x="15" y="11"/>
                    <a:pt x="17" y="14"/>
                  </a:cubicBezTo>
                  <a:cubicBezTo>
                    <a:pt x="39" y="20"/>
                    <a:pt x="69" y="20"/>
                    <a:pt x="92" y="26"/>
                  </a:cubicBezTo>
                  <a:cubicBezTo>
                    <a:pt x="100" y="26"/>
                    <a:pt x="99" y="16"/>
                    <a:pt x="10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1C7F82E7-E337-4359-7117-62B87B423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985" y="4577398"/>
              <a:ext cx="312737" cy="236538"/>
            </a:xfrm>
            <a:custGeom>
              <a:avLst/>
              <a:gdLst>
                <a:gd name="T0" fmla="*/ 71 w 120"/>
                <a:gd name="T1" fmla="*/ 80 h 91"/>
                <a:gd name="T2" fmla="*/ 109 w 120"/>
                <a:gd name="T3" fmla="*/ 48 h 91"/>
                <a:gd name="T4" fmla="*/ 98 w 120"/>
                <a:gd name="T5" fmla="*/ 33 h 91"/>
                <a:gd name="T6" fmla="*/ 52 w 120"/>
                <a:gd name="T7" fmla="*/ 70 h 91"/>
                <a:gd name="T8" fmla="*/ 26 w 120"/>
                <a:gd name="T9" fmla="*/ 15 h 91"/>
                <a:gd name="T10" fmla="*/ 24 w 120"/>
                <a:gd name="T11" fmla="*/ 5 h 91"/>
                <a:gd name="T12" fmla="*/ 55 w 120"/>
                <a:gd name="T13" fmla="*/ 14 h 91"/>
                <a:gd name="T14" fmla="*/ 31 w 120"/>
                <a:gd name="T15" fmla="*/ 23 h 91"/>
                <a:gd name="T16" fmla="*/ 38 w 120"/>
                <a:gd name="T17" fmla="*/ 57 h 91"/>
                <a:gd name="T18" fmla="*/ 102 w 120"/>
                <a:gd name="T19" fmla="*/ 21 h 91"/>
                <a:gd name="T20" fmla="*/ 102 w 120"/>
                <a:gd name="T21" fmla="*/ 80 h 91"/>
                <a:gd name="T22" fmla="*/ 103 w 120"/>
                <a:gd name="T23" fmla="*/ 91 h 91"/>
                <a:gd name="T24" fmla="*/ 71 w 120"/>
                <a:gd name="T25" fmla="*/ 8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1">
                  <a:moveTo>
                    <a:pt x="71" y="80"/>
                  </a:moveTo>
                  <a:cubicBezTo>
                    <a:pt x="88" y="71"/>
                    <a:pt x="113" y="76"/>
                    <a:pt x="109" y="48"/>
                  </a:cubicBezTo>
                  <a:cubicBezTo>
                    <a:pt x="108" y="43"/>
                    <a:pt x="104" y="36"/>
                    <a:pt x="98" y="33"/>
                  </a:cubicBezTo>
                  <a:cubicBezTo>
                    <a:pt x="72" y="26"/>
                    <a:pt x="77" y="60"/>
                    <a:pt x="52" y="70"/>
                  </a:cubicBezTo>
                  <a:cubicBezTo>
                    <a:pt x="19" y="83"/>
                    <a:pt x="0" y="37"/>
                    <a:pt x="26" y="15"/>
                  </a:cubicBezTo>
                  <a:cubicBezTo>
                    <a:pt x="26" y="12"/>
                    <a:pt x="22" y="10"/>
                    <a:pt x="24" y="5"/>
                  </a:cubicBezTo>
                  <a:cubicBezTo>
                    <a:pt x="33" y="8"/>
                    <a:pt x="52" y="10"/>
                    <a:pt x="55" y="14"/>
                  </a:cubicBezTo>
                  <a:cubicBezTo>
                    <a:pt x="51" y="24"/>
                    <a:pt x="40" y="18"/>
                    <a:pt x="31" y="23"/>
                  </a:cubicBezTo>
                  <a:cubicBezTo>
                    <a:pt x="19" y="31"/>
                    <a:pt x="14" y="59"/>
                    <a:pt x="38" y="57"/>
                  </a:cubicBezTo>
                  <a:cubicBezTo>
                    <a:pt x="58" y="56"/>
                    <a:pt x="69" y="0"/>
                    <a:pt x="102" y="21"/>
                  </a:cubicBezTo>
                  <a:cubicBezTo>
                    <a:pt x="117" y="29"/>
                    <a:pt x="120" y="65"/>
                    <a:pt x="102" y="80"/>
                  </a:cubicBezTo>
                  <a:cubicBezTo>
                    <a:pt x="98" y="84"/>
                    <a:pt x="109" y="85"/>
                    <a:pt x="103" y="91"/>
                  </a:cubicBezTo>
                  <a:cubicBezTo>
                    <a:pt x="92" y="88"/>
                    <a:pt x="76" y="89"/>
                    <a:pt x="71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651EC3F4-F241-AE7C-7CD4-261203C2EC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0198" y="4723448"/>
              <a:ext cx="334962" cy="347663"/>
            </a:xfrm>
            <a:custGeom>
              <a:avLst/>
              <a:gdLst>
                <a:gd name="T0" fmla="*/ 56 w 129"/>
                <a:gd name="T1" fmla="*/ 85 h 134"/>
                <a:gd name="T2" fmla="*/ 32 w 129"/>
                <a:gd name="T3" fmla="*/ 44 h 134"/>
                <a:gd name="T4" fmla="*/ 19 w 129"/>
                <a:gd name="T5" fmla="*/ 66 h 134"/>
                <a:gd name="T6" fmla="*/ 56 w 129"/>
                <a:gd name="T7" fmla="*/ 85 h 134"/>
                <a:gd name="T8" fmla="*/ 128 w 129"/>
                <a:gd name="T9" fmla="*/ 48 h 134"/>
                <a:gd name="T10" fmla="*/ 115 w 129"/>
                <a:gd name="T11" fmla="*/ 75 h 134"/>
                <a:gd name="T12" fmla="*/ 61 w 129"/>
                <a:gd name="T13" fmla="*/ 85 h 134"/>
                <a:gd name="T14" fmla="*/ 90 w 129"/>
                <a:gd name="T15" fmla="*/ 105 h 134"/>
                <a:gd name="T16" fmla="*/ 102 w 129"/>
                <a:gd name="T17" fmla="*/ 96 h 134"/>
                <a:gd name="T18" fmla="*/ 83 w 129"/>
                <a:gd name="T19" fmla="*/ 134 h 134"/>
                <a:gd name="T20" fmla="*/ 83 w 129"/>
                <a:gd name="T21" fmla="*/ 121 h 134"/>
                <a:gd name="T22" fmla="*/ 16 w 129"/>
                <a:gd name="T23" fmla="*/ 82 h 134"/>
                <a:gd name="T24" fmla="*/ 0 w 129"/>
                <a:gd name="T25" fmla="*/ 89 h 134"/>
                <a:gd name="T26" fmla="*/ 70 w 129"/>
                <a:gd name="T27" fmla="*/ 46 h 134"/>
                <a:gd name="T28" fmla="*/ 68 w 129"/>
                <a:gd name="T29" fmla="*/ 63 h 134"/>
                <a:gd name="T30" fmla="*/ 128 w 129"/>
                <a:gd name="T31" fmla="*/ 48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9" h="134">
                  <a:moveTo>
                    <a:pt x="56" y="85"/>
                  </a:moveTo>
                  <a:cubicBezTo>
                    <a:pt x="67" y="67"/>
                    <a:pt x="59" y="39"/>
                    <a:pt x="32" y="44"/>
                  </a:cubicBezTo>
                  <a:cubicBezTo>
                    <a:pt x="27" y="51"/>
                    <a:pt x="21" y="56"/>
                    <a:pt x="19" y="66"/>
                  </a:cubicBezTo>
                  <a:cubicBezTo>
                    <a:pt x="32" y="72"/>
                    <a:pt x="43" y="80"/>
                    <a:pt x="56" y="85"/>
                  </a:cubicBezTo>
                  <a:close/>
                  <a:moveTo>
                    <a:pt x="128" y="48"/>
                  </a:moveTo>
                  <a:cubicBezTo>
                    <a:pt x="129" y="56"/>
                    <a:pt x="121" y="68"/>
                    <a:pt x="115" y="75"/>
                  </a:cubicBezTo>
                  <a:cubicBezTo>
                    <a:pt x="94" y="77"/>
                    <a:pt x="68" y="73"/>
                    <a:pt x="61" y="85"/>
                  </a:cubicBezTo>
                  <a:cubicBezTo>
                    <a:pt x="66" y="97"/>
                    <a:pt x="81" y="97"/>
                    <a:pt x="90" y="105"/>
                  </a:cubicBezTo>
                  <a:cubicBezTo>
                    <a:pt x="98" y="105"/>
                    <a:pt x="96" y="96"/>
                    <a:pt x="102" y="96"/>
                  </a:cubicBezTo>
                  <a:cubicBezTo>
                    <a:pt x="102" y="108"/>
                    <a:pt x="89" y="129"/>
                    <a:pt x="83" y="134"/>
                  </a:cubicBezTo>
                  <a:cubicBezTo>
                    <a:pt x="76" y="134"/>
                    <a:pt x="87" y="128"/>
                    <a:pt x="83" y="121"/>
                  </a:cubicBezTo>
                  <a:cubicBezTo>
                    <a:pt x="63" y="105"/>
                    <a:pt x="39" y="95"/>
                    <a:pt x="16" y="82"/>
                  </a:cubicBezTo>
                  <a:cubicBezTo>
                    <a:pt x="7" y="80"/>
                    <a:pt x="10" y="91"/>
                    <a:pt x="0" y="89"/>
                  </a:cubicBezTo>
                  <a:cubicBezTo>
                    <a:pt x="8" y="61"/>
                    <a:pt x="43" y="0"/>
                    <a:pt x="70" y="46"/>
                  </a:cubicBezTo>
                  <a:cubicBezTo>
                    <a:pt x="70" y="52"/>
                    <a:pt x="71" y="61"/>
                    <a:pt x="68" y="63"/>
                  </a:cubicBezTo>
                  <a:cubicBezTo>
                    <a:pt x="90" y="61"/>
                    <a:pt x="116" y="61"/>
                    <a:pt x="128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8" name="Freeform 23">
              <a:extLst>
                <a:ext uri="{FF2B5EF4-FFF2-40B4-BE49-F238E27FC236}">
                  <a16:creationId xmlns:a16="http://schemas.microsoft.com/office/drawing/2014/main" id="{CD3B8DEF-4639-A650-CB7B-03FC30DD7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7323" y="4993323"/>
              <a:ext cx="327025" cy="312738"/>
            </a:xfrm>
            <a:custGeom>
              <a:avLst/>
              <a:gdLst>
                <a:gd name="T0" fmla="*/ 103 w 126"/>
                <a:gd name="T1" fmla="*/ 40 h 121"/>
                <a:gd name="T2" fmla="*/ 126 w 126"/>
                <a:gd name="T3" fmla="*/ 58 h 121"/>
                <a:gd name="T4" fmla="*/ 71 w 126"/>
                <a:gd name="T5" fmla="*/ 121 h 121"/>
                <a:gd name="T6" fmla="*/ 74 w 126"/>
                <a:gd name="T7" fmla="*/ 107 h 121"/>
                <a:gd name="T8" fmla="*/ 16 w 126"/>
                <a:gd name="T9" fmla="*/ 55 h 121"/>
                <a:gd name="T10" fmla="*/ 0 w 126"/>
                <a:gd name="T11" fmla="*/ 60 h 121"/>
                <a:gd name="T12" fmla="*/ 46 w 126"/>
                <a:gd name="T13" fmla="*/ 0 h 121"/>
                <a:gd name="T14" fmla="*/ 63 w 126"/>
                <a:gd name="T15" fmla="*/ 15 h 121"/>
                <a:gd name="T16" fmla="*/ 43 w 126"/>
                <a:gd name="T17" fmla="*/ 17 h 121"/>
                <a:gd name="T18" fmla="*/ 22 w 126"/>
                <a:gd name="T19" fmla="*/ 39 h 121"/>
                <a:gd name="T20" fmla="*/ 50 w 126"/>
                <a:gd name="T21" fmla="*/ 64 h 121"/>
                <a:gd name="T22" fmla="*/ 57 w 126"/>
                <a:gd name="T23" fmla="*/ 31 h 121"/>
                <a:gd name="T24" fmla="*/ 90 w 126"/>
                <a:gd name="T25" fmla="*/ 55 h 121"/>
                <a:gd name="T26" fmla="*/ 57 w 126"/>
                <a:gd name="T27" fmla="*/ 67 h 121"/>
                <a:gd name="T28" fmla="*/ 87 w 126"/>
                <a:gd name="T29" fmla="*/ 92 h 121"/>
                <a:gd name="T30" fmla="*/ 103 w 126"/>
                <a:gd name="T31" fmla="*/ 4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6" h="121">
                  <a:moveTo>
                    <a:pt x="103" y="40"/>
                  </a:moveTo>
                  <a:cubicBezTo>
                    <a:pt x="111" y="39"/>
                    <a:pt x="116" y="55"/>
                    <a:pt x="126" y="58"/>
                  </a:cubicBezTo>
                  <a:cubicBezTo>
                    <a:pt x="107" y="78"/>
                    <a:pt x="92" y="110"/>
                    <a:pt x="71" y="121"/>
                  </a:cubicBezTo>
                  <a:cubicBezTo>
                    <a:pt x="71" y="115"/>
                    <a:pt x="78" y="111"/>
                    <a:pt x="74" y="107"/>
                  </a:cubicBezTo>
                  <a:cubicBezTo>
                    <a:pt x="57" y="87"/>
                    <a:pt x="35" y="72"/>
                    <a:pt x="16" y="55"/>
                  </a:cubicBezTo>
                  <a:cubicBezTo>
                    <a:pt x="8" y="54"/>
                    <a:pt x="6" y="66"/>
                    <a:pt x="0" y="60"/>
                  </a:cubicBezTo>
                  <a:cubicBezTo>
                    <a:pt x="13" y="38"/>
                    <a:pt x="33" y="21"/>
                    <a:pt x="46" y="0"/>
                  </a:cubicBezTo>
                  <a:cubicBezTo>
                    <a:pt x="52" y="4"/>
                    <a:pt x="63" y="11"/>
                    <a:pt x="63" y="15"/>
                  </a:cubicBezTo>
                  <a:cubicBezTo>
                    <a:pt x="62" y="24"/>
                    <a:pt x="51" y="14"/>
                    <a:pt x="43" y="17"/>
                  </a:cubicBezTo>
                  <a:cubicBezTo>
                    <a:pt x="41" y="20"/>
                    <a:pt x="22" y="34"/>
                    <a:pt x="22" y="39"/>
                  </a:cubicBezTo>
                  <a:cubicBezTo>
                    <a:pt x="23" y="49"/>
                    <a:pt x="44" y="54"/>
                    <a:pt x="50" y="64"/>
                  </a:cubicBezTo>
                  <a:cubicBezTo>
                    <a:pt x="63" y="60"/>
                    <a:pt x="65" y="41"/>
                    <a:pt x="57" y="31"/>
                  </a:cubicBezTo>
                  <a:cubicBezTo>
                    <a:pt x="68" y="31"/>
                    <a:pt x="78" y="49"/>
                    <a:pt x="90" y="55"/>
                  </a:cubicBezTo>
                  <a:cubicBezTo>
                    <a:pt x="81" y="58"/>
                    <a:pt x="61" y="52"/>
                    <a:pt x="57" y="67"/>
                  </a:cubicBezTo>
                  <a:cubicBezTo>
                    <a:pt x="66" y="76"/>
                    <a:pt x="74" y="93"/>
                    <a:pt x="87" y="92"/>
                  </a:cubicBezTo>
                  <a:cubicBezTo>
                    <a:pt x="105" y="92"/>
                    <a:pt x="116" y="60"/>
                    <a:pt x="103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9" name="Freeform 24">
              <a:extLst>
                <a:ext uri="{FF2B5EF4-FFF2-40B4-BE49-F238E27FC236}">
                  <a16:creationId xmlns:a16="http://schemas.microsoft.com/office/drawing/2014/main" id="{523FE168-E3E4-0675-00A8-1C6BF4B273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1535" y="3228023"/>
              <a:ext cx="2111375" cy="2195513"/>
            </a:xfrm>
            <a:custGeom>
              <a:avLst/>
              <a:gdLst>
                <a:gd name="T0" fmla="*/ 316 w 813"/>
                <a:gd name="T1" fmla="*/ 720 h 846"/>
                <a:gd name="T2" fmla="*/ 313 w 813"/>
                <a:gd name="T3" fmla="*/ 652 h 846"/>
                <a:gd name="T4" fmla="*/ 294 w 813"/>
                <a:gd name="T5" fmla="*/ 673 h 846"/>
                <a:gd name="T6" fmla="*/ 309 w 813"/>
                <a:gd name="T7" fmla="*/ 671 h 846"/>
                <a:gd name="T8" fmla="*/ 313 w 813"/>
                <a:gd name="T9" fmla="*/ 720 h 846"/>
                <a:gd name="T10" fmla="*/ 316 w 813"/>
                <a:gd name="T11" fmla="*/ 720 h 846"/>
                <a:gd name="T12" fmla="*/ 377 w 813"/>
                <a:gd name="T13" fmla="*/ 720 h 846"/>
                <a:gd name="T14" fmla="*/ 391 w 813"/>
                <a:gd name="T15" fmla="*/ 671 h 846"/>
                <a:gd name="T16" fmla="*/ 349 w 813"/>
                <a:gd name="T17" fmla="*/ 667 h 846"/>
                <a:gd name="T18" fmla="*/ 384 w 813"/>
                <a:gd name="T19" fmla="*/ 692 h 846"/>
                <a:gd name="T20" fmla="*/ 366 w 813"/>
                <a:gd name="T21" fmla="*/ 715 h 846"/>
                <a:gd name="T22" fmla="*/ 353 w 813"/>
                <a:gd name="T23" fmla="*/ 704 h 846"/>
                <a:gd name="T24" fmla="*/ 377 w 813"/>
                <a:gd name="T25" fmla="*/ 720 h 846"/>
                <a:gd name="T26" fmla="*/ 417 w 813"/>
                <a:gd name="T27" fmla="*/ 716 h 846"/>
                <a:gd name="T28" fmla="*/ 419 w 813"/>
                <a:gd name="T29" fmla="*/ 656 h 846"/>
                <a:gd name="T30" fmla="*/ 417 w 813"/>
                <a:gd name="T31" fmla="*/ 716 h 846"/>
                <a:gd name="T32" fmla="*/ 481 w 813"/>
                <a:gd name="T33" fmla="*/ 714 h 846"/>
                <a:gd name="T34" fmla="*/ 514 w 813"/>
                <a:gd name="T35" fmla="*/ 668 h 846"/>
                <a:gd name="T36" fmla="*/ 475 w 813"/>
                <a:gd name="T37" fmla="*/ 672 h 846"/>
                <a:gd name="T38" fmla="*/ 490 w 813"/>
                <a:gd name="T39" fmla="*/ 659 h 846"/>
                <a:gd name="T40" fmla="*/ 506 w 813"/>
                <a:gd name="T41" fmla="*/ 668 h 846"/>
                <a:gd name="T42" fmla="*/ 470 w 813"/>
                <a:gd name="T43" fmla="*/ 720 h 846"/>
                <a:gd name="T44" fmla="*/ 514 w 813"/>
                <a:gd name="T45" fmla="*/ 715 h 846"/>
                <a:gd name="T46" fmla="*/ 481 w 813"/>
                <a:gd name="T47" fmla="*/ 714 h 846"/>
                <a:gd name="T48" fmla="*/ 415 w 813"/>
                <a:gd name="T49" fmla="*/ 465 h 846"/>
                <a:gd name="T50" fmla="*/ 628 w 813"/>
                <a:gd name="T51" fmla="*/ 461 h 846"/>
                <a:gd name="T52" fmla="*/ 478 w 813"/>
                <a:gd name="T53" fmla="*/ 353 h 846"/>
                <a:gd name="T54" fmla="*/ 545 w 813"/>
                <a:gd name="T55" fmla="*/ 362 h 846"/>
                <a:gd name="T56" fmla="*/ 441 w 813"/>
                <a:gd name="T57" fmla="*/ 229 h 846"/>
                <a:gd name="T58" fmla="*/ 483 w 813"/>
                <a:gd name="T59" fmla="*/ 237 h 846"/>
                <a:gd name="T60" fmla="*/ 441 w 813"/>
                <a:gd name="T61" fmla="*/ 162 h 846"/>
                <a:gd name="T62" fmla="*/ 408 w 813"/>
                <a:gd name="T63" fmla="*/ 80 h 846"/>
                <a:gd name="T64" fmla="*/ 346 w 813"/>
                <a:gd name="T65" fmla="*/ 220 h 846"/>
                <a:gd name="T66" fmla="*/ 340 w 813"/>
                <a:gd name="T67" fmla="*/ 237 h 846"/>
                <a:gd name="T68" fmla="*/ 381 w 813"/>
                <a:gd name="T69" fmla="*/ 229 h 846"/>
                <a:gd name="T70" fmla="*/ 275 w 813"/>
                <a:gd name="T71" fmla="*/ 360 h 846"/>
                <a:gd name="T72" fmla="*/ 344 w 813"/>
                <a:gd name="T73" fmla="*/ 353 h 846"/>
                <a:gd name="T74" fmla="*/ 344 w 813"/>
                <a:gd name="T75" fmla="*/ 355 h 846"/>
                <a:gd name="T76" fmla="*/ 342 w 813"/>
                <a:gd name="T77" fmla="*/ 357 h 846"/>
                <a:gd name="T78" fmla="*/ 211 w 813"/>
                <a:gd name="T79" fmla="*/ 446 h 846"/>
                <a:gd name="T80" fmla="*/ 192 w 813"/>
                <a:gd name="T81" fmla="*/ 461 h 846"/>
                <a:gd name="T82" fmla="*/ 415 w 813"/>
                <a:gd name="T83" fmla="*/ 465 h 846"/>
                <a:gd name="T84" fmla="*/ 450 w 813"/>
                <a:gd name="T85" fmla="*/ 532 h 846"/>
                <a:gd name="T86" fmla="*/ 677 w 813"/>
                <a:gd name="T87" fmla="*/ 532 h 846"/>
                <a:gd name="T88" fmla="*/ 649 w 813"/>
                <a:gd name="T89" fmla="*/ 492 h 846"/>
                <a:gd name="T90" fmla="*/ 413 w 813"/>
                <a:gd name="T91" fmla="*/ 482 h 846"/>
                <a:gd name="T92" fmla="*/ 217 w 813"/>
                <a:gd name="T93" fmla="*/ 489 h 846"/>
                <a:gd name="T94" fmla="*/ 172 w 813"/>
                <a:gd name="T95" fmla="*/ 495 h 846"/>
                <a:gd name="T96" fmla="*/ 145 w 813"/>
                <a:gd name="T97" fmla="*/ 532 h 846"/>
                <a:gd name="T98" fmla="*/ 377 w 813"/>
                <a:gd name="T99" fmla="*/ 532 h 846"/>
                <a:gd name="T100" fmla="*/ 375 w 813"/>
                <a:gd name="T101" fmla="*/ 551 h 846"/>
                <a:gd name="T102" fmla="*/ 450 w 813"/>
                <a:gd name="T103" fmla="*/ 551 h 846"/>
                <a:gd name="T104" fmla="*/ 450 w 813"/>
                <a:gd name="T105" fmla="*/ 532 h 846"/>
                <a:gd name="T106" fmla="*/ 794 w 813"/>
                <a:gd name="T107" fmla="*/ 0 h 846"/>
                <a:gd name="T108" fmla="*/ 749 w 813"/>
                <a:gd name="T109" fmla="*/ 575 h 846"/>
                <a:gd name="T110" fmla="*/ 408 w 813"/>
                <a:gd name="T111" fmla="*/ 846 h 846"/>
                <a:gd name="T112" fmla="*/ 66 w 813"/>
                <a:gd name="T113" fmla="*/ 579 h 846"/>
                <a:gd name="T114" fmla="*/ 18 w 813"/>
                <a:gd name="T115" fmla="*/ 5 h 846"/>
                <a:gd name="T116" fmla="*/ 22 w 813"/>
                <a:gd name="T117" fmla="*/ 0 h 846"/>
                <a:gd name="T118" fmla="*/ 794 w 813"/>
                <a:gd name="T119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13" h="846">
                  <a:moveTo>
                    <a:pt x="316" y="720"/>
                  </a:moveTo>
                  <a:cubicBezTo>
                    <a:pt x="318" y="703"/>
                    <a:pt x="324" y="665"/>
                    <a:pt x="313" y="652"/>
                  </a:cubicBezTo>
                  <a:cubicBezTo>
                    <a:pt x="310" y="663"/>
                    <a:pt x="297" y="662"/>
                    <a:pt x="294" y="673"/>
                  </a:cubicBezTo>
                  <a:cubicBezTo>
                    <a:pt x="299" y="681"/>
                    <a:pt x="307" y="666"/>
                    <a:pt x="309" y="671"/>
                  </a:cubicBezTo>
                  <a:cubicBezTo>
                    <a:pt x="311" y="686"/>
                    <a:pt x="305" y="711"/>
                    <a:pt x="313" y="720"/>
                  </a:cubicBezTo>
                  <a:cubicBezTo>
                    <a:pt x="314" y="720"/>
                    <a:pt x="315" y="720"/>
                    <a:pt x="316" y="720"/>
                  </a:cubicBezTo>
                  <a:close/>
                  <a:moveTo>
                    <a:pt x="377" y="720"/>
                  </a:moveTo>
                  <a:cubicBezTo>
                    <a:pt x="392" y="716"/>
                    <a:pt x="395" y="684"/>
                    <a:pt x="391" y="671"/>
                  </a:cubicBezTo>
                  <a:cubicBezTo>
                    <a:pt x="385" y="644"/>
                    <a:pt x="353" y="653"/>
                    <a:pt x="349" y="667"/>
                  </a:cubicBezTo>
                  <a:cubicBezTo>
                    <a:pt x="340" y="705"/>
                    <a:pt x="376" y="699"/>
                    <a:pt x="384" y="692"/>
                  </a:cubicBezTo>
                  <a:cubicBezTo>
                    <a:pt x="382" y="704"/>
                    <a:pt x="380" y="715"/>
                    <a:pt x="366" y="715"/>
                  </a:cubicBezTo>
                  <a:cubicBezTo>
                    <a:pt x="358" y="716"/>
                    <a:pt x="362" y="704"/>
                    <a:pt x="353" y="704"/>
                  </a:cubicBezTo>
                  <a:cubicBezTo>
                    <a:pt x="349" y="720"/>
                    <a:pt x="364" y="724"/>
                    <a:pt x="377" y="720"/>
                  </a:cubicBezTo>
                  <a:close/>
                  <a:moveTo>
                    <a:pt x="417" y="716"/>
                  </a:moveTo>
                  <a:cubicBezTo>
                    <a:pt x="454" y="753"/>
                    <a:pt x="475" y="629"/>
                    <a:pt x="419" y="656"/>
                  </a:cubicBezTo>
                  <a:cubicBezTo>
                    <a:pt x="409" y="668"/>
                    <a:pt x="404" y="705"/>
                    <a:pt x="417" y="716"/>
                  </a:cubicBezTo>
                  <a:close/>
                  <a:moveTo>
                    <a:pt x="481" y="714"/>
                  </a:moveTo>
                  <a:cubicBezTo>
                    <a:pt x="489" y="696"/>
                    <a:pt x="517" y="692"/>
                    <a:pt x="514" y="668"/>
                  </a:cubicBezTo>
                  <a:cubicBezTo>
                    <a:pt x="511" y="646"/>
                    <a:pt x="469" y="648"/>
                    <a:pt x="475" y="672"/>
                  </a:cubicBezTo>
                  <a:cubicBezTo>
                    <a:pt x="485" y="671"/>
                    <a:pt x="481" y="661"/>
                    <a:pt x="490" y="659"/>
                  </a:cubicBezTo>
                  <a:cubicBezTo>
                    <a:pt x="497" y="658"/>
                    <a:pt x="503" y="661"/>
                    <a:pt x="506" y="668"/>
                  </a:cubicBezTo>
                  <a:cubicBezTo>
                    <a:pt x="511" y="690"/>
                    <a:pt x="468" y="699"/>
                    <a:pt x="470" y="720"/>
                  </a:cubicBezTo>
                  <a:cubicBezTo>
                    <a:pt x="484" y="718"/>
                    <a:pt x="509" y="727"/>
                    <a:pt x="514" y="715"/>
                  </a:cubicBezTo>
                  <a:cubicBezTo>
                    <a:pt x="506" y="711"/>
                    <a:pt x="491" y="714"/>
                    <a:pt x="481" y="714"/>
                  </a:cubicBezTo>
                  <a:close/>
                  <a:moveTo>
                    <a:pt x="415" y="465"/>
                  </a:moveTo>
                  <a:cubicBezTo>
                    <a:pt x="469" y="406"/>
                    <a:pt x="550" y="477"/>
                    <a:pt x="628" y="461"/>
                  </a:cubicBezTo>
                  <a:cubicBezTo>
                    <a:pt x="577" y="425"/>
                    <a:pt x="517" y="400"/>
                    <a:pt x="478" y="353"/>
                  </a:cubicBezTo>
                  <a:cubicBezTo>
                    <a:pt x="496" y="360"/>
                    <a:pt x="518" y="363"/>
                    <a:pt x="545" y="362"/>
                  </a:cubicBezTo>
                  <a:cubicBezTo>
                    <a:pt x="511" y="318"/>
                    <a:pt x="456" y="287"/>
                    <a:pt x="441" y="229"/>
                  </a:cubicBezTo>
                  <a:cubicBezTo>
                    <a:pt x="454" y="233"/>
                    <a:pt x="465" y="237"/>
                    <a:pt x="483" y="237"/>
                  </a:cubicBezTo>
                  <a:cubicBezTo>
                    <a:pt x="468" y="213"/>
                    <a:pt x="453" y="189"/>
                    <a:pt x="441" y="162"/>
                  </a:cubicBezTo>
                  <a:cubicBezTo>
                    <a:pt x="429" y="137"/>
                    <a:pt x="420" y="108"/>
                    <a:pt x="408" y="80"/>
                  </a:cubicBezTo>
                  <a:cubicBezTo>
                    <a:pt x="397" y="134"/>
                    <a:pt x="370" y="184"/>
                    <a:pt x="346" y="220"/>
                  </a:cubicBezTo>
                  <a:cubicBezTo>
                    <a:pt x="343" y="225"/>
                    <a:pt x="337" y="231"/>
                    <a:pt x="340" y="237"/>
                  </a:cubicBezTo>
                  <a:cubicBezTo>
                    <a:pt x="357" y="237"/>
                    <a:pt x="368" y="233"/>
                    <a:pt x="381" y="229"/>
                  </a:cubicBezTo>
                  <a:cubicBezTo>
                    <a:pt x="359" y="287"/>
                    <a:pt x="313" y="319"/>
                    <a:pt x="275" y="360"/>
                  </a:cubicBezTo>
                  <a:cubicBezTo>
                    <a:pt x="302" y="361"/>
                    <a:pt x="325" y="360"/>
                    <a:pt x="344" y="353"/>
                  </a:cubicBezTo>
                  <a:cubicBezTo>
                    <a:pt x="344" y="355"/>
                    <a:pt x="344" y="355"/>
                    <a:pt x="344" y="355"/>
                  </a:cubicBezTo>
                  <a:cubicBezTo>
                    <a:pt x="343" y="355"/>
                    <a:pt x="342" y="355"/>
                    <a:pt x="342" y="357"/>
                  </a:cubicBezTo>
                  <a:cubicBezTo>
                    <a:pt x="304" y="391"/>
                    <a:pt x="258" y="423"/>
                    <a:pt x="211" y="446"/>
                  </a:cubicBezTo>
                  <a:cubicBezTo>
                    <a:pt x="204" y="449"/>
                    <a:pt x="195" y="453"/>
                    <a:pt x="192" y="461"/>
                  </a:cubicBezTo>
                  <a:cubicBezTo>
                    <a:pt x="266" y="473"/>
                    <a:pt x="357" y="410"/>
                    <a:pt x="415" y="465"/>
                  </a:cubicBezTo>
                  <a:close/>
                  <a:moveTo>
                    <a:pt x="450" y="532"/>
                  </a:moveTo>
                  <a:cubicBezTo>
                    <a:pt x="525" y="532"/>
                    <a:pt x="601" y="532"/>
                    <a:pt x="677" y="532"/>
                  </a:cubicBezTo>
                  <a:cubicBezTo>
                    <a:pt x="670" y="517"/>
                    <a:pt x="659" y="505"/>
                    <a:pt x="649" y="492"/>
                  </a:cubicBezTo>
                  <a:cubicBezTo>
                    <a:pt x="572" y="496"/>
                    <a:pt x="480" y="424"/>
                    <a:pt x="413" y="482"/>
                  </a:cubicBezTo>
                  <a:cubicBezTo>
                    <a:pt x="357" y="433"/>
                    <a:pt x="277" y="479"/>
                    <a:pt x="217" y="489"/>
                  </a:cubicBezTo>
                  <a:cubicBezTo>
                    <a:pt x="201" y="492"/>
                    <a:pt x="183" y="490"/>
                    <a:pt x="172" y="495"/>
                  </a:cubicBezTo>
                  <a:cubicBezTo>
                    <a:pt x="159" y="500"/>
                    <a:pt x="151" y="523"/>
                    <a:pt x="145" y="532"/>
                  </a:cubicBezTo>
                  <a:cubicBezTo>
                    <a:pt x="222" y="532"/>
                    <a:pt x="299" y="532"/>
                    <a:pt x="377" y="532"/>
                  </a:cubicBezTo>
                  <a:cubicBezTo>
                    <a:pt x="377" y="539"/>
                    <a:pt x="374" y="542"/>
                    <a:pt x="375" y="551"/>
                  </a:cubicBezTo>
                  <a:cubicBezTo>
                    <a:pt x="401" y="551"/>
                    <a:pt x="425" y="551"/>
                    <a:pt x="450" y="551"/>
                  </a:cubicBezTo>
                  <a:cubicBezTo>
                    <a:pt x="451" y="544"/>
                    <a:pt x="445" y="537"/>
                    <a:pt x="450" y="532"/>
                  </a:cubicBezTo>
                  <a:close/>
                  <a:moveTo>
                    <a:pt x="794" y="0"/>
                  </a:moveTo>
                  <a:cubicBezTo>
                    <a:pt x="794" y="208"/>
                    <a:pt x="813" y="432"/>
                    <a:pt x="749" y="575"/>
                  </a:cubicBezTo>
                  <a:cubicBezTo>
                    <a:pt x="686" y="721"/>
                    <a:pt x="550" y="780"/>
                    <a:pt x="408" y="846"/>
                  </a:cubicBezTo>
                  <a:cubicBezTo>
                    <a:pt x="265" y="782"/>
                    <a:pt x="132" y="721"/>
                    <a:pt x="66" y="579"/>
                  </a:cubicBezTo>
                  <a:cubicBezTo>
                    <a:pt x="0" y="437"/>
                    <a:pt x="23" y="215"/>
                    <a:pt x="18" y="5"/>
                  </a:cubicBezTo>
                  <a:cubicBezTo>
                    <a:pt x="18" y="1"/>
                    <a:pt x="19" y="0"/>
                    <a:pt x="22" y="0"/>
                  </a:cubicBezTo>
                  <a:cubicBezTo>
                    <a:pt x="280" y="0"/>
                    <a:pt x="538" y="0"/>
                    <a:pt x="79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0" name="Freeform 25">
              <a:extLst>
                <a:ext uri="{FF2B5EF4-FFF2-40B4-BE49-F238E27FC236}">
                  <a16:creationId xmlns:a16="http://schemas.microsoft.com/office/drawing/2014/main" id="{1113EAA8-B1BC-54F6-3B24-E7F027ADC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3010" y="5166360"/>
              <a:ext cx="269875" cy="298450"/>
            </a:xfrm>
            <a:custGeom>
              <a:avLst/>
              <a:gdLst>
                <a:gd name="T0" fmla="*/ 74 w 104"/>
                <a:gd name="T1" fmla="*/ 15 h 115"/>
                <a:gd name="T2" fmla="*/ 96 w 104"/>
                <a:gd name="T3" fmla="*/ 115 h 115"/>
                <a:gd name="T4" fmla="*/ 17 w 104"/>
                <a:gd name="T5" fmla="*/ 64 h 115"/>
                <a:gd name="T6" fmla="*/ 0 w 104"/>
                <a:gd name="T7" fmla="*/ 67 h 115"/>
                <a:gd name="T8" fmla="*/ 25 w 104"/>
                <a:gd name="T9" fmla="*/ 50 h 115"/>
                <a:gd name="T10" fmla="*/ 84 w 104"/>
                <a:gd name="T11" fmla="*/ 88 h 115"/>
                <a:gd name="T12" fmla="*/ 66 w 104"/>
                <a:gd name="T13" fmla="*/ 21 h 115"/>
                <a:gd name="T14" fmla="*/ 50 w 104"/>
                <a:gd name="T15" fmla="*/ 28 h 115"/>
                <a:gd name="T16" fmla="*/ 75 w 104"/>
                <a:gd name="T17" fmla="*/ 0 h 115"/>
                <a:gd name="T18" fmla="*/ 74 w 104"/>
                <a:gd name="T19" fmla="*/ 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5">
                  <a:moveTo>
                    <a:pt x="74" y="15"/>
                  </a:moveTo>
                  <a:cubicBezTo>
                    <a:pt x="73" y="47"/>
                    <a:pt x="104" y="86"/>
                    <a:pt x="96" y="115"/>
                  </a:cubicBezTo>
                  <a:cubicBezTo>
                    <a:pt x="71" y="99"/>
                    <a:pt x="43" y="82"/>
                    <a:pt x="17" y="64"/>
                  </a:cubicBezTo>
                  <a:cubicBezTo>
                    <a:pt x="8" y="63"/>
                    <a:pt x="5" y="71"/>
                    <a:pt x="0" y="67"/>
                  </a:cubicBezTo>
                  <a:cubicBezTo>
                    <a:pt x="6" y="54"/>
                    <a:pt x="46" y="26"/>
                    <a:pt x="25" y="50"/>
                  </a:cubicBezTo>
                  <a:cubicBezTo>
                    <a:pt x="43" y="66"/>
                    <a:pt x="64" y="77"/>
                    <a:pt x="84" y="88"/>
                  </a:cubicBezTo>
                  <a:cubicBezTo>
                    <a:pt x="84" y="67"/>
                    <a:pt x="73" y="42"/>
                    <a:pt x="66" y="21"/>
                  </a:cubicBezTo>
                  <a:cubicBezTo>
                    <a:pt x="60" y="23"/>
                    <a:pt x="56" y="26"/>
                    <a:pt x="50" y="28"/>
                  </a:cubicBezTo>
                  <a:cubicBezTo>
                    <a:pt x="50" y="16"/>
                    <a:pt x="69" y="10"/>
                    <a:pt x="75" y="0"/>
                  </a:cubicBezTo>
                  <a:cubicBezTo>
                    <a:pt x="83" y="6"/>
                    <a:pt x="74" y="7"/>
                    <a:pt x="7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1" name="Freeform 26">
              <a:extLst>
                <a:ext uri="{FF2B5EF4-FFF2-40B4-BE49-F238E27FC236}">
                  <a16:creationId xmlns:a16="http://schemas.microsoft.com/office/drawing/2014/main" id="{CB2FACE7-4F4E-D7A0-4B14-BFB212822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010" y="5358448"/>
              <a:ext cx="204787" cy="273050"/>
            </a:xfrm>
            <a:custGeom>
              <a:avLst/>
              <a:gdLst>
                <a:gd name="T0" fmla="*/ 62 w 79"/>
                <a:gd name="T1" fmla="*/ 84 h 105"/>
                <a:gd name="T2" fmla="*/ 79 w 79"/>
                <a:gd name="T3" fmla="*/ 87 h 105"/>
                <a:gd name="T4" fmla="*/ 40 w 79"/>
                <a:gd name="T5" fmla="*/ 105 h 105"/>
                <a:gd name="T6" fmla="*/ 50 w 79"/>
                <a:gd name="T7" fmla="*/ 93 h 105"/>
                <a:gd name="T8" fmla="*/ 16 w 79"/>
                <a:gd name="T9" fmla="*/ 19 h 105"/>
                <a:gd name="T10" fmla="*/ 0 w 79"/>
                <a:gd name="T11" fmla="*/ 19 h 105"/>
                <a:gd name="T12" fmla="*/ 40 w 79"/>
                <a:gd name="T13" fmla="*/ 0 h 105"/>
                <a:gd name="T14" fmla="*/ 29 w 79"/>
                <a:gd name="T15" fmla="*/ 12 h 105"/>
                <a:gd name="T16" fmla="*/ 62 w 79"/>
                <a:gd name="T17" fmla="*/ 8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105">
                  <a:moveTo>
                    <a:pt x="62" y="84"/>
                  </a:moveTo>
                  <a:cubicBezTo>
                    <a:pt x="68" y="89"/>
                    <a:pt x="76" y="81"/>
                    <a:pt x="79" y="87"/>
                  </a:cubicBezTo>
                  <a:cubicBezTo>
                    <a:pt x="71" y="95"/>
                    <a:pt x="52" y="104"/>
                    <a:pt x="40" y="105"/>
                  </a:cubicBezTo>
                  <a:cubicBezTo>
                    <a:pt x="40" y="98"/>
                    <a:pt x="50" y="100"/>
                    <a:pt x="50" y="93"/>
                  </a:cubicBezTo>
                  <a:cubicBezTo>
                    <a:pt x="40" y="68"/>
                    <a:pt x="28" y="43"/>
                    <a:pt x="16" y="19"/>
                  </a:cubicBezTo>
                  <a:cubicBezTo>
                    <a:pt x="10" y="17"/>
                    <a:pt x="3" y="25"/>
                    <a:pt x="0" y="19"/>
                  </a:cubicBezTo>
                  <a:cubicBezTo>
                    <a:pt x="10" y="11"/>
                    <a:pt x="28" y="0"/>
                    <a:pt x="40" y="0"/>
                  </a:cubicBezTo>
                  <a:cubicBezTo>
                    <a:pt x="38" y="6"/>
                    <a:pt x="32" y="7"/>
                    <a:pt x="29" y="12"/>
                  </a:cubicBezTo>
                  <a:cubicBezTo>
                    <a:pt x="40" y="36"/>
                    <a:pt x="52" y="60"/>
                    <a:pt x="6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2" name="Freeform 27">
              <a:extLst>
                <a:ext uri="{FF2B5EF4-FFF2-40B4-BE49-F238E27FC236}">
                  <a16:creationId xmlns:a16="http://schemas.microsoft.com/office/drawing/2014/main" id="{8847B595-3F71-C621-588D-223F76363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148" y="5423535"/>
              <a:ext cx="314325" cy="342900"/>
            </a:xfrm>
            <a:custGeom>
              <a:avLst/>
              <a:gdLst>
                <a:gd name="T0" fmla="*/ 121 w 121"/>
                <a:gd name="T1" fmla="*/ 98 h 132"/>
                <a:gd name="T2" fmla="*/ 78 w 121"/>
                <a:gd name="T3" fmla="*/ 79 h 132"/>
                <a:gd name="T4" fmla="*/ 33 w 121"/>
                <a:gd name="T5" fmla="*/ 54 h 132"/>
                <a:gd name="T6" fmla="*/ 59 w 121"/>
                <a:gd name="T7" fmla="*/ 115 h 132"/>
                <a:gd name="T8" fmla="*/ 78 w 121"/>
                <a:gd name="T9" fmla="*/ 116 h 132"/>
                <a:gd name="T10" fmla="*/ 39 w 121"/>
                <a:gd name="T11" fmla="*/ 132 h 132"/>
                <a:gd name="T12" fmla="*/ 48 w 121"/>
                <a:gd name="T13" fmla="*/ 118 h 132"/>
                <a:gd name="T14" fmla="*/ 17 w 121"/>
                <a:gd name="T15" fmla="*/ 46 h 132"/>
                <a:gd name="T16" fmla="*/ 1 w 121"/>
                <a:gd name="T17" fmla="*/ 46 h 132"/>
                <a:gd name="T18" fmla="*/ 25 w 121"/>
                <a:gd name="T19" fmla="*/ 32 h 132"/>
                <a:gd name="T20" fmla="*/ 102 w 121"/>
                <a:gd name="T21" fmla="*/ 77 h 132"/>
                <a:gd name="T22" fmla="*/ 78 w 121"/>
                <a:gd name="T23" fmla="*/ 20 h 132"/>
                <a:gd name="T24" fmla="*/ 60 w 121"/>
                <a:gd name="T25" fmla="*/ 20 h 132"/>
                <a:gd name="T26" fmla="*/ 95 w 121"/>
                <a:gd name="T27" fmla="*/ 0 h 132"/>
                <a:gd name="T28" fmla="*/ 88 w 121"/>
                <a:gd name="T29" fmla="*/ 16 h 132"/>
                <a:gd name="T30" fmla="*/ 121 w 121"/>
                <a:gd name="T31" fmla="*/ 9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1" h="132">
                  <a:moveTo>
                    <a:pt x="121" y="98"/>
                  </a:moveTo>
                  <a:cubicBezTo>
                    <a:pt x="105" y="103"/>
                    <a:pt x="92" y="87"/>
                    <a:pt x="78" y="79"/>
                  </a:cubicBezTo>
                  <a:cubicBezTo>
                    <a:pt x="62" y="70"/>
                    <a:pt x="47" y="62"/>
                    <a:pt x="33" y="54"/>
                  </a:cubicBezTo>
                  <a:cubicBezTo>
                    <a:pt x="39" y="77"/>
                    <a:pt x="48" y="96"/>
                    <a:pt x="59" y="115"/>
                  </a:cubicBezTo>
                  <a:cubicBezTo>
                    <a:pt x="65" y="116"/>
                    <a:pt x="73" y="113"/>
                    <a:pt x="78" y="116"/>
                  </a:cubicBezTo>
                  <a:cubicBezTo>
                    <a:pt x="67" y="124"/>
                    <a:pt x="50" y="132"/>
                    <a:pt x="39" y="132"/>
                  </a:cubicBezTo>
                  <a:cubicBezTo>
                    <a:pt x="39" y="126"/>
                    <a:pt x="48" y="126"/>
                    <a:pt x="48" y="118"/>
                  </a:cubicBezTo>
                  <a:cubicBezTo>
                    <a:pt x="51" y="98"/>
                    <a:pt x="23" y="63"/>
                    <a:pt x="17" y="46"/>
                  </a:cubicBezTo>
                  <a:cubicBezTo>
                    <a:pt x="11" y="44"/>
                    <a:pt x="5" y="51"/>
                    <a:pt x="1" y="46"/>
                  </a:cubicBezTo>
                  <a:cubicBezTo>
                    <a:pt x="0" y="39"/>
                    <a:pt x="18" y="37"/>
                    <a:pt x="25" y="32"/>
                  </a:cubicBezTo>
                  <a:cubicBezTo>
                    <a:pt x="51" y="45"/>
                    <a:pt x="75" y="63"/>
                    <a:pt x="102" y="77"/>
                  </a:cubicBezTo>
                  <a:cubicBezTo>
                    <a:pt x="97" y="55"/>
                    <a:pt x="87" y="37"/>
                    <a:pt x="78" y="20"/>
                  </a:cubicBezTo>
                  <a:cubicBezTo>
                    <a:pt x="70" y="17"/>
                    <a:pt x="65" y="24"/>
                    <a:pt x="60" y="20"/>
                  </a:cubicBezTo>
                  <a:cubicBezTo>
                    <a:pt x="67" y="8"/>
                    <a:pt x="86" y="8"/>
                    <a:pt x="95" y="0"/>
                  </a:cubicBezTo>
                  <a:cubicBezTo>
                    <a:pt x="104" y="7"/>
                    <a:pt x="88" y="7"/>
                    <a:pt x="88" y="16"/>
                  </a:cubicBezTo>
                  <a:cubicBezTo>
                    <a:pt x="97" y="46"/>
                    <a:pt x="110" y="72"/>
                    <a:pt x="121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3" name="Freeform 28">
              <a:extLst>
                <a:ext uri="{FF2B5EF4-FFF2-40B4-BE49-F238E27FC236}">
                  <a16:creationId xmlns:a16="http://schemas.microsoft.com/office/drawing/2014/main" id="{D6CC2DCF-188B-BCF2-0A9D-2DDD3BC63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198" y="2524760"/>
              <a:ext cx="238125" cy="295275"/>
            </a:xfrm>
            <a:custGeom>
              <a:avLst/>
              <a:gdLst>
                <a:gd name="T0" fmla="*/ 74 w 92"/>
                <a:gd name="T1" fmla="*/ 19 h 114"/>
                <a:gd name="T2" fmla="*/ 71 w 92"/>
                <a:gd name="T3" fmla="*/ 114 h 114"/>
                <a:gd name="T4" fmla="*/ 65 w 92"/>
                <a:gd name="T5" fmla="*/ 100 h 114"/>
                <a:gd name="T6" fmla="*/ 3 w 92"/>
                <a:gd name="T7" fmla="*/ 79 h 114"/>
                <a:gd name="T8" fmla="*/ 69 w 92"/>
                <a:gd name="T9" fmla="*/ 83 h 114"/>
                <a:gd name="T10" fmla="*/ 51 w 92"/>
                <a:gd name="T11" fmla="*/ 66 h 114"/>
                <a:gd name="T12" fmla="*/ 2 w 92"/>
                <a:gd name="T13" fmla="*/ 52 h 114"/>
                <a:gd name="T14" fmla="*/ 69 w 92"/>
                <a:gd name="T15" fmla="*/ 54 h 114"/>
                <a:gd name="T16" fmla="*/ 2 w 92"/>
                <a:gd name="T17" fmla="*/ 24 h 114"/>
                <a:gd name="T18" fmla="*/ 62 w 92"/>
                <a:gd name="T19" fmla="*/ 23 h 114"/>
                <a:gd name="T20" fmla="*/ 74 w 92"/>
                <a:gd name="T21" fmla="*/ 1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4">
                  <a:moveTo>
                    <a:pt x="74" y="19"/>
                  </a:moveTo>
                  <a:cubicBezTo>
                    <a:pt x="88" y="36"/>
                    <a:pt x="92" y="103"/>
                    <a:pt x="71" y="114"/>
                  </a:cubicBezTo>
                  <a:cubicBezTo>
                    <a:pt x="63" y="114"/>
                    <a:pt x="64" y="107"/>
                    <a:pt x="65" y="100"/>
                  </a:cubicBezTo>
                  <a:cubicBezTo>
                    <a:pt x="51" y="86"/>
                    <a:pt x="14" y="99"/>
                    <a:pt x="3" y="79"/>
                  </a:cubicBezTo>
                  <a:cubicBezTo>
                    <a:pt x="24" y="65"/>
                    <a:pt x="49" y="83"/>
                    <a:pt x="69" y="83"/>
                  </a:cubicBezTo>
                  <a:cubicBezTo>
                    <a:pt x="73" y="69"/>
                    <a:pt x="58" y="69"/>
                    <a:pt x="51" y="66"/>
                  </a:cubicBezTo>
                  <a:cubicBezTo>
                    <a:pt x="36" y="61"/>
                    <a:pt x="14" y="62"/>
                    <a:pt x="2" y="52"/>
                  </a:cubicBezTo>
                  <a:cubicBezTo>
                    <a:pt x="14" y="31"/>
                    <a:pt x="49" y="52"/>
                    <a:pt x="69" y="54"/>
                  </a:cubicBezTo>
                  <a:cubicBezTo>
                    <a:pt x="65" y="24"/>
                    <a:pt x="22" y="36"/>
                    <a:pt x="2" y="24"/>
                  </a:cubicBezTo>
                  <a:cubicBezTo>
                    <a:pt x="0" y="0"/>
                    <a:pt x="48" y="18"/>
                    <a:pt x="62" y="23"/>
                  </a:cubicBezTo>
                  <a:cubicBezTo>
                    <a:pt x="68" y="24"/>
                    <a:pt x="70" y="13"/>
                    <a:pt x="74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4" name="Freeform 29">
              <a:extLst>
                <a:ext uri="{FF2B5EF4-FFF2-40B4-BE49-F238E27FC236}">
                  <a16:creationId xmlns:a16="http://schemas.microsoft.com/office/drawing/2014/main" id="{EB752082-84C0-E697-7DD8-C16F744194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0185" y="2210435"/>
              <a:ext cx="796925" cy="906463"/>
            </a:xfrm>
            <a:custGeom>
              <a:avLst/>
              <a:gdLst>
                <a:gd name="T0" fmla="*/ 220 w 307"/>
                <a:gd name="T1" fmla="*/ 268 h 349"/>
                <a:gd name="T2" fmla="*/ 111 w 307"/>
                <a:gd name="T3" fmla="*/ 268 h 349"/>
                <a:gd name="T4" fmla="*/ 220 w 307"/>
                <a:gd name="T5" fmla="*/ 268 h 349"/>
                <a:gd name="T6" fmla="*/ 173 w 307"/>
                <a:gd name="T7" fmla="*/ 123 h 349"/>
                <a:gd name="T8" fmla="*/ 194 w 307"/>
                <a:gd name="T9" fmla="*/ 123 h 349"/>
                <a:gd name="T10" fmla="*/ 162 w 307"/>
                <a:gd name="T11" fmla="*/ 45 h 349"/>
                <a:gd name="T12" fmla="*/ 137 w 307"/>
                <a:gd name="T13" fmla="*/ 123 h 349"/>
                <a:gd name="T14" fmla="*/ 156 w 307"/>
                <a:gd name="T15" fmla="*/ 123 h 349"/>
                <a:gd name="T16" fmla="*/ 168 w 307"/>
                <a:gd name="T17" fmla="*/ 105 h 349"/>
                <a:gd name="T18" fmla="*/ 173 w 307"/>
                <a:gd name="T19" fmla="*/ 123 h 349"/>
                <a:gd name="T20" fmla="*/ 253 w 307"/>
                <a:gd name="T21" fmla="*/ 300 h 349"/>
                <a:gd name="T22" fmla="*/ 286 w 307"/>
                <a:gd name="T23" fmla="*/ 257 h 349"/>
                <a:gd name="T24" fmla="*/ 45 w 307"/>
                <a:gd name="T25" fmla="*/ 259 h 349"/>
                <a:gd name="T26" fmla="*/ 79 w 307"/>
                <a:gd name="T27" fmla="*/ 300 h 349"/>
                <a:gd name="T28" fmla="*/ 109 w 307"/>
                <a:gd name="T29" fmla="*/ 294 h 349"/>
                <a:gd name="T30" fmla="*/ 83 w 307"/>
                <a:gd name="T31" fmla="*/ 264 h 349"/>
                <a:gd name="T32" fmla="*/ 178 w 307"/>
                <a:gd name="T33" fmla="*/ 244 h 349"/>
                <a:gd name="T34" fmla="*/ 248 w 307"/>
                <a:gd name="T35" fmla="*/ 266 h 349"/>
                <a:gd name="T36" fmla="*/ 222 w 307"/>
                <a:gd name="T37" fmla="*/ 291 h 349"/>
                <a:gd name="T38" fmla="*/ 253 w 307"/>
                <a:gd name="T39" fmla="*/ 300 h 349"/>
                <a:gd name="T40" fmla="*/ 274 w 307"/>
                <a:gd name="T41" fmla="*/ 75 h 349"/>
                <a:gd name="T42" fmla="*/ 302 w 307"/>
                <a:gd name="T43" fmla="*/ 133 h 349"/>
                <a:gd name="T44" fmla="*/ 264 w 307"/>
                <a:gd name="T45" fmla="*/ 85 h 349"/>
                <a:gd name="T46" fmla="*/ 187 w 307"/>
                <a:gd name="T47" fmla="*/ 47 h 349"/>
                <a:gd name="T48" fmla="*/ 210 w 307"/>
                <a:gd name="T49" fmla="*/ 121 h 349"/>
                <a:gd name="T50" fmla="*/ 175 w 307"/>
                <a:gd name="T51" fmla="*/ 139 h 349"/>
                <a:gd name="T52" fmla="*/ 173 w 307"/>
                <a:gd name="T53" fmla="*/ 173 h 349"/>
                <a:gd name="T54" fmla="*/ 225 w 307"/>
                <a:gd name="T55" fmla="*/ 175 h 349"/>
                <a:gd name="T56" fmla="*/ 173 w 307"/>
                <a:gd name="T57" fmla="*/ 188 h 349"/>
                <a:gd name="T58" fmla="*/ 166 w 307"/>
                <a:gd name="T59" fmla="*/ 219 h 349"/>
                <a:gd name="T60" fmla="*/ 305 w 307"/>
                <a:gd name="T61" fmla="*/ 250 h 349"/>
                <a:gd name="T62" fmla="*/ 256 w 307"/>
                <a:gd name="T63" fmla="*/ 318 h 349"/>
                <a:gd name="T64" fmla="*/ 192 w 307"/>
                <a:gd name="T65" fmla="*/ 338 h 349"/>
                <a:gd name="T66" fmla="*/ 232 w 307"/>
                <a:gd name="T67" fmla="*/ 312 h 349"/>
                <a:gd name="T68" fmla="*/ 183 w 307"/>
                <a:gd name="T69" fmla="*/ 304 h 349"/>
                <a:gd name="T70" fmla="*/ 181 w 307"/>
                <a:gd name="T71" fmla="*/ 343 h 349"/>
                <a:gd name="T72" fmla="*/ 132 w 307"/>
                <a:gd name="T73" fmla="*/ 334 h 349"/>
                <a:gd name="T74" fmla="*/ 168 w 307"/>
                <a:gd name="T75" fmla="*/ 330 h 349"/>
                <a:gd name="T76" fmla="*/ 166 w 307"/>
                <a:gd name="T77" fmla="*/ 304 h 349"/>
                <a:gd name="T78" fmla="*/ 100 w 307"/>
                <a:gd name="T79" fmla="*/ 311 h 349"/>
                <a:gd name="T80" fmla="*/ 123 w 307"/>
                <a:gd name="T81" fmla="*/ 334 h 349"/>
                <a:gd name="T82" fmla="*/ 25 w 307"/>
                <a:gd name="T83" fmla="*/ 252 h 349"/>
                <a:gd name="T84" fmla="*/ 161 w 307"/>
                <a:gd name="T85" fmla="*/ 221 h 349"/>
                <a:gd name="T86" fmla="*/ 157 w 307"/>
                <a:gd name="T87" fmla="*/ 191 h 349"/>
                <a:gd name="T88" fmla="*/ 104 w 307"/>
                <a:gd name="T89" fmla="*/ 182 h 349"/>
                <a:gd name="T90" fmla="*/ 156 w 307"/>
                <a:gd name="T91" fmla="*/ 173 h 349"/>
                <a:gd name="T92" fmla="*/ 157 w 307"/>
                <a:gd name="T93" fmla="*/ 140 h 349"/>
                <a:gd name="T94" fmla="*/ 104 w 307"/>
                <a:gd name="T95" fmla="*/ 132 h 349"/>
                <a:gd name="T96" fmla="*/ 121 w 307"/>
                <a:gd name="T97" fmla="*/ 123 h 349"/>
                <a:gd name="T98" fmla="*/ 144 w 307"/>
                <a:gd name="T99" fmla="*/ 51 h 349"/>
                <a:gd name="T100" fmla="*/ 34 w 307"/>
                <a:gd name="T101" fmla="*/ 143 h 349"/>
                <a:gd name="T102" fmla="*/ 95 w 307"/>
                <a:gd name="T103" fmla="*/ 140 h 349"/>
                <a:gd name="T104" fmla="*/ 28 w 307"/>
                <a:gd name="T105" fmla="*/ 173 h 349"/>
                <a:gd name="T106" fmla="*/ 95 w 307"/>
                <a:gd name="T107" fmla="*/ 171 h 349"/>
                <a:gd name="T108" fmla="*/ 28 w 307"/>
                <a:gd name="T109" fmla="*/ 204 h 349"/>
                <a:gd name="T110" fmla="*/ 91 w 307"/>
                <a:gd name="T111" fmla="*/ 201 h 349"/>
                <a:gd name="T112" fmla="*/ 33 w 307"/>
                <a:gd name="T113" fmla="*/ 221 h 349"/>
                <a:gd name="T114" fmla="*/ 28 w 307"/>
                <a:gd name="T115" fmla="*/ 239 h 349"/>
                <a:gd name="T116" fmla="*/ 12 w 307"/>
                <a:gd name="T117" fmla="*/ 213 h 349"/>
                <a:gd name="T118" fmla="*/ 150 w 307"/>
                <a:gd name="T119" fmla="*/ 29 h 349"/>
                <a:gd name="T120" fmla="*/ 177 w 307"/>
                <a:gd name="T121" fmla="*/ 29 h 349"/>
                <a:gd name="T122" fmla="*/ 274 w 307"/>
                <a:gd name="T123" fmla="*/ 75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7" h="349">
                  <a:moveTo>
                    <a:pt x="220" y="268"/>
                  </a:moveTo>
                  <a:cubicBezTo>
                    <a:pt x="190" y="258"/>
                    <a:pt x="144" y="258"/>
                    <a:pt x="111" y="268"/>
                  </a:cubicBezTo>
                  <a:cubicBezTo>
                    <a:pt x="129" y="292"/>
                    <a:pt x="201" y="292"/>
                    <a:pt x="220" y="268"/>
                  </a:cubicBezTo>
                  <a:close/>
                  <a:moveTo>
                    <a:pt x="173" y="123"/>
                  </a:moveTo>
                  <a:cubicBezTo>
                    <a:pt x="181" y="123"/>
                    <a:pt x="187" y="123"/>
                    <a:pt x="194" y="123"/>
                  </a:cubicBezTo>
                  <a:cubicBezTo>
                    <a:pt x="184" y="96"/>
                    <a:pt x="181" y="64"/>
                    <a:pt x="162" y="45"/>
                  </a:cubicBezTo>
                  <a:cubicBezTo>
                    <a:pt x="154" y="71"/>
                    <a:pt x="143" y="95"/>
                    <a:pt x="137" y="123"/>
                  </a:cubicBezTo>
                  <a:cubicBezTo>
                    <a:pt x="143" y="123"/>
                    <a:pt x="149" y="123"/>
                    <a:pt x="156" y="123"/>
                  </a:cubicBezTo>
                  <a:cubicBezTo>
                    <a:pt x="156" y="113"/>
                    <a:pt x="159" y="106"/>
                    <a:pt x="168" y="105"/>
                  </a:cubicBezTo>
                  <a:cubicBezTo>
                    <a:pt x="173" y="107"/>
                    <a:pt x="173" y="114"/>
                    <a:pt x="173" y="123"/>
                  </a:cubicBezTo>
                  <a:close/>
                  <a:moveTo>
                    <a:pt x="253" y="300"/>
                  </a:moveTo>
                  <a:cubicBezTo>
                    <a:pt x="266" y="288"/>
                    <a:pt x="278" y="276"/>
                    <a:pt x="286" y="257"/>
                  </a:cubicBezTo>
                  <a:cubicBezTo>
                    <a:pt x="219" y="230"/>
                    <a:pt x="105" y="229"/>
                    <a:pt x="45" y="259"/>
                  </a:cubicBezTo>
                  <a:cubicBezTo>
                    <a:pt x="54" y="276"/>
                    <a:pt x="67" y="287"/>
                    <a:pt x="79" y="300"/>
                  </a:cubicBezTo>
                  <a:cubicBezTo>
                    <a:pt x="90" y="299"/>
                    <a:pt x="96" y="292"/>
                    <a:pt x="109" y="294"/>
                  </a:cubicBezTo>
                  <a:cubicBezTo>
                    <a:pt x="105" y="280"/>
                    <a:pt x="85" y="281"/>
                    <a:pt x="83" y="264"/>
                  </a:cubicBezTo>
                  <a:cubicBezTo>
                    <a:pt x="100" y="247"/>
                    <a:pt x="143" y="242"/>
                    <a:pt x="178" y="244"/>
                  </a:cubicBezTo>
                  <a:cubicBezTo>
                    <a:pt x="205" y="247"/>
                    <a:pt x="238" y="249"/>
                    <a:pt x="248" y="266"/>
                  </a:cubicBezTo>
                  <a:cubicBezTo>
                    <a:pt x="244" y="280"/>
                    <a:pt x="228" y="281"/>
                    <a:pt x="222" y="291"/>
                  </a:cubicBezTo>
                  <a:cubicBezTo>
                    <a:pt x="232" y="294"/>
                    <a:pt x="243" y="297"/>
                    <a:pt x="253" y="300"/>
                  </a:cubicBezTo>
                  <a:close/>
                  <a:moveTo>
                    <a:pt x="274" y="75"/>
                  </a:moveTo>
                  <a:cubicBezTo>
                    <a:pt x="287" y="88"/>
                    <a:pt x="307" y="110"/>
                    <a:pt x="302" y="133"/>
                  </a:cubicBezTo>
                  <a:cubicBezTo>
                    <a:pt x="283" y="125"/>
                    <a:pt x="278" y="100"/>
                    <a:pt x="264" y="85"/>
                  </a:cubicBezTo>
                  <a:cubicBezTo>
                    <a:pt x="244" y="64"/>
                    <a:pt x="217" y="57"/>
                    <a:pt x="187" y="47"/>
                  </a:cubicBezTo>
                  <a:cubicBezTo>
                    <a:pt x="192" y="75"/>
                    <a:pt x="204" y="94"/>
                    <a:pt x="210" y="121"/>
                  </a:cubicBezTo>
                  <a:cubicBezTo>
                    <a:pt x="252" y="134"/>
                    <a:pt x="201" y="145"/>
                    <a:pt x="175" y="139"/>
                  </a:cubicBezTo>
                  <a:cubicBezTo>
                    <a:pt x="171" y="147"/>
                    <a:pt x="175" y="162"/>
                    <a:pt x="173" y="173"/>
                  </a:cubicBezTo>
                  <a:cubicBezTo>
                    <a:pt x="187" y="177"/>
                    <a:pt x="210" y="168"/>
                    <a:pt x="225" y="175"/>
                  </a:cubicBezTo>
                  <a:cubicBezTo>
                    <a:pt x="225" y="202"/>
                    <a:pt x="197" y="185"/>
                    <a:pt x="173" y="188"/>
                  </a:cubicBezTo>
                  <a:cubicBezTo>
                    <a:pt x="173" y="202"/>
                    <a:pt x="175" y="215"/>
                    <a:pt x="166" y="219"/>
                  </a:cubicBezTo>
                  <a:cubicBezTo>
                    <a:pt x="220" y="223"/>
                    <a:pt x="271" y="226"/>
                    <a:pt x="305" y="250"/>
                  </a:cubicBezTo>
                  <a:cubicBezTo>
                    <a:pt x="297" y="277"/>
                    <a:pt x="278" y="302"/>
                    <a:pt x="256" y="318"/>
                  </a:cubicBezTo>
                  <a:cubicBezTo>
                    <a:pt x="239" y="330"/>
                    <a:pt x="215" y="342"/>
                    <a:pt x="192" y="338"/>
                  </a:cubicBezTo>
                  <a:cubicBezTo>
                    <a:pt x="192" y="315"/>
                    <a:pt x="222" y="325"/>
                    <a:pt x="232" y="312"/>
                  </a:cubicBezTo>
                  <a:cubicBezTo>
                    <a:pt x="220" y="305"/>
                    <a:pt x="201" y="305"/>
                    <a:pt x="183" y="304"/>
                  </a:cubicBezTo>
                  <a:cubicBezTo>
                    <a:pt x="182" y="311"/>
                    <a:pt x="187" y="335"/>
                    <a:pt x="181" y="343"/>
                  </a:cubicBezTo>
                  <a:cubicBezTo>
                    <a:pt x="166" y="349"/>
                    <a:pt x="129" y="347"/>
                    <a:pt x="132" y="334"/>
                  </a:cubicBezTo>
                  <a:cubicBezTo>
                    <a:pt x="134" y="323"/>
                    <a:pt x="154" y="330"/>
                    <a:pt x="168" y="330"/>
                  </a:cubicBezTo>
                  <a:cubicBezTo>
                    <a:pt x="168" y="321"/>
                    <a:pt x="168" y="311"/>
                    <a:pt x="166" y="304"/>
                  </a:cubicBezTo>
                  <a:cubicBezTo>
                    <a:pt x="140" y="302"/>
                    <a:pt x="120" y="306"/>
                    <a:pt x="100" y="311"/>
                  </a:cubicBezTo>
                  <a:cubicBezTo>
                    <a:pt x="105" y="321"/>
                    <a:pt x="129" y="318"/>
                    <a:pt x="123" y="334"/>
                  </a:cubicBezTo>
                  <a:cubicBezTo>
                    <a:pt x="76" y="330"/>
                    <a:pt x="44" y="294"/>
                    <a:pt x="25" y="252"/>
                  </a:cubicBezTo>
                  <a:cubicBezTo>
                    <a:pt x="57" y="228"/>
                    <a:pt x="109" y="224"/>
                    <a:pt x="161" y="221"/>
                  </a:cubicBezTo>
                  <a:cubicBezTo>
                    <a:pt x="161" y="216"/>
                    <a:pt x="155" y="204"/>
                    <a:pt x="157" y="191"/>
                  </a:cubicBezTo>
                  <a:cubicBezTo>
                    <a:pt x="142" y="182"/>
                    <a:pt x="111" y="200"/>
                    <a:pt x="104" y="182"/>
                  </a:cubicBezTo>
                  <a:cubicBezTo>
                    <a:pt x="109" y="164"/>
                    <a:pt x="139" y="178"/>
                    <a:pt x="156" y="173"/>
                  </a:cubicBezTo>
                  <a:cubicBezTo>
                    <a:pt x="160" y="166"/>
                    <a:pt x="156" y="151"/>
                    <a:pt x="157" y="140"/>
                  </a:cubicBezTo>
                  <a:cubicBezTo>
                    <a:pt x="138" y="133"/>
                    <a:pt x="113" y="151"/>
                    <a:pt x="104" y="132"/>
                  </a:cubicBezTo>
                  <a:cubicBezTo>
                    <a:pt x="105" y="124"/>
                    <a:pt x="112" y="123"/>
                    <a:pt x="121" y="123"/>
                  </a:cubicBezTo>
                  <a:cubicBezTo>
                    <a:pt x="124" y="95"/>
                    <a:pt x="137" y="76"/>
                    <a:pt x="144" y="51"/>
                  </a:cubicBezTo>
                  <a:cubicBezTo>
                    <a:pt x="88" y="54"/>
                    <a:pt x="52" y="94"/>
                    <a:pt x="34" y="143"/>
                  </a:cubicBezTo>
                  <a:cubicBezTo>
                    <a:pt x="52" y="142"/>
                    <a:pt x="83" y="124"/>
                    <a:pt x="95" y="140"/>
                  </a:cubicBezTo>
                  <a:cubicBezTo>
                    <a:pt x="83" y="162"/>
                    <a:pt x="34" y="142"/>
                    <a:pt x="28" y="173"/>
                  </a:cubicBezTo>
                  <a:cubicBezTo>
                    <a:pt x="41" y="177"/>
                    <a:pt x="79" y="152"/>
                    <a:pt x="95" y="171"/>
                  </a:cubicBezTo>
                  <a:cubicBezTo>
                    <a:pt x="83" y="192"/>
                    <a:pt x="30" y="172"/>
                    <a:pt x="28" y="204"/>
                  </a:cubicBezTo>
                  <a:cubicBezTo>
                    <a:pt x="43" y="206"/>
                    <a:pt x="76" y="183"/>
                    <a:pt x="91" y="201"/>
                  </a:cubicBezTo>
                  <a:cubicBezTo>
                    <a:pt x="84" y="220"/>
                    <a:pt x="45" y="207"/>
                    <a:pt x="33" y="221"/>
                  </a:cubicBezTo>
                  <a:cubicBezTo>
                    <a:pt x="30" y="225"/>
                    <a:pt x="35" y="238"/>
                    <a:pt x="28" y="239"/>
                  </a:cubicBezTo>
                  <a:cubicBezTo>
                    <a:pt x="16" y="237"/>
                    <a:pt x="13" y="223"/>
                    <a:pt x="12" y="213"/>
                  </a:cubicBezTo>
                  <a:cubicBezTo>
                    <a:pt x="0" y="105"/>
                    <a:pt x="69" y="44"/>
                    <a:pt x="150" y="29"/>
                  </a:cubicBezTo>
                  <a:cubicBezTo>
                    <a:pt x="155" y="9"/>
                    <a:pt x="176" y="0"/>
                    <a:pt x="177" y="29"/>
                  </a:cubicBezTo>
                  <a:cubicBezTo>
                    <a:pt x="214" y="35"/>
                    <a:pt x="250" y="51"/>
                    <a:pt x="274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5" name="Freeform 30">
              <a:extLst>
                <a:ext uri="{FF2B5EF4-FFF2-40B4-BE49-F238E27FC236}">
                  <a16:creationId xmlns:a16="http://schemas.microsoft.com/office/drawing/2014/main" id="{A579D0CD-B52B-5ECE-3128-0C4ECBF10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698" y="5542598"/>
              <a:ext cx="265112" cy="306388"/>
            </a:xfrm>
            <a:custGeom>
              <a:avLst/>
              <a:gdLst>
                <a:gd name="T0" fmla="*/ 100 w 102"/>
                <a:gd name="T1" fmla="*/ 5 h 118"/>
                <a:gd name="T2" fmla="*/ 89 w 102"/>
                <a:gd name="T3" fmla="*/ 13 h 118"/>
                <a:gd name="T4" fmla="*/ 86 w 102"/>
                <a:gd name="T5" fmla="*/ 83 h 118"/>
                <a:gd name="T6" fmla="*/ 21 w 102"/>
                <a:gd name="T7" fmla="*/ 99 h 118"/>
                <a:gd name="T8" fmla="*/ 12 w 102"/>
                <a:gd name="T9" fmla="*/ 16 h 118"/>
                <a:gd name="T10" fmla="*/ 0 w 102"/>
                <a:gd name="T11" fmla="*/ 8 h 118"/>
                <a:gd name="T12" fmla="*/ 42 w 102"/>
                <a:gd name="T13" fmla="*/ 5 h 118"/>
                <a:gd name="T14" fmla="*/ 30 w 102"/>
                <a:gd name="T15" fmla="*/ 13 h 118"/>
                <a:gd name="T16" fmla="*/ 48 w 102"/>
                <a:gd name="T17" fmla="*/ 99 h 118"/>
                <a:gd name="T18" fmla="*/ 74 w 102"/>
                <a:gd name="T19" fmla="*/ 13 h 118"/>
                <a:gd name="T20" fmla="*/ 61 w 102"/>
                <a:gd name="T21" fmla="*/ 8 h 118"/>
                <a:gd name="T22" fmla="*/ 100 w 102"/>
                <a:gd name="T23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" h="118">
                  <a:moveTo>
                    <a:pt x="100" y="5"/>
                  </a:moveTo>
                  <a:cubicBezTo>
                    <a:pt x="102" y="13"/>
                    <a:pt x="91" y="9"/>
                    <a:pt x="89" y="13"/>
                  </a:cubicBezTo>
                  <a:cubicBezTo>
                    <a:pt x="78" y="33"/>
                    <a:pt x="91" y="61"/>
                    <a:pt x="86" y="83"/>
                  </a:cubicBezTo>
                  <a:cubicBezTo>
                    <a:pt x="80" y="107"/>
                    <a:pt x="39" y="118"/>
                    <a:pt x="21" y="99"/>
                  </a:cubicBezTo>
                  <a:cubicBezTo>
                    <a:pt x="1" y="80"/>
                    <a:pt x="23" y="45"/>
                    <a:pt x="12" y="16"/>
                  </a:cubicBezTo>
                  <a:cubicBezTo>
                    <a:pt x="11" y="9"/>
                    <a:pt x="3" y="12"/>
                    <a:pt x="0" y="8"/>
                  </a:cubicBezTo>
                  <a:cubicBezTo>
                    <a:pt x="8" y="0"/>
                    <a:pt x="33" y="4"/>
                    <a:pt x="42" y="5"/>
                  </a:cubicBezTo>
                  <a:cubicBezTo>
                    <a:pt x="43" y="13"/>
                    <a:pt x="32" y="9"/>
                    <a:pt x="30" y="13"/>
                  </a:cubicBezTo>
                  <a:cubicBezTo>
                    <a:pt x="28" y="43"/>
                    <a:pt x="20" y="95"/>
                    <a:pt x="48" y="99"/>
                  </a:cubicBezTo>
                  <a:cubicBezTo>
                    <a:pt x="83" y="105"/>
                    <a:pt x="85" y="48"/>
                    <a:pt x="74" y="13"/>
                  </a:cubicBezTo>
                  <a:cubicBezTo>
                    <a:pt x="71" y="9"/>
                    <a:pt x="61" y="13"/>
                    <a:pt x="61" y="8"/>
                  </a:cubicBezTo>
                  <a:cubicBezTo>
                    <a:pt x="67" y="0"/>
                    <a:pt x="92" y="4"/>
                    <a:pt x="10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6" name="Freeform 31">
              <a:extLst>
                <a:ext uri="{FF2B5EF4-FFF2-40B4-BE49-F238E27FC236}">
                  <a16:creationId xmlns:a16="http://schemas.microsoft.com/office/drawing/2014/main" id="{18784BCF-A725-3ABD-F6A0-0E2C99305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685" y="4912360"/>
              <a:ext cx="98425" cy="196850"/>
            </a:xfrm>
            <a:custGeom>
              <a:avLst/>
              <a:gdLst>
                <a:gd name="T0" fmla="*/ 27 w 38"/>
                <a:gd name="T1" fmla="*/ 12 h 76"/>
                <a:gd name="T2" fmla="*/ 11 w 38"/>
                <a:gd name="T3" fmla="*/ 65 h 76"/>
                <a:gd name="T4" fmla="*/ 27 w 38"/>
                <a:gd name="T5" fmla="*/ 1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6">
                  <a:moveTo>
                    <a:pt x="27" y="12"/>
                  </a:moveTo>
                  <a:cubicBezTo>
                    <a:pt x="35" y="26"/>
                    <a:pt x="38" y="76"/>
                    <a:pt x="11" y="65"/>
                  </a:cubicBezTo>
                  <a:cubicBezTo>
                    <a:pt x="2" y="51"/>
                    <a:pt x="0" y="0"/>
                    <a:pt x="2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7" name="Freeform 32">
              <a:extLst>
                <a:ext uri="{FF2B5EF4-FFF2-40B4-BE49-F238E27FC236}">
                  <a16:creationId xmlns:a16="http://schemas.microsoft.com/office/drawing/2014/main" id="{150DEFEC-500E-F1BC-CF2B-BDACE97E1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235" y="4909185"/>
              <a:ext cx="98425" cy="127000"/>
            </a:xfrm>
            <a:custGeom>
              <a:avLst/>
              <a:gdLst>
                <a:gd name="T0" fmla="*/ 32 w 38"/>
                <a:gd name="T1" fmla="*/ 13 h 49"/>
                <a:gd name="T2" fmla="*/ 30 w 38"/>
                <a:gd name="T3" fmla="*/ 42 h 49"/>
                <a:gd name="T4" fmla="*/ 32 w 38"/>
                <a:gd name="T5" fmla="*/ 1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49">
                  <a:moveTo>
                    <a:pt x="32" y="13"/>
                  </a:moveTo>
                  <a:cubicBezTo>
                    <a:pt x="38" y="23"/>
                    <a:pt x="38" y="34"/>
                    <a:pt x="30" y="42"/>
                  </a:cubicBezTo>
                  <a:cubicBezTo>
                    <a:pt x="0" y="49"/>
                    <a:pt x="7" y="0"/>
                    <a:pt x="32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8" name="Freeform 33">
              <a:extLst>
                <a:ext uri="{FF2B5EF4-FFF2-40B4-BE49-F238E27FC236}">
                  <a16:creationId xmlns:a16="http://schemas.microsoft.com/office/drawing/2014/main" id="{22F2B0CB-454C-0A2C-E4D1-9FE8FE5A7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735" y="5240973"/>
              <a:ext cx="273050" cy="349250"/>
            </a:xfrm>
            <a:custGeom>
              <a:avLst/>
              <a:gdLst>
                <a:gd name="T0" fmla="*/ 96 w 105"/>
                <a:gd name="T1" fmla="*/ 51 h 134"/>
                <a:gd name="T2" fmla="*/ 105 w 105"/>
                <a:gd name="T3" fmla="*/ 51 h 134"/>
                <a:gd name="T4" fmla="*/ 85 w 105"/>
                <a:gd name="T5" fmla="*/ 81 h 134"/>
                <a:gd name="T6" fmla="*/ 73 w 105"/>
                <a:gd name="T7" fmla="*/ 33 h 134"/>
                <a:gd name="T8" fmla="*/ 15 w 105"/>
                <a:gd name="T9" fmla="*/ 81 h 134"/>
                <a:gd name="T10" fmla="*/ 60 w 105"/>
                <a:gd name="T11" fmla="*/ 97 h 134"/>
                <a:gd name="T12" fmla="*/ 51 w 105"/>
                <a:gd name="T13" fmla="*/ 81 h 134"/>
                <a:gd name="T14" fmla="*/ 87 w 105"/>
                <a:gd name="T15" fmla="*/ 107 h 134"/>
                <a:gd name="T16" fmla="*/ 76 w 105"/>
                <a:gd name="T17" fmla="*/ 106 h 134"/>
                <a:gd name="T18" fmla="*/ 56 w 105"/>
                <a:gd name="T19" fmla="*/ 132 h 134"/>
                <a:gd name="T20" fmla="*/ 1 w 105"/>
                <a:gd name="T21" fmla="*/ 77 h 134"/>
                <a:gd name="T22" fmla="*/ 96 w 105"/>
                <a:gd name="T23" fmla="*/ 5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5" h="134">
                  <a:moveTo>
                    <a:pt x="96" y="51"/>
                  </a:moveTo>
                  <a:cubicBezTo>
                    <a:pt x="100" y="51"/>
                    <a:pt x="101" y="47"/>
                    <a:pt x="105" y="51"/>
                  </a:cubicBezTo>
                  <a:cubicBezTo>
                    <a:pt x="104" y="59"/>
                    <a:pt x="95" y="75"/>
                    <a:pt x="85" y="81"/>
                  </a:cubicBezTo>
                  <a:cubicBezTo>
                    <a:pt x="88" y="64"/>
                    <a:pt x="89" y="39"/>
                    <a:pt x="73" y="33"/>
                  </a:cubicBezTo>
                  <a:cubicBezTo>
                    <a:pt x="51" y="23"/>
                    <a:pt x="17" y="52"/>
                    <a:pt x="15" y="81"/>
                  </a:cubicBezTo>
                  <a:cubicBezTo>
                    <a:pt x="12" y="114"/>
                    <a:pt x="51" y="134"/>
                    <a:pt x="60" y="97"/>
                  </a:cubicBezTo>
                  <a:cubicBezTo>
                    <a:pt x="60" y="88"/>
                    <a:pt x="49" y="91"/>
                    <a:pt x="51" y="81"/>
                  </a:cubicBezTo>
                  <a:cubicBezTo>
                    <a:pt x="63" y="88"/>
                    <a:pt x="78" y="95"/>
                    <a:pt x="87" y="107"/>
                  </a:cubicBezTo>
                  <a:cubicBezTo>
                    <a:pt x="83" y="113"/>
                    <a:pt x="81" y="105"/>
                    <a:pt x="76" y="106"/>
                  </a:cubicBezTo>
                  <a:cubicBezTo>
                    <a:pt x="66" y="111"/>
                    <a:pt x="62" y="123"/>
                    <a:pt x="56" y="132"/>
                  </a:cubicBezTo>
                  <a:cubicBezTo>
                    <a:pt x="27" y="124"/>
                    <a:pt x="1" y="110"/>
                    <a:pt x="1" y="77"/>
                  </a:cubicBezTo>
                  <a:cubicBezTo>
                    <a:pt x="0" y="25"/>
                    <a:pt x="73" y="0"/>
                    <a:pt x="96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9" name="Freeform 34">
              <a:extLst>
                <a:ext uri="{FF2B5EF4-FFF2-40B4-BE49-F238E27FC236}">
                  <a16:creationId xmlns:a16="http://schemas.microsoft.com/office/drawing/2014/main" id="{34988525-1D85-232C-6F51-5C9F440F58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15148" y="2423160"/>
              <a:ext cx="771525" cy="731838"/>
            </a:xfrm>
            <a:custGeom>
              <a:avLst/>
              <a:gdLst>
                <a:gd name="T0" fmla="*/ 26 w 297"/>
                <a:gd name="T1" fmla="*/ 174 h 282"/>
                <a:gd name="T2" fmla="*/ 40 w 297"/>
                <a:gd name="T3" fmla="*/ 158 h 282"/>
                <a:gd name="T4" fmla="*/ 24 w 297"/>
                <a:gd name="T5" fmla="*/ 158 h 282"/>
                <a:gd name="T6" fmla="*/ 73 w 297"/>
                <a:gd name="T7" fmla="*/ 171 h 282"/>
                <a:gd name="T8" fmla="*/ 35 w 297"/>
                <a:gd name="T9" fmla="*/ 234 h 282"/>
                <a:gd name="T10" fmla="*/ 53 w 297"/>
                <a:gd name="T11" fmla="*/ 180 h 282"/>
                <a:gd name="T12" fmla="*/ 80 w 297"/>
                <a:gd name="T13" fmla="*/ 127 h 282"/>
                <a:gd name="T14" fmla="*/ 59 w 297"/>
                <a:gd name="T15" fmla="*/ 141 h 282"/>
                <a:gd name="T16" fmla="*/ 101 w 297"/>
                <a:gd name="T17" fmla="*/ 136 h 282"/>
                <a:gd name="T18" fmla="*/ 101 w 297"/>
                <a:gd name="T19" fmla="*/ 136 h 282"/>
                <a:gd name="T20" fmla="*/ 126 w 297"/>
                <a:gd name="T21" fmla="*/ 139 h 282"/>
                <a:gd name="T22" fmla="*/ 134 w 297"/>
                <a:gd name="T23" fmla="*/ 161 h 282"/>
                <a:gd name="T24" fmla="*/ 134 w 297"/>
                <a:gd name="T25" fmla="*/ 161 h 282"/>
                <a:gd name="T26" fmla="*/ 151 w 297"/>
                <a:gd name="T27" fmla="*/ 27 h 282"/>
                <a:gd name="T28" fmla="*/ 157 w 297"/>
                <a:gd name="T29" fmla="*/ 239 h 282"/>
                <a:gd name="T30" fmla="*/ 163 w 297"/>
                <a:gd name="T31" fmla="*/ 200 h 282"/>
                <a:gd name="T32" fmla="*/ 139 w 297"/>
                <a:gd name="T33" fmla="*/ 218 h 282"/>
                <a:gd name="T34" fmla="*/ 156 w 297"/>
                <a:gd name="T35" fmla="*/ 227 h 282"/>
                <a:gd name="T36" fmla="*/ 173 w 297"/>
                <a:gd name="T37" fmla="*/ 39 h 282"/>
                <a:gd name="T38" fmla="*/ 173 w 297"/>
                <a:gd name="T39" fmla="*/ 39 h 282"/>
                <a:gd name="T40" fmla="*/ 173 w 297"/>
                <a:gd name="T41" fmla="*/ 58 h 282"/>
                <a:gd name="T42" fmla="*/ 157 w 297"/>
                <a:gd name="T43" fmla="*/ 191 h 282"/>
                <a:gd name="T44" fmla="*/ 143 w 297"/>
                <a:gd name="T45" fmla="*/ 186 h 282"/>
                <a:gd name="T46" fmla="*/ 157 w 297"/>
                <a:gd name="T47" fmla="*/ 191 h 282"/>
                <a:gd name="T48" fmla="*/ 186 w 297"/>
                <a:gd name="T49" fmla="*/ 127 h 282"/>
                <a:gd name="T50" fmla="*/ 202 w 297"/>
                <a:gd name="T51" fmla="*/ 119 h 282"/>
                <a:gd name="T52" fmla="*/ 198 w 297"/>
                <a:gd name="T53" fmla="*/ 67 h 282"/>
                <a:gd name="T54" fmla="*/ 189 w 297"/>
                <a:gd name="T55" fmla="*/ 72 h 282"/>
                <a:gd name="T56" fmla="*/ 209 w 297"/>
                <a:gd name="T57" fmla="*/ 66 h 282"/>
                <a:gd name="T58" fmla="*/ 211 w 297"/>
                <a:gd name="T59" fmla="*/ 72 h 282"/>
                <a:gd name="T60" fmla="*/ 217 w 297"/>
                <a:gd name="T61" fmla="*/ 139 h 282"/>
                <a:gd name="T62" fmla="*/ 201 w 297"/>
                <a:gd name="T63" fmla="*/ 150 h 282"/>
                <a:gd name="T64" fmla="*/ 192 w 297"/>
                <a:gd name="T65" fmla="*/ 166 h 282"/>
                <a:gd name="T66" fmla="*/ 227 w 297"/>
                <a:gd name="T67" fmla="*/ 67 h 282"/>
                <a:gd name="T68" fmla="*/ 235 w 297"/>
                <a:gd name="T69" fmla="*/ 115 h 282"/>
                <a:gd name="T70" fmla="*/ 184 w 297"/>
                <a:gd name="T71" fmla="*/ 91 h 282"/>
                <a:gd name="T72" fmla="*/ 173 w 297"/>
                <a:gd name="T73" fmla="*/ 84 h 282"/>
                <a:gd name="T74" fmla="*/ 154 w 297"/>
                <a:gd name="T75" fmla="*/ 136 h 282"/>
                <a:gd name="T76" fmla="*/ 206 w 297"/>
                <a:gd name="T77" fmla="*/ 109 h 282"/>
                <a:gd name="T78" fmla="*/ 217 w 297"/>
                <a:gd name="T79" fmla="*/ 96 h 282"/>
                <a:gd name="T80" fmla="*/ 235 w 297"/>
                <a:gd name="T81" fmla="*/ 115 h 282"/>
                <a:gd name="T82" fmla="*/ 251 w 297"/>
                <a:gd name="T83" fmla="*/ 106 h 282"/>
                <a:gd name="T84" fmla="*/ 249 w 297"/>
                <a:gd name="T85" fmla="*/ 119 h 282"/>
                <a:gd name="T86" fmla="*/ 263 w 297"/>
                <a:gd name="T87" fmla="*/ 261 h 282"/>
                <a:gd name="T88" fmla="*/ 185 w 297"/>
                <a:gd name="T89" fmla="*/ 225 h 282"/>
                <a:gd name="T90" fmla="*/ 131 w 297"/>
                <a:gd name="T91" fmla="*/ 267 h 282"/>
                <a:gd name="T92" fmla="*/ 62 w 297"/>
                <a:gd name="T93" fmla="*/ 218 h 282"/>
                <a:gd name="T94" fmla="*/ 10 w 297"/>
                <a:gd name="T95" fmla="*/ 256 h 282"/>
                <a:gd name="T96" fmla="*/ 97 w 297"/>
                <a:gd name="T97" fmla="*/ 113 h 282"/>
                <a:gd name="T98" fmla="*/ 134 w 297"/>
                <a:gd name="T99" fmla="*/ 82 h 282"/>
                <a:gd name="T100" fmla="*/ 207 w 297"/>
                <a:gd name="T101" fmla="*/ 8 h 282"/>
                <a:gd name="T102" fmla="*/ 234 w 297"/>
                <a:gd name="T103" fmla="*/ 27 h 282"/>
                <a:gd name="T104" fmla="*/ 263 w 297"/>
                <a:gd name="T105" fmla="*/ 184 h 282"/>
                <a:gd name="T106" fmla="*/ 290 w 297"/>
                <a:gd name="T107" fmla="*/ 23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7" h="282">
                  <a:moveTo>
                    <a:pt x="24" y="186"/>
                  </a:moveTo>
                  <a:cubicBezTo>
                    <a:pt x="30" y="187"/>
                    <a:pt x="32" y="172"/>
                    <a:pt x="26" y="174"/>
                  </a:cubicBezTo>
                  <a:cubicBezTo>
                    <a:pt x="22" y="175"/>
                    <a:pt x="21" y="182"/>
                    <a:pt x="24" y="186"/>
                  </a:cubicBezTo>
                  <a:close/>
                  <a:moveTo>
                    <a:pt x="40" y="158"/>
                  </a:moveTo>
                  <a:cubicBezTo>
                    <a:pt x="40" y="155"/>
                    <a:pt x="37" y="152"/>
                    <a:pt x="38" y="147"/>
                  </a:cubicBezTo>
                  <a:cubicBezTo>
                    <a:pt x="30" y="147"/>
                    <a:pt x="24" y="151"/>
                    <a:pt x="24" y="158"/>
                  </a:cubicBezTo>
                  <a:cubicBezTo>
                    <a:pt x="32" y="160"/>
                    <a:pt x="31" y="160"/>
                    <a:pt x="40" y="158"/>
                  </a:cubicBezTo>
                  <a:close/>
                  <a:moveTo>
                    <a:pt x="73" y="171"/>
                  </a:moveTo>
                  <a:cubicBezTo>
                    <a:pt x="64" y="166"/>
                    <a:pt x="59" y="180"/>
                    <a:pt x="52" y="171"/>
                  </a:cubicBezTo>
                  <a:cubicBezTo>
                    <a:pt x="51" y="195"/>
                    <a:pt x="0" y="214"/>
                    <a:pt x="35" y="234"/>
                  </a:cubicBezTo>
                  <a:cubicBezTo>
                    <a:pt x="41" y="225"/>
                    <a:pt x="30" y="220"/>
                    <a:pt x="29" y="213"/>
                  </a:cubicBezTo>
                  <a:cubicBezTo>
                    <a:pt x="42" y="205"/>
                    <a:pt x="52" y="194"/>
                    <a:pt x="53" y="180"/>
                  </a:cubicBezTo>
                  <a:cubicBezTo>
                    <a:pt x="59" y="180"/>
                    <a:pt x="70" y="184"/>
                    <a:pt x="73" y="171"/>
                  </a:cubicBezTo>
                  <a:close/>
                  <a:moveTo>
                    <a:pt x="80" y="127"/>
                  </a:moveTo>
                  <a:cubicBezTo>
                    <a:pt x="70" y="120"/>
                    <a:pt x="55" y="125"/>
                    <a:pt x="52" y="136"/>
                  </a:cubicBezTo>
                  <a:cubicBezTo>
                    <a:pt x="57" y="134"/>
                    <a:pt x="54" y="142"/>
                    <a:pt x="59" y="141"/>
                  </a:cubicBezTo>
                  <a:cubicBezTo>
                    <a:pt x="66" y="137"/>
                    <a:pt x="76" y="136"/>
                    <a:pt x="80" y="127"/>
                  </a:cubicBezTo>
                  <a:close/>
                  <a:moveTo>
                    <a:pt x="101" y="136"/>
                  </a:moveTo>
                  <a:cubicBezTo>
                    <a:pt x="104" y="131"/>
                    <a:pt x="104" y="123"/>
                    <a:pt x="95" y="123"/>
                  </a:cubicBezTo>
                  <a:cubicBezTo>
                    <a:pt x="95" y="131"/>
                    <a:pt x="96" y="134"/>
                    <a:pt x="101" y="136"/>
                  </a:cubicBezTo>
                  <a:close/>
                  <a:moveTo>
                    <a:pt x="131" y="150"/>
                  </a:moveTo>
                  <a:cubicBezTo>
                    <a:pt x="131" y="144"/>
                    <a:pt x="131" y="139"/>
                    <a:pt x="126" y="139"/>
                  </a:cubicBezTo>
                  <a:cubicBezTo>
                    <a:pt x="124" y="144"/>
                    <a:pt x="124" y="151"/>
                    <a:pt x="131" y="150"/>
                  </a:cubicBezTo>
                  <a:close/>
                  <a:moveTo>
                    <a:pt x="134" y="161"/>
                  </a:moveTo>
                  <a:cubicBezTo>
                    <a:pt x="137" y="163"/>
                    <a:pt x="151" y="165"/>
                    <a:pt x="151" y="157"/>
                  </a:cubicBezTo>
                  <a:cubicBezTo>
                    <a:pt x="147" y="151"/>
                    <a:pt x="134" y="153"/>
                    <a:pt x="134" y="161"/>
                  </a:cubicBezTo>
                  <a:close/>
                  <a:moveTo>
                    <a:pt x="151" y="37"/>
                  </a:moveTo>
                  <a:cubicBezTo>
                    <a:pt x="152" y="36"/>
                    <a:pt x="158" y="25"/>
                    <a:pt x="151" y="27"/>
                  </a:cubicBezTo>
                  <a:cubicBezTo>
                    <a:pt x="148" y="28"/>
                    <a:pt x="142" y="37"/>
                    <a:pt x="151" y="37"/>
                  </a:cubicBezTo>
                  <a:close/>
                  <a:moveTo>
                    <a:pt x="157" y="239"/>
                  </a:moveTo>
                  <a:cubicBezTo>
                    <a:pt x="163" y="247"/>
                    <a:pt x="176" y="249"/>
                    <a:pt x="185" y="243"/>
                  </a:cubicBezTo>
                  <a:cubicBezTo>
                    <a:pt x="170" y="237"/>
                    <a:pt x="168" y="218"/>
                    <a:pt x="163" y="200"/>
                  </a:cubicBezTo>
                  <a:cubicBezTo>
                    <a:pt x="158" y="208"/>
                    <a:pt x="165" y="212"/>
                    <a:pt x="159" y="217"/>
                  </a:cubicBezTo>
                  <a:cubicBezTo>
                    <a:pt x="151" y="209"/>
                    <a:pt x="146" y="224"/>
                    <a:pt x="139" y="218"/>
                  </a:cubicBezTo>
                  <a:cubicBezTo>
                    <a:pt x="142" y="225"/>
                    <a:pt x="145" y="234"/>
                    <a:pt x="143" y="247"/>
                  </a:cubicBezTo>
                  <a:cubicBezTo>
                    <a:pt x="154" y="247"/>
                    <a:pt x="143" y="225"/>
                    <a:pt x="156" y="227"/>
                  </a:cubicBezTo>
                  <a:cubicBezTo>
                    <a:pt x="158" y="229"/>
                    <a:pt x="157" y="234"/>
                    <a:pt x="157" y="239"/>
                  </a:cubicBezTo>
                  <a:close/>
                  <a:moveTo>
                    <a:pt x="173" y="39"/>
                  </a:moveTo>
                  <a:cubicBezTo>
                    <a:pt x="181" y="37"/>
                    <a:pt x="187" y="25"/>
                    <a:pt x="178" y="20"/>
                  </a:cubicBezTo>
                  <a:cubicBezTo>
                    <a:pt x="176" y="28"/>
                    <a:pt x="174" y="32"/>
                    <a:pt x="173" y="39"/>
                  </a:cubicBezTo>
                  <a:close/>
                  <a:moveTo>
                    <a:pt x="202" y="28"/>
                  </a:moveTo>
                  <a:cubicBezTo>
                    <a:pt x="190" y="36"/>
                    <a:pt x="178" y="43"/>
                    <a:pt x="173" y="58"/>
                  </a:cubicBezTo>
                  <a:cubicBezTo>
                    <a:pt x="187" y="53"/>
                    <a:pt x="197" y="42"/>
                    <a:pt x="202" y="28"/>
                  </a:cubicBezTo>
                  <a:close/>
                  <a:moveTo>
                    <a:pt x="157" y="191"/>
                  </a:moveTo>
                  <a:cubicBezTo>
                    <a:pt x="168" y="186"/>
                    <a:pt x="196" y="181"/>
                    <a:pt x="189" y="170"/>
                  </a:cubicBezTo>
                  <a:cubicBezTo>
                    <a:pt x="175" y="177"/>
                    <a:pt x="163" y="182"/>
                    <a:pt x="143" y="186"/>
                  </a:cubicBezTo>
                  <a:cubicBezTo>
                    <a:pt x="143" y="193"/>
                    <a:pt x="142" y="200"/>
                    <a:pt x="145" y="204"/>
                  </a:cubicBezTo>
                  <a:cubicBezTo>
                    <a:pt x="154" y="205"/>
                    <a:pt x="153" y="195"/>
                    <a:pt x="157" y="191"/>
                  </a:cubicBezTo>
                  <a:close/>
                  <a:moveTo>
                    <a:pt x="202" y="119"/>
                  </a:moveTo>
                  <a:cubicBezTo>
                    <a:pt x="196" y="117"/>
                    <a:pt x="187" y="119"/>
                    <a:pt x="186" y="127"/>
                  </a:cubicBezTo>
                  <a:cubicBezTo>
                    <a:pt x="192" y="125"/>
                    <a:pt x="191" y="133"/>
                    <a:pt x="197" y="132"/>
                  </a:cubicBezTo>
                  <a:cubicBezTo>
                    <a:pt x="197" y="125"/>
                    <a:pt x="202" y="125"/>
                    <a:pt x="202" y="119"/>
                  </a:cubicBezTo>
                  <a:close/>
                  <a:moveTo>
                    <a:pt x="189" y="72"/>
                  </a:moveTo>
                  <a:cubicBezTo>
                    <a:pt x="194" y="72"/>
                    <a:pt x="198" y="74"/>
                    <a:pt x="198" y="67"/>
                  </a:cubicBezTo>
                  <a:cubicBezTo>
                    <a:pt x="197" y="66"/>
                    <a:pt x="195" y="66"/>
                    <a:pt x="189" y="66"/>
                  </a:cubicBezTo>
                  <a:cubicBezTo>
                    <a:pt x="189" y="69"/>
                    <a:pt x="189" y="71"/>
                    <a:pt x="189" y="72"/>
                  </a:cubicBezTo>
                  <a:close/>
                  <a:moveTo>
                    <a:pt x="211" y="72"/>
                  </a:moveTo>
                  <a:cubicBezTo>
                    <a:pt x="212" y="70"/>
                    <a:pt x="209" y="69"/>
                    <a:pt x="209" y="66"/>
                  </a:cubicBezTo>
                  <a:cubicBezTo>
                    <a:pt x="206" y="65"/>
                    <a:pt x="202" y="66"/>
                    <a:pt x="201" y="67"/>
                  </a:cubicBezTo>
                  <a:cubicBezTo>
                    <a:pt x="200" y="74"/>
                    <a:pt x="208" y="75"/>
                    <a:pt x="211" y="72"/>
                  </a:cubicBezTo>
                  <a:close/>
                  <a:moveTo>
                    <a:pt x="192" y="166"/>
                  </a:moveTo>
                  <a:cubicBezTo>
                    <a:pt x="202" y="160"/>
                    <a:pt x="219" y="160"/>
                    <a:pt x="217" y="139"/>
                  </a:cubicBezTo>
                  <a:cubicBezTo>
                    <a:pt x="208" y="139"/>
                    <a:pt x="201" y="139"/>
                    <a:pt x="196" y="137"/>
                  </a:cubicBezTo>
                  <a:cubicBezTo>
                    <a:pt x="195" y="144"/>
                    <a:pt x="200" y="144"/>
                    <a:pt x="201" y="150"/>
                  </a:cubicBezTo>
                  <a:cubicBezTo>
                    <a:pt x="195" y="156"/>
                    <a:pt x="191" y="148"/>
                    <a:pt x="185" y="148"/>
                  </a:cubicBezTo>
                  <a:cubicBezTo>
                    <a:pt x="186" y="156"/>
                    <a:pt x="195" y="155"/>
                    <a:pt x="192" y="166"/>
                  </a:cubicBezTo>
                  <a:close/>
                  <a:moveTo>
                    <a:pt x="238" y="80"/>
                  </a:moveTo>
                  <a:cubicBezTo>
                    <a:pt x="238" y="72"/>
                    <a:pt x="234" y="62"/>
                    <a:pt x="227" y="67"/>
                  </a:cubicBezTo>
                  <a:cubicBezTo>
                    <a:pt x="227" y="76"/>
                    <a:pt x="233" y="77"/>
                    <a:pt x="238" y="80"/>
                  </a:cubicBezTo>
                  <a:close/>
                  <a:moveTo>
                    <a:pt x="235" y="115"/>
                  </a:moveTo>
                  <a:cubicBezTo>
                    <a:pt x="239" y="110"/>
                    <a:pt x="240" y="104"/>
                    <a:pt x="239" y="94"/>
                  </a:cubicBezTo>
                  <a:cubicBezTo>
                    <a:pt x="228" y="79"/>
                    <a:pt x="200" y="84"/>
                    <a:pt x="184" y="91"/>
                  </a:cubicBezTo>
                  <a:cubicBezTo>
                    <a:pt x="180" y="81"/>
                    <a:pt x="167" y="69"/>
                    <a:pt x="164" y="87"/>
                  </a:cubicBezTo>
                  <a:cubicBezTo>
                    <a:pt x="169" y="87"/>
                    <a:pt x="169" y="85"/>
                    <a:pt x="173" y="84"/>
                  </a:cubicBezTo>
                  <a:cubicBezTo>
                    <a:pt x="176" y="90"/>
                    <a:pt x="180" y="96"/>
                    <a:pt x="189" y="98"/>
                  </a:cubicBezTo>
                  <a:cubicBezTo>
                    <a:pt x="180" y="106"/>
                    <a:pt x="132" y="122"/>
                    <a:pt x="154" y="136"/>
                  </a:cubicBezTo>
                  <a:cubicBezTo>
                    <a:pt x="156" y="122"/>
                    <a:pt x="167" y="115"/>
                    <a:pt x="181" y="118"/>
                  </a:cubicBezTo>
                  <a:cubicBezTo>
                    <a:pt x="187" y="109"/>
                    <a:pt x="192" y="106"/>
                    <a:pt x="206" y="109"/>
                  </a:cubicBezTo>
                  <a:cubicBezTo>
                    <a:pt x="211" y="112"/>
                    <a:pt x="208" y="123"/>
                    <a:pt x="217" y="123"/>
                  </a:cubicBezTo>
                  <a:cubicBezTo>
                    <a:pt x="220" y="113"/>
                    <a:pt x="218" y="106"/>
                    <a:pt x="217" y="96"/>
                  </a:cubicBezTo>
                  <a:cubicBezTo>
                    <a:pt x="218" y="95"/>
                    <a:pt x="219" y="94"/>
                    <a:pt x="223" y="94"/>
                  </a:cubicBezTo>
                  <a:cubicBezTo>
                    <a:pt x="230" y="99"/>
                    <a:pt x="227" y="113"/>
                    <a:pt x="235" y="115"/>
                  </a:cubicBezTo>
                  <a:close/>
                  <a:moveTo>
                    <a:pt x="249" y="119"/>
                  </a:moveTo>
                  <a:cubicBezTo>
                    <a:pt x="253" y="115"/>
                    <a:pt x="252" y="114"/>
                    <a:pt x="251" y="106"/>
                  </a:cubicBezTo>
                  <a:cubicBezTo>
                    <a:pt x="249" y="106"/>
                    <a:pt x="247" y="106"/>
                    <a:pt x="246" y="106"/>
                  </a:cubicBezTo>
                  <a:cubicBezTo>
                    <a:pt x="246" y="112"/>
                    <a:pt x="244" y="119"/>
                    <a:pt x="249" y="119"/>
                  </a:cubicBezTo>
                  <a:close/>
                  <a:moveTo>
                    <a:pt x="290" y="233"/>
                  </a:moveTo>
                  <a:cubicBezTo>
                    <a:pt x="297" y="251"/>
                    <a:pt x="272" y="261"/>
                    <a:pt x="263" y="261"/>
                  </a:cubicBezTo>
                  <a:cubicBezTo>
                    <a:pt x="235" y="262"/>
                    <a:pt x="235" y="227"/>
                    <a:pt x="219" y="217"/>
                  </a:cubicBezTo>
                  <a:cubicBezTo>
                    <a:pt x="206" y="218"/>
                    <a:pt x="190" y="215"/>
                    <a:pt x="185" y="225"/>
                  </a:cubicBezTo>
                  <a:cubicBezTo>
                    <a:pt x="187" y="239"/>
                    <a:pt x="203" y="232"/>
                    <a:pt x="206" y="243"/>
                  </a:cubicBezTo>
                  <a:cubicBezTo>
                    <a:pt x="211" y="266"/>
                    <a:pt x="157" y="273"/>
                    <a:pt x="131" y="267"/>
                  </a:cubicBezTo>
                  <a:cubicBezTo>
                    <a:pt x="113" y="262"/>
                    <a:pt x="104" y="241"/>
                    <a:pt x="98" y="224"/>
                  </a:cubicBezTo>
                  <a:cubicBezTo>
                    <a:pt x="85" y="224"/>
                    <a:pt x="75" y="213"/>
                    <a:pt x="62" y="218"/>
                  </a:cubicBezTo>
                  <a:cubicBezTo>
                    <a:pt x="60" y="232"/>
                    <a:pt x="73" y="233"/>
                    <a:pt x="74" y="247"/>
                  </a:cubicBezTo>
                  <a:cubicBezTo>
                    <a:pt x="77" y="282"/>
                    <a:pt x="35" y="266"/>
                    <a:pt x="10" y="256"/>
                  </a:cubicBezTo>
                  <a:cubicBezTo>
                    <a:pt x="24" y="218"/>
                    <a:pt x="2" y="167"/>
                    <a:pt x="20" y="137"/>
                  </a:cubicBezTo>
                  <a:cubicBezTo>
                    <a:pt x="32" y="118"/>
                    <a:pt x="64" y="108"/>
                    <a:pt x="97" y="113"/>
                  </a:cubicBezTo>
                  <a:cubicBezTo>
                    <a:pt x="107" y="114"/>
                    <a:pt x="136" y="127"/>
                    <a:pt x="145" y="110"/>
                  </a:cubicBezTo>
                  <a:cubicBezTo>
                    <a:pt x="145" y="98"/>
                    <a:pt x="139" y="90"/>
                    <a:pt x="134" y="82"/>
                  </a:cubicBezTo>
                  <a:cubicBezTo>
                    <a:pt x="137" y="63"/>
                    <a:pt x="131" y="50"/>
                    <a:pt x="135" y="36"/>
                  </a:cubicBezTo>
                  <a:cubicBezTo>
                    <a:pt x="143" y="0"/>
                    <a:pt x="173" y="3"/>
                    <a:pt x="207" y="8"/>
                  </a:cubicBezTo>
                  <a:cubicBezTo>
                    <a:pt x="213" y="6"/>
                    <a:pt x="211" y="14"/>
                    <a:pt x="211" y="18"/>
                  </a:cubicBezTo>
                  <a:cubicBezTo>
                    <a:pt x="216" y="18"/>
                    <a:pt x="228" y="22"/>
                    <a:pt x="234" y="27"/>
                  </a:cubicBezTo>
                  <a:cubicBezTo>
                    <a:pt x="224" y="61"/>
                    <a:pt x="251" y="79"/>
                    <a:pt x="269" y="96"/>
                  </a:cubicBezTo>
                  <a:cubicBezTo>
                    <a:pt x="282" y="123"/>
                    <a:pt x="285" y="167"/>
                    <a:pt x="263" y="184"/>
                  </a:cubicBezTo>
                  <a:cubicBezTo>
                    <a:pt x="262" y="204"/>
                    <a:pt x="268" y="218"/>
                    <a:pt x="275" y="229"/>
                  </a:cubicBezTo>
                  <a:cubicBezTo>
                    <a:pt x="282" y="229"/>
                    <a:pt x="289" y="228"/>
                    <a:pt x="290" y="2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0" name="Freeform 35">
              <a:extLst>
                <a:ext uri="{FF2B5EF4-FFF2-40B4-BE49-F238E27FC236}">
                  <a16:creationId xmlns:a16="http://schemas.microsoft.com/office/drawing/2014/main" id="{A66A0811-B010-B46B-D787-EBFBA71EA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098" y="5055235"/>
              <a:ext cx="357187" cy="352425"/>
            </a:xfrm>
            <a:custGeom>
              <a:avLst/>
              <a:gdLst>
                <a:gd name="T0" fmla="*/ 138 w 138"/>
                <a:gd name="T1" fmla="*/ 77 h 136"/>
                <a:gd name="T2" fmla="*/ 125 w 138"/>
                <a:gd name="T3" fmla="*/ 72 h 136"/>
                <a:gd name="T4" fmla="*/ 58 w 138"/>
                <a:gd name="T5" fmla="*/ 136 h 136"/>
                <a:gd name="T6" fmla="*/ 67 w 138"/>
                <a:gd name="T7" fmla="*/ 36 h 136"/>
                <a:gd name="T8" fmla="*/ 29 w 138"/>
                <a:gd name="T9" fmla="*/ 101 h 136"/>
                <a:gd name="T10" fmla="*/ 0 w 138"/>
                <a:gd name="T11" fmla="*/ 72 h 136"/>
                <a:gd name="T12" fmla="*/ 41 w 138"/>
                <a:gd name="T13" fmla="*/ 50 h 136"/>
                <a:gd name="T14" fmla="*/ 62 w 138"/>
                <a:gd name="T15" fmla="*/ 2 h 136"/>
                <a:gd name="T16" fmla="*/ 84 w 138"/>
                <a:gd name="T17" fmla="*/ 20 h 136"/>
                <a:gd name="T18" fmla="*/ 72 w 138"/>
                <a:gd name="T19" fmla="*/ 110 h 136"/>
                <a:gd name="T20" fmla="*/ 113 w 138"/>
                <a:gd name="T21" fmla="*/ 67 h 136"/>
                <a:gd name="T22" fmla="*/ 108 w 138"/>
                <a:gd name="T23" fmla="*/ 49 h 136"/>
                <a:gd name="T24" fmla="*/ 138 w 138"/>
                <a:gd name="T25" fmla="*/ 77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136">
                  <a:moveTo>
                    <a:pt x="138" y="77"/>
                  </a:moveTo>
                  <a:cubicBezTo>
                    <a:pt x="134" y="81"/>
                    <a:pt x="130" y="73"/>
                    <a:pt x="125" y="72"/>
                  </a:cubicBezTo>
                  <a:cubicBezTo>
                    <a:pt x="99" y="88"/>
                    <a:pt x="84" y="117"/>
                    <a:pt x="58" y="136"/>
                  </a:cubicBezTo>
                  <a:cubicBezTo>
                    <a:pt x="56" y="105"/>
                    <a:pt x="66" y="71"/>
                    <a:pt x="67" y="36"/>
                  </a:cubicBezTo>
                  <a:cubicBezTo>
                    <a:pt x="50" y="52"/>
                    <a:pt x="15" y="74"/>
                    <a:pt x="29" y="101"/>
                  </a:cubicBezTo>
                  <a:cubicBezTo>
                    <a:pt x="18" y="98"/>
                    <a:pt x="7" y="83"/>
                    <a:pt x="0" y="72"/>
                  </a:cubicBezTo>
                  <a:cubicBezTo>
                    <a:pt x="15" y="82"/>
                    <a:pt x="26" y="67"/>
                    <a:pt x="41" y="50"/>
                  </a:cubicBezTo>
                  <a:cubicBezTo>
                    <a:pt x="57" y="33"/>
                    <a:pt x="72" y="24"/>
                    <a:pt x="62" y="2"/>
                  </a:cubicBezTo>
                  <a:cubicBezTo>
                    <a:pt x="70" y="0"/>
                    <a:pt x="75" y="16"/>
                    <a:pt x="84" y="20"/>
                  </a:cubicBezTo>
                  <a:cubicBezTo>
                    <a:pt x="79" y="49"/>
                    <a:pt x="78" y="82"/>
                    <a:pt x="72" y="110"/>
                  </a:cubicBezTo>
                  <a:cubicBezTo>
                    <a:pt x="90" y="100"/>
                    <a:pt x="100" y="82"/>
                    <a:pt x="113" y="67"/>
                  </a:cubicBezTo>
                  <a:cubicBezTo>
                    <a:pt x="114" y="58"/>
                    <a:pt x="108" y="57"/>
                    <a:pt x="108" y="49"/>
                  </a:cubicBezTo>
                  <a:cubicBezTo>
                    <a:pt x="117" y="52"/>
                    <a:pt x="136" y="68"/>
                    <a:pt x="138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1" name="Freeform 36">
              <a:extLst>
                <a:ext uri="{FF2B5EF4-FFF2-40B4-BE49-F238E27FC236}">
                  <a16:creationId xmlns:a16="http://schemas.microsoft.com/office/drawing/2014/main" id="{73BCD84A-8793-9DEB-E7B5-D92B950D7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873" y="4920298"/>
              <a:ext cx="265112" cy="242888"/>
            </a:xfrm>
            <a:custGeom>
              <a:avLst/>
              <a:gdLst>
                <a:gd name="T0" fmla="*/ 74 w 102"/>
                <a:gd name="T1" fmla="*/ 0 h 94"/>
                <a:gd name="T2" fmla="*/ 102 w 102"/>
                <a:gd name="T3" fmla="*/ 37 h 94"/>
                <a:gd name="T4" fmla="*/ 87 w 102"/>
                <a:gd name="T5" fmla="*/ 29 h 94"/>
                <a:gd name="T6" fmla="*/ 25 w 102"/>
                <a:gd name="T7" fmla="*/ 80 h 94"/>
                <a:gd name="T8" fmla="*/ 28 w 102"/>
                <a:gd name="T9" fmla="*/ 94 h 94"/>
                <a:gd name="T10" fmla="*/ 0 w 102"/>
                <a:gd name="T11" fmla="*/ 58 h 94"/>
                <a:gd name="T12" fmla="*/ 15 w 102"/>
                <a:gd name="T13" fmla="*/ 64 h 94"/>
                <a:gd name="T14" fmla="*/ 77 w 102"/>
                <a:gd name="T15" fmla="*/ 15 h 94"/>
                <a:gd name="T16" fmla="*/ 74 w 102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94">
                  <a:moveTo>
                    <a:pt x="74" y="0"/>
                  </a:moveTo>
                  <a:cubicBezTo>
                    <a:pt x="85" y="2"/>
                    <a:pt x="99" y="25"/>
                    <a:pt x="102" y="37"/>
                  </a:cubicBezTo>
                  <a:cubicBezTo>
                    <a:pt x="94" y="35"/>
                    <a:pt x="94" y="29"/>
                    <a:pt x="87" y="29"/>
                  </a:cubicBezTo>
                  <a:cubicBezTo>
                    <a:pt x="66" y="44"/>
                    <a:pt x="44" y="61"/>
                    <a:pt x="25" y="80"/>
                  </a:cubicBezTo>
                  <a:cubicBezTo>
                    <a:pt x="25" y="86"/>
                    <a:pt x="32" y="88"/>
                    <a:pt x="28" y="94"/>
                  </a:cubicBezTo>
                  <a:cubicBezTo>
                    <a:pt x="16" y="85"/>
                    <a:pt x="9" y="72"/>
                    <a:pt x="0" y="58"/>
                  </a:cubicBezTo>
                  <a:cubicBezTo>
                    <a:pt x="6" y="53"/>
                    <a:pt x="9" y="64"/>
                    <a:pt x="15" y="64"/>
                  </a:cubicBezTo>
                  <a:cubicBezTo>
                    <a:pt x="36" y="49"/>
                    <a:pt x="59" y="34"/>
                    <a:pt x="77" y="15"/>
                  </a:cubicBezTo>
                  <a:cubicBezTo>
                    <a:pt x="79" y="7"/>
                    <a:pt x="74" y="6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2" name="Freeform 37">
              <a:extLst>
                <a:ext uri="{FF2B5EF4-FFF2-40B4-BE49-F238E27FC236}">
                  <a16:creationId xmlns:a16="http://schemas.microsoft.com/office/drawing/2014/main" id="{4C1F425D-B2DB-D9D4-4120-E430F9A74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710" y="4769485"/>
              <a:ext cx="320675" cy="184150"/>
            </a:xfrm>
            <a:custGeom>
              <a:avLst/>
              <a:gdLst>
                <a:gd name="T0" fmla="*/ 124 w 124"/>
                <a:gd name="T1" fmla="*/ 36 h 71"/>
                <a:gd name="T2" fmla="*/ 113 w 124"/>
                <a:gd name="T3" fmla="*/ 30 h 71"/>
                <a:gd name="T4" fmla="*/ 36 w 124"/>
                <a:gd name="T5" fmla="*/ 64 h 71"/>
                <a:gd name="T6" fmla="*/ 38 w 124"/>
                <a:gd name="T7" fmla="*/ 11 h 71"/>
                <a:gd name="T8" fmla="*/ 43 w 124"/>
                <a:gd name="T9" fmla="*/ 24 h 71"/>
                <a:gd name="T10" fmla="*/ 41 w 124"/>
                <a:gd name="T11" fmla="*/ 28 h 71"/>
                <a:gd name="T12" fmla="*/ 22 w 124"/>
                <a:gd name="T13" fmla="*/ 30 h 71"/>
                <a:gd name="T14" fmla="*/ 27 w 124"/>
                <a:gd name="T15" fmla="*/ 52 h 71"/>
                <a:gd name="T16" fmla="*/ 103 w 124"/>
                <a:gd name="T17" fmla="*/ 14 h 71"/>
                <a:gd name="T18" fmla="*/ 102 w 124"/>
                <a:gd name="T19" fmla="*/ 0 h 71"/>
                <a:gd name="T20" fmla="*/ 124 w 124"/>
                <a:gd name="T21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4" h="71">
                  <a:moveTo>
                    <a:pt x="124" y="36"/>
                  </a:moveTo>
                  <a:cubicBezTo>
                    <a:pt x="119" y="41"/>
                    <a:pt x="119" y="29"/>
                    <a:pt x="113" y="30"/>
                  </a:cubicBezTo>
                  <a:cubicBezTo>
                    <a:pt x="91" y="30"/>
                    <a:pt x="65" y="71"/>
                    <a:pt x="36" y="64"/>
                  </a:cubicBezTo>
                  <a:cubicBezTo>
                    <a:pt x="15" y="59"/>
                    <a:pt x="0" y="14"/>
                    <a:pt x="38" y="11"/>
                  </a:cubicBezTo>
                  <a:cubicBezTo>
                    <a:pt x="39" y="16"/>
                    <a:pt x="43" y="17"/>
                    <a:pt x="43" y="24"/>
                  </a:cubicBezTo>
                  <a:cubicBezTo>
                    <a:pt x="41" y="24"/>
                    <a:pt x="42" y="26"/>
                    <a:pt x="41" y="28"/>
                  </a:cubicBezTo>
                  <a:cubicBezTo>
                    <a:pt x="33" y="31"/>
                    <a:pt x="28" y="31"/>
                    <a:pt x="22" y="30"/>
                  </a:cubicBezTo>
                  <a:cubicBezTo>
                    <a:pt x="17" y="38"/>
                    <a:pt x="23" y="47"/>
                    <a:pt x="27" y="52"/>
                  </a:cubicBezTo>
                  <a:cubicBezTo>
                    <a:pt x="63" y="48"/>
                    <a:pt x="80" y="28"/>
                    <a:pt x="103" y="14"/>
                  </a:cubicBezTo>
                  <a:cubicBezTo>
                    <a:pt x="107" y="6"/>
                    <a:pt x="97" y="2"/>
                    <a:pt x="102" y="0"/>
                  </a:cubicBezTo>
                  <a:cubicBezTo>
                    <a:pt x="110" y="2"/>
                    <a:pt x="121" y="28"/>
                    <a:pt x="124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3" name="Freeform 38">
              <a:extLst>
                <a:ext uri="{FF2B5EF4-FFF2-40B4-BE49-F238E27FC236}">
                  <a16:creationId xmlns:a16="http://schemas.microsoft.com/office/drawing/2014/main" id="{C290AF30-39B5-8A06-559C-28C5571A92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560" y="4437698"/>
              <a:ext cx="307975" cy="287338"/>
            </a:xfrm>
            <a:custGeom>
              <a:avLst/>
              <a:gdLst>
                <a:gd name="T0" fmla="*/ 119 w 119"/>
                <a:gd name="T1" fmla="*/ 107 h 111"/>
                <a:gd name="T2" fmla="*/ 104 w 119"/>
                <a:gd name="T3" fmla="*/ 95 h 111"/>
                <a:gd name="T4" fmla="*/ 19 w 119"/>
                <a:gd name="T5" fmla="*/ 111 h 111"/>
                <a:gd name="T6" fmla="*/ 78 w 119"/>
                <a:gd name="T7" fmla="*/ 32 h 111"/>
                <a:gd name="T8" fmla="*/ 16 w 119"/>
                <a:gd name="T9" fmla="*/ 47 h 111"/>
                <a:gd name="T10" fmla="*/ 12 w 119"/>
                <a:gd name="T11" fmla="*/ 64 h 111"/>
                <a:gd name="T12" fmla="*/ 0 w 119"/>
                <a:gd name="T13" fmla="*/ 23 h 111"/>
                <a:gd name="T14" fmla="*/ 15 w 119"/>
                <a:gd name="T15" fmla="*/ 35 h 111"/>
                <a:gd name="T16" fmla="*/ 94 w 119"/>
                <a:gd name="T17" fmla="*/ 0 h 111"/>
                <a:gd name="T18" fmla="*/ 44 w 119"/>
                <a:gd name="T19" fmla="*/ 99 h 111"/>
                <a:gd name="T20" fmla="*/ 103 w 119"/>
                <a:gd name="T21" fmla="*/ 85 h 111"/>
                <a:gd name="T22" fmla="*/ 107 w 119"/>
                <a:gd name="T23" fmla="*/ 66 h 111"/>
                <a:gd name="T24" fmla="*/ 119 w 119"/>
                <a:gd name="T25" fmla="*/ 107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" h="111">
                  <a:moveTo>
                    <a:pt x="119" y="107"/>
                  </a:moveTo>
                  <a:cubicBezTo>
                    <a:pt x="108" y="109"/>
                    <a:pt x="111" y="96"/>
                    <a:pt x="104" y="95"/>
                  </a:cubicBezTo>
                  <a:cubicBezTo>
                    <a:pt x="77" y="96"/>
                    <a:pt x="45" y="110"/>
                    <a:pt x="19" y="111"/>
                  </a:cubicBezTo>
                  <a:cubicBezTo>
                    <a:pt x="33" y="80"/>
                    <a:pt x="61" y="61"/>
                    <a:pt x="78" y="32"/>
                  </a:cubicBezTo>
                  <a:cubicBezTo>
                    <a:pt x="61" y="33"/>
                    <a:pt x="34" y="39"/>
                    <a:pt x="16" y="47"/>
                  </a:cubicBezTo>
                  <a:cubicBezTo>
                    <a:pt x="14" y="51"/>
                    <a:pt x="16" y="61"/>
                    <a:pt x="12" y="64"/>
                  </a:cubicBezTo>
                  <a:cubicBezTo>
                    <a:pt x="4" y="56"/>
                    <a:pt x="5" y="37"/>
                    <a:pt x="0" y="23"/>
                  </a:cubicBezTo>
                  <a:cubicBezTo>
                    <a:pt x="11" y="21"/>
                    <a:pt x="8" y="34"/>
                    <a:pt x="15" y="35"/>
                  </a:cubicBezTo>
                  <a:cubicBezTo>
                    <a:pt x="45" y="29"/>
                    <a:pt x="88" y="33"/>
                    <a:pt x="94" y="0"/>
                  </a:cubicBezTo>
                  <a:cubicBezTo>
                    <a:pt x="118" y="42"/>
                    <a:pt x="56" y="68"/>
                    <a:pt x="44" y="99"/>
                  </a:cubicBezTo>
                  <a:cubicBezTo>
                    <a:pt x="65" y="95"/>
                    <a:pt x="85" y="91"/>
                    <a:pt x="103" y="85"/>
                  </a:cubicBezTo>
                  <a:cubicBezTo>
                    <a:pt x="105" y="80"/>
                    <a:pt x="103" y="71"/>
                    <a:pt x="107" y="66"/>
                  </a:cubicBezTo>
                  <a:cubicBezTo>
                    <a:pt x="115" y="75"/>
                    <a:pt x="114" y="95"/>
                    <a:pt x="119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4" name="Freeform 39">
              <a:extLst>
                <a:ext uri="{FF2B5EF4-FFF2-40B4-BE49-F238E27FC236}">
                  <a16:creationId xmlns:a16="http://schemas.microsoft.com/office/drawing/2014/main" id="{EC5ABF3C-40F8-0BEF-57C8-CD5583857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635" y="3866198"/>
              <a:ext cx="269875" cy="282575"/>
            </a:xfrm>
            <a:custGeom>
              <a:avLst/>
              <a:gdLst>
                <a:gd name="T0" fmla="*/ 100 w 104"/>
                <a:gd name="T1" fmla="*/ 0 h 109"/>
                <a:gd name="T2" fmla="*/ 100 w 104"/>
                <a:gd name="T3" fmla="*/ 30 h 109"/>
                <a:gd name="T4" fmla="*/ 29 w 104"/>
                <a:gd name="T5" fmla="*/ 83 h 109"/>
                <a:gd name="T6" fmla="*/ 96 w 104"/>
                <a:gd name="T7" fmla="*/ 68 h 109"/>
                <a:gd name="T8" fmla="*/ 99 w 104"/>
                <a:gd name="T9" fmla="*/ 109 h 109"/>
                <a:gd name="T10" fmla="*/ 87 w 104"/>
                <a:gd name="T11" fmla="*/ 92 h 109"/>
                <a:gd name="T12" fmla="*/ 1 w 104"/>
                <a:gd name="T13" fmla="*/ 91 h 109"/>
                <a:gd name="T14" fmla="*/ 78 w 104"/>
                <a:gd name="T15" fmla="*/ 26 h 109"/>
                <a:gd name="T16" fmla="*/ 13 w 104"/>
                <a:gd name="T17" fmla="*/ 28 h 109"/>
                <a:gd name="T18" fmla="*/ 7 w 104"/>
                <a:gd name="T19" fmla="*/ 43 h 109"/>
                <a:gd name="T20" fmla="*/ 5 w 104"/>
                <a:gd name="T21" fmla="*/ 1 h 109"/>
                <a:gd name="T22" fmla="*/ 12 w 104"/>
                <a:gd name="T23" fmla="*/ 15 h 109"/>
                <a:gd name="T24" fmla="*/ 88 w 104"/>
                <a:gd name="T25" fmla="*/ 15 h 109"/>
                <a:gd name="T26" fmla="*/ 95 w 104"/>
                <a:gd name="T27" fmla="*/ 0 h 109"/>
                <a:gd name="T28" fmla="*/ 100 w 104"/>
                <a:gd name="T2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9">
                  <a:moveTo>
                    <a:pt x="100" y="0"/>
                  </a:moveTo>
                  <a:cubicBezTo>
                    <a:pt x="100" y="10"/>
                    <a:pt x="100" y="20"/>
                    <a:pt x="100" y="30"/>
                  </a:cubicBezTo>
                  <a:cubicBezTo>
                    <a:pt x="76" y="47"/>
                    <a:pt x="52" y="66"/>
                    <a:pt x="29" y="83"/>
                  </a:cubicBezTo>
                  <a:cubicBezTo>
                    <a:pt x="52" y="86"/>
                    <a:pt x="95" y="93"/>
                    <a:pt x="96" y="68"/>
                  </a:cubicBezTo>
                  <a:cubicBezTo>
                    <a:pt x="104" y="73"/>
                    <a:pt x="100" y="100"/>
                    <a:pt x="99" y="109"/>
                  </a:cubicBezTo>
                  <a:cubicBezTo>
                    <a:pt x="91" y="107"/>
                    <a:pt x="94" y="93"/>
                    <a:pt x="87" y="92"/>
                  </a:cubicBezTo>
                  <a:cubicBezTo>
                    <a:pt x="58" y="91"/>
                    <a:pt x="27" y="95"/>
                    <a:pt x="1" y="91"/>
                  </a:cubicBezTo>
                  <a:cubicBezTo>
                    <a:pt x="22" y="63"/>
                    <a:pt x="55" y="50"/>
                    <a:pt x="78" y="26"/>
                  </a:cubicBezTo>
                  <a:cubicBezTo>
                    <a:pt x="62" y="28"/>
                    <a:pt x="29" y="24"/>
                    <a:pt x="13" y="28"/>
                  </a:cubicBezTo>
                  <a:cubicBezTo>
                    <a:pt x="10" y="30"/>
                    <a:pt x="11" y="39"/>
                    <a:pt x="7" y="43"/>
                  </a:cubicBezTo>
                  <a:cubicBezTo>
                    <a:pt x="0" y="36"/>
                    <a:pt x="3" y="10"/>
                    <a:pt x="5" y="1"/>
                  </a:cubicBezTo>
                  <a:cubicBezTo>
                    <a:pt x="12" y="1"/>
                    <a:pt x="8" y="12"/>
                    <a:pt x="12" y="15"/>
                  </a:cubicBezTo>
                  <a:cubicBezTo>
                    <a:pt x="35" y="19"/>
                    <a:pt x="66" y="21"/>
                    <a:pt x="88" y="15"/>
                  </a:cubicBezTo>
                  <a:cubicBezTo>
                    <a:pt x="91" y="11"/>
                    <a:pt x="95" y="7"/>
                    <a:pt x="95" y="0"/>
                  </a:cubicBezTo>
                  <a:cubicBezTo>
                    <a:pt x="96" y="0"/>
                    <a:pt x="99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5" name="Freeform 40">
              <a:extLst>
                <a:ext uri="{FF2B5EF4-FFF2-40B4-BE49-F238E27FC236}">
                  <a16:creationId xmlns:a16="http://schemas.microsoft.com/office/drawing/2014/main" id="{71683E3E-7FC7-D87B-D9C4-F28D7FD332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78635" y="4175760"/>
              <a:ext cx="269875" cy="271463"/>
            </a:xfrm>
            <a:custGeom>
              <a:avLst/>
              <a:gdLst>
                <a:gd name="T0" fmla="*/ 46 w 104"/>
                <a:gd name="T1" fmla="*/ 58 h 105"/>
                <a:gd name="T2" fmla="*/ 79 w 104"/>
                <a:gd name="T3" fmla="*/ 40 h 105"/>
                <a:gd name="T4" fmla="*/ 43 w 104"/>
                <a:gd name="T5" fmla="*/ 33 h 105"/>
                <a:gd name="T6" fmla="*/ 46 w 104"/>
                <a:gd name="T7" fmla="*/ 58 h 105"/>
                <a:gd name="T8" fmla="*/ 104 w 104"/>
                <a:gd name="T9" fmla="*/ 41 h 105"/>
                <a:gd name="T10" fmla="*/ 62 w 104"/>
                <a:gd name="T11" fmla="*/ 67 h 105"/>
                <a:gd name="T12" fmla="*/ 19 w 104"/>
                <a:gd name="T13" fmla="*/ 89 h 105"/>
                <a:gd name="T14" fmla="*/ 11 w 104"/>
                <a:gd name="T15" fmla="*/ 105 h 105"/>
                <a:gd name="T16" fmla="*/ 8 w 104"/>
                <a:gd name="T17" fmla="*/ 62 h 105"/>
                <a:gd name="T18" fmla="*/ 16 w 104"/>
                <a:gd name="T19" fmla="*/ 74 h 105"/>
                <a:gd name="T20" fmla="*/ 40 w 104"/>
                <a:gd name="T21" fmla="*/ 63 h 105"/>
                <a:gd name="T22" fmla="*/ 38 w 104"/>
                <a:gd name="T23" fmla="*/ 31 h 105"/>
                <a:gd name="T24" fmla="*/ 13 w 104"/>
                <a:gd name="T25" fmla="*/ 24 h 105"/>
                <a:gd name="T26" fmla="*/ 8 w 104"/>
                <a:gd name="T27" fmla="*/ 38 h 105"/>
                <a:gd name="T28" fmla="*/ 1 w 104"/>
                <a:gd name="T29" fmla="*/ 1 h 105"/>
                <a:gd name="T30" fmla="*/ 12 w 104"/>
                <a:gd name="T31" fmla="*/ 14 h 105"/>
                <a:gd name="T32" fmla="*/ 104 w 104"/>
                <a:gd name="T3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4" h="105">
                  <a:moveTo>
                    <a:pt x="46" y="58"/>
                  </a:moveTo>
                  <a:cubicBezTo>
                    <a:pt x="60" y="54"/>
                    <a:pt x="69" y="48"/>
                    <a:pt x="79" y="40"/>
                  </a:cubicBezTo>
                  <a:cubicBezTo>
                    <a:pt x="67" y="39"/>
                    <a:pt x="55" y="29"/>
                    <a:pt x="43" y="33"/>
                  </a:cubicBezTo>
                  <a:cubicBezTo>
                    <a:pt x="46" y="39"/>
                    <a:pt x="45" y="50"/>
                    <a:pt x="46" y="58"/>
                  </a:cubicBezTo>
                  <a:close/>
                  <a:moveTo>
                    <a:pt x="104" y="41"/>
                  </a:moveTo>
                  <a:cubicBezTo>
                    <a:pt x="95" y="55"/>
                    <a:pt x="77" y="59"/>
                    <a:pt x="62" y="67"/>
                  </a:cubicBezTo>
                  <a:cubicBezTo>
                    <a:pt x="47" y="74"/>
                    <a:pt x="34" y="83"/>
                    <a:pt x="19" y="89"/>
                  </a:cubicBezTo>
                  <a:cubicBezTo>
                    <a:pt x="17" y="96"/>
                    <a:pt x="17" y="105"/>
                    <a:pt x="11" y="105"/>
                  </a:cubicBezTo>
                  <a:cubicBezTo>
                    <a:pt x="12" y="89"/>
                    <a:pt x="5" y="73"/>
                    <a:pt x="8" y="62"/>
                  </a:cubicBezTo>
                  <a:cubicBezTo>
                    <a:pt x="14" y="62"/>
                    <a:pt x="12" y="71"/>
                    <a:pt x="16" y="74"/>
                  </a:cubicBezTo>
                  <a:cubicBezTo>
                    <a:pt x="25" y="72"/>
                    <a:pt x="32" y="67"/>
                    <a:pt x="40" y="63"/>
                  </a:cubicBezTo>
                  <a:cubicBezTo>
                    <a:pt x="41" y="50"/>
                    <a:pt x="38" y="43"/>
                    <a:pt x="38" y="31"/>
                  </a:cubicBezTo>
                  <a:cubicBezTo>
                    <a:pt x="32" y="22"/>
                    <a:pt x="25" y="25"/>
                    <a:pt x="13" y="24"/>
                  </a:cubicBezTo>
                  <a:cubicBezTo>
                    <a:pt x="7" y="24"/>
                    <a:pt x="13" y="36"/>
                    <a:pt x="8" y="38"/>
                  </a:cubicBezTo>
                  <a:cubicBezTo>
                    <a:pt x="0" y="33"/>
                    <a:pt x="3" y="14"/>
                    <a:pt x="1" y="1"/>
                  </a:cubicBezTo>
                  <a:cubicBezTo>
                    <a:pt x="10" y="0"/>
                    <a:pt x="8" y="10"/>
                    <a:pt x="12" y="14"/>
                  </a:cubicBezTo>
                  <a:cubicBezTo>
                    <a:pt x="41" y="24"/>
                    <a:pt x="76" y="29"/>
                    <a:pt x="104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</p:grpSp>
      <p:sp>
        <p:nvSpPr>
          <p:cNvPr id="5" name="椭圆 4">
            <a:extLst>
              <a:ext uri="{FF2B5EF4-FFF2-40B4-BE49-F238E27FC236}">
                <a16:creationId xmlns:a16="http://schemas.microsoft.com/office/drawing/2014/main" id="{32D2C551-1AF0-1441-97EE-1642CDC106F4}"/>
              </a:ext>
            </a:extLst>
          </p:cNvPr>
          <p:cNvSpPr/>
          <p:nvPr/>
        </p:nvSpPr>
        <p:spPr>
          <a:xfrm>
            <a:off x="2028715" y="1207859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1</a:t>
            </a:r>
            <a:endParaRPr lang="zh-CN" altLang="en-US" sz="2400" dirty="0">
              <a:latin typeface="+mn-ea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669015C-A114-5D0A-C7D7-3D68548E11BD}"/>
              </a:ext>
            </a:extLst>
          </p:cNvPr>
          <p:cNvSpPr/>
          <p:nvPr/>
        </p:nvSpPr>
        <p:spPr>
          <a:xfrm>
            <a:off x="2028715" y="2029465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2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B97842C-AB34-2318-FC72-899D0A02FBB1}"/>
              </a:ext>
            </a:extLst>
          </p:cNvPr>
          <p:cNvSpPr/>
          <p:nvPr/>
        </p:nvSpPr>
        <p:spPr>
          <a:xfrm>
            <a:off x="2028715" y="2851071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3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BBCA9DA-C0E3-250E-2607-85F201711D92}"/>
              </a:ext>
            </a:extLst>
          </p:cNvPr>
          <p:cNvSpPr/>
          <p:nvPr/>
        </p:nvSpPr>
        <p:spPr>
          <a:xfrm>
            <a:off x="2028715" y="3672677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4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9F4EA58-2D21-B096-DE43-601EDC08395A}"/>
              </a:ext>
            </a:extLst>
          </p:cNvPr>
          <p:cNvSpPr/>
          <p:nvPr/>
        </p:nvSpPr>
        <p:spPr>
          <a:xfrm>
            <a:off x="2028715" y="4494283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5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FF3FB2E-7A09-15BD-B514-8CE2B8C13131}"/>
              </a:ext>
            </a:extLst>
          </p:cNvPr>
          <p:cNvSpPr/>
          <p:nvPr/>
        </p:nvSpPr>
        <p:spPr>
          <a:xfrm>
            <a:off x="2028715" y="5315887"/>
            <a:ext cx="377936" cy="3779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6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3" name="文本占位符 22">
            <a:extLst>
              <a:ext uri="{FF2B5EF4-FFF2-40B4-BE49-F238E27FC236}">
                <a16:creationId xmlns:a16="http://schemas.microsoft.com/office/drawing/2014/main" id="{37A6DDFD-E504-8E3D-1AF2-321C9CE5B1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6819" y="1144222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4" name="文本占位符 22">
            <a:extLst>
              <a:ext uri="{FF2B5EF4-FFF2-40B4-BE49-F238E27FC236}">
                <a16:creationId xmlns:a16="http://schemas.microsoft.com/office/drawing/2014/main" id="{2B5AA712-64EC-5C09-FCF6-0225BD3B1B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96819" y="1949818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5" name="文本占位符 22">
            <a:extLst>
              <a:ext uri="{FF2B5EF4-FFF2-40B4-BE49-F238E27FC236}">
                <a16:creationId xmlns:a16="http://schemas.microsoft.com/office/drawing/2014/main" id="{F3C60BF2-0AC4-FA3C-8327-243CEE8C16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6819" y="2774926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6" name="文本占位符 22">
            <a:extLst>
              <a:ext uri="{FF2B5EF4-FFF2-40B4-BE49-F238E27FC236}">
                <a16:creationId xmlns:a16="http://schemas.microsoft.com/office/drawing/2014/main" id="{EE3E7D4F-980F-4A62-ECC7-94D085ACBA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96819" y="3600034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7" name="文本占位符 22">
            <a:extLst>
              <a:ext uri="{FF2B5EF4-FFF2-40B4-BE49-F238E27FC236}">
                <a16:creationId xmlns:a16="http://schemas.microsoft.com/office/drawing/2014/main" id="{A61553FE-DC04-10B5-6D4A-0465CE167B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96819" y="4402518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8" name="文本占位符 22">
            <a:extLst>
              <a:ext uri="{FF2B5EF4-FFF2-40B4-BE49-F238E27FC236}">
                <a16:creationId xmlns:a16="http://schemas.microsoft.com/office/drawing/2014/main" id="{ADF75CB8-301A-9522-DB7A-9359F0360B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496819" y="5242886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15613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AFD5461-2312-1052-76EC-003D9568171B}"/>
              </a:ext>
            </a:extLst>
          </p:cNvPr>
          <p:cNvSpPr/>
          <p:nvPr userDrawn="1"/>
        </p:nvSpPr>
        <p:spPr>
          <a:xfrm>
            <a:off x="-1" y="479320"/>
            <a:ext cx="12192001" cy="617959"/>
          </a:xfrm>
          <a:prstGeom prst="rect">
            <a:avLst/>
          </a:prstGeom>
          <a:ln>
            <a:noFill/>
          </a:ln>
          <a:effectLst>
            <a:outerShdw blurRad="127000" dist="63500" dir="5400000" algn="t" rotWithShape="0">
              <a:schemeClr val="accent1">
                <a:lumMod val="75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76B31C-484D-1243-346E-0D8FEF10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36020" y="6538913"/>
            <a:ext cx="601472" cy="319088"/>
          </a:xfrm>
        </p:spPr>
        <p:txBody>
          <a:bodyPr/>
          <a:lstStyle>
            <a:lvl1pPr>
              <a:defRPr lang="en-US" altLang="zh-CN" sz="1600" kern="1200" dirty="0" smtClean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05389D-C31E-4256-1684-8F4385C7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2112" y="6538913"/>
            <a:ext cx="673608" cy="319088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C87181AA-4DAD-42D9-B724-3F8AD1554AD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4" name="内容占位符 13">
            <a:extLst>
              <a:ext uri="{FF2B5EF4-FFF2-40B4-BE49-F238E27FC236}">
                <a16:creationId xmlns:a16="http://schemas.microsoft.com/office/drawing/2014/main" id="{F3CCA5ED-9F0D-EC59-7F20-BFD49ABF22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0400" y="479429"/>
            <a:ext cx="5636491" cy="6179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EFA5507-70AD-BED1-AFE4-F394B888A6A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0399" y="1559770"/>
            <a:ext cx="10374745" cy="4260928"/>
          </a:xfrm>
        </p:spPr>
        <p:txBody>
          <a:bodyPr>
            <a:normAutofit/>
          </a:bodyPr>
          <a:lstStyle>
            <a:lvl1pPr marL="324000" indent="-324000">
              <a:lnSpc>
                <a:spcPct val="110000"/>
              </a:lnSpc>
              <a:spcBef>
                <a:spcPts val="1000"/>
              </a:spcBef>
              <a:defRPr sz="2400"/>
            </a:lvl1pPr>
            <a:lvl2pPr>
              <a:lnSpc>
                <a:spcPct val="110000"/>
              </a:lnSpc>
              <a:spcBef>
                <a:spcPts val="1000"/>
              </a:spcBef>
              <a:defRPr sz="2000"/>
            </a:lvl2pPr>
            <a:lvl3pPr>
              <a:lnSpc>
                <a:spcPct val="110000"/>
              </a:lnSpc>
              <a:spcBef>
                <a:spcPts val="1000"/>
              </a:spcBef>
              <a:defRPr sz="1800"/>
            </a:lvl3pPr>
            <a:lvl4pPr>
              <a:lnSpc>
                <a:spcPct val="110000"/>
              </a:lnSpc>
              <a:spcBef>
                <a:spcPts val="1000"/>
              </a:spcBef>
              <a:defRPr sz="1600"/>
            </a:lvl4pPr>
            <a:lvl5pPr>
              <a:lnSpc>
                <a:spcPct val="110000"/>
              </a:lnSpc>
              <a:spcBef>
                <a:spcPts val="1000"/>
              </a:spcBef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1C72B3D-2DC5-B2AF-8ED9-13739EBB8543}"/>
              </a:ext>
            </a:extLst>
          </p:cNvPr>
          <p:cNvGrpSpPr/>
          <p:nvPr userDrawn="1"/>
        </p:nvGrpSpPr>
        <p:grpSpPr>
          <a:xfrm>
            <a:off x="11311890" y="548640"/>
            <a:ext cx="369570" cy="469720"/>
            <a:chOff x="1508760" y="1972310"/>
            <a:chExt cx="3309937" cy="4206875"/>
          </a:xfrm>
          <a:solidFill>
            <a:schemeClr val="bg1"/>
          </a:solidFill>
        </p:grpSpPr>
        <p:sp>
          <p:nvSpPr>
            <p:cNvPr id="7" name="Freeform 16">
              <a:extLst>
                <a:ext uri="{FF2B5EF4-FFF2-40B4-BE49-F238E27FC236}">
                  <a16:creationId xmlns:a16="http://schemas.microsoft.com/office/drawing/2014/main" id="{9654E497-AE1B-92A9-4116-F55E03FA11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08760" y="1972310"/>
              <a:ext cx="3309937" cy="4206875"/>
            </a:xfrm>
            <a:custGeom>
              <a:avLst/>
              <a:gdLst>
                <a:gd name="T0" fmla="*/ 1226 w 1275"/>
                <a:gd name="T1" fmla="*/ 588 h 1621"/>
                <a:gd name="T2" fmla="*/ 1228 w 1275"/>
                <a:gd name="T3" fmla="*/ 60 h 1621"/>
                <a:gd name="T4" fmla="*/ 935 w 1275"/>
                <a:gd name="T5" fmla="*/ 117 h 1621"/>
                <a:gd name="T6" fmla="*/ 644 w 1275"/>
                <a:gd name="T7" fmla="*/ 51 h 1621"/>
                <a:gd name="T8" fmla="*/ 88 w 1275"/>
                <a:gd name="T9" fmla="*/ 72 h 1621"/>
                <a:gd name="T10" fmla="*/ 59 w 1275"/>
                <a:gd name="T11" fmla="*/ 63 h 1621"/>
                <a:gd name="T12" fmla="*/ 61 w 1275"/>
                <a:gd name="T13" fmla="*/ 589 h 1621"/>
                <a:gd name="T14" fmla="*/ 96 w 1275"/>
                <a:gd name="T15" fmla="*/ 1079 h 1621"/>
                <a:gd name="T16" fmla="*/ 308 w 1275"/>
                <a:gd name="T17" fmla="*/ 1392 h 1621"/>
                <a:gd name="T18" fmla="*/ 646 w 1275"/>
                <a:gd name="T19" fmla="*/ 1572 h 1621"/>
                <a:gd name="T20" fmla="*/ 980 w 1275"/>
                <a:gd name="T21" fmla="*/ 1392 h 1621"/>
                <a:gd name="T22" fmla="*/ 1190 w 1275"/>
                <a:gd name="T23" fmla="*/ 1079 h 1621"/>
                <a:gd name="T24" fmla="*/ 1226 w 1275"/>
                <a:gd name="T25" fmla="*/ 588 h 1621"/>
                <a:gd name="T26" fmla="*/ 1267 w 1275"/>
                <a:gd name="T27" fmla="*/ 3 h 1621"/>
                <a:gd name="T28" fmla="*/ 1265 w 1275"/>
                <a:gd name="T29" fmla="*/ 566 h 1621"/>
                <a:gd name="T30" fmla="*/ 1228 w 1275"/>
                <a:gd name="T31" fmla="*/ 1092 h 1621"/>
                <a:gd name="T32" fmla="*/ 996 w 1275"/>
                <a:gd name="T33" fmla="*/ 1418 h 1621"/>
                <a:gd name="T34" fmla="*/ 643 w 1275"/>
                <a:gd name="T35" fmla="*/ 1621 h 1621"/>
                <a:gd name="T36" fmla="*/ 336 w 1275"/>
                <a:gd name="T37" fmla="*/ 1452 h 1621"/>
                <a:gd name="T38" fmla="*/ 107 w 1275"/>
                <a:gd name="T39" fmla="*/ 1203 h 1621"/>
                <a:gd name="T40" fmla="*/ 41 w 1275"/>
                <a:gd name="T41" fmla="*/ 1028 h 1621"/>
                <a:gd name="T42" fmla="*/ 17 w 1275"/>
                <a:gd name="T43" fmla="*/ 318 h 1621"/>
                <a:gd name="T44" fmla="*/ 17 w 1275"/>
                <a:gd name="T45" fmla="*/ 0 h 1621"/>
                <a:gd name="T46" fmla="*/ 331 w 1275"/>
                <a:gd name="T47" fmla="*/ 82 h 1621"/>
                <a:gd name="T48" fmla="*/ 644 w 1275"/>
                <a:gd name="T49" fmla="*/ 7 h 1621"/>
                <a:gd name="T50" fmla="*/ 962 w 1275"/>
                <a:gd name="T51" fmla="*/ 82 h 1621"/>
                <a:gd name="T52" fmla="*/ 1238 w 1275"/>
                <a:gd name="T53" fmla="*/ 17 h 1621"/>
                <a:gd name="T54" fmla="*/ 1267 w 1275"/>
                <a:gd name="T55" fmla="*/ 3 h 1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5" h="1621">
                  <a:moveTo>
                    <a:pt x="1226" y="588"/>
                  </a:moveTo>
                  <a:cubicBezTo>
                    <a:pt x="1226" y="410"/>
                    <a:pt x="1227" y="232"/>
                    <a:pt x="1228" y="60"/>
                  </a:cubicBezTo>
                  <a:cubicBezTo>
                    <a:pt x="1146" y="96"/>
                    <a:pt x="1049" y="120"/>
                    <a:pt x="935" y="117"/>
                  </a:cubicBezTo>
                  <a:cubicBezTo>
                    <a:pt x="827" y="116"/>
                    <a:pt x="720" y="94"/>
                    <a:pt x="644" y="51"/>
                  </a:cubicBezTo>
                  <a:cubicBezTo>
                    <a:pt x="511" y="134"/>
                    <a:pt x="242" y="136"/>
                    <a:pt x="88" y="72"/>
                  </a:cubicBezTo>
                  <a:cubicBezTo>
                    <a:pt x="79" y="68"/>
                    <a:pt x="68" y="60"/>
                    <a:pt x="59" y="63"/>
                  </a:cubicBezTo>
                  <a:cubicBezTo>
                    <a:pt x="57" y="236"/>
                    <a:pt x="61" y="413"/>
                    <a:pt x="61" y="589"/>
                  </a:cubicBezTo>
                  <a:cubicBezTo>
                    <a:pt x="61" y="769"/>
                    <a:pt x="50" y="941"/>
                    <a:pt x="96" y="1079"/>
                  </a:cubicBezTo>
                  <a:cubicBezTo>
                    <a:pt x="140" y="1211"/>
                    <a:pt x="213" y="1316"/>
                    <a:pt x="308" y="1392"/>
                  </a:cubicBezTo>
                  <a:cubicBezTo>
                    <a:pt x="404" y="1466"/>
                    <a:pt x="529" y="1507"/>
                    <a:pt x="646" y="1572"/>
                  </a:cubicBezTo>
                  <a:cubicBezTo>
                    <a:pt x="760" y="1505"/>
                    <a:pt x="885" y="1467"/>
                    <a:pt x="980" y="1392"/>
                  </a:cubicBezTo>
                  <a:cubicBezTo>
                    <a:pt x="1074" y="1314"/>
                    <a:pt x="1148" y="1212"/>
                    <a:pt x="1190" y="1079"/>
                  </a:cubicBezTo>
                  <a:cubicBezTo>
                    <a:pt x="1233" y="940"/>
                    <a:pt x="1226" y="768"/>
                    <a:pt x="1226" y="588"/>
                  </a:cubicBezTo>
                  <a:close/>
                  <a:moveTo>
                    <a:pt x="1267" y="3"/>
                  </a:moveTo>
                  <a:cubicBezTo>
                    <a:pt x="1275" y="189"/>
                    <a:pt x="1259" y="379"/>
                    <a:pt x="1265" y="566"/>
                  </a:cubicBezTo>
                  <a:cubicBezTo>
                    <a:pt x="1270" y="752"/>
                    <a:pt x="1275" y="946"/>
                    <a:pt x="1228" y="1092"/>
                  </a:cubicBezTo>
                  <a:cubicBezTo>
                    <a:pt x="1183" y="1231"/>
                    <a:pt x="1098" y="1340"/>
                    <a:pt x="996" y="1418"/>
                  </a:cubicBezTo>
                  <a:cubicBezTo>
                    <a:pt x="891" y="1499"/>
                    <a:pt x="760" y="1545"/>
                    <a:pt x="643" y="1621"/>
                  </a:cubicBezTo>
                  <a:cubicBezTo>
                    <a:pt x="543" y="1551"/>
                    <a:pt x="430" y="1514"/>
                    <a:pt x="336" y="1452"/>
                  </a:cubicBezTo>
                  <a:cubicBezTo>
                    <a:pt x="242" y="1390"/>
                    <a:pt x="165" y="1307"/>
                    <a:pt x="107" y="1203"/>
                  </a:cubicBezTo>
                  <a:cubicBezTo>
                    <a:pt x="78" y="1150"/>
                    <a:pt x="54" y="1092"/>
                    <a:pt x="41" y="1028"/>
                  </a:cubicBezTo>
                  <a:cubicBezTo>
                    <a:pt x="0" y="825"/>
                    <a:pt x="33" y="554"/>
                    <a:pt x="17" y="318"/>
                  </a:cubicBezTo>
                  <a:cubicBezTo>
                    <a:pt x="17" y="212"/>
                    <a:pt x="17" y="106"/>
                    <a:pt x="17" y="0"/>
                  </a:cubicBezTo>
                  <a:cubicBezTo>
                    <a:pt x="98" y="48"/>
                    <a:pt x="205" y="82"/>
                    <a:pt x="331" y="82"/>
                  </a:cubicBezTo>
                  <a:cubicBezTo>
                    <a:pt x="452" y="82"/>
                    <a:pt x="563" y="60"/>
                    <a:pt x="644" y="7"/>
                  </a:cubicBezTo>
                  <a:cubicBezTo>
                    <a:pt x="720" y="60"/>
                    <a:pt x="837" y="82"/>
                    <a:pt x="962" y="82"/>
                  </a:cubicBezTo>
                  <a:cubicBezTo>
                    <a:pt x="1067" y="82"/>
                    <a:pt x="1166" y="55"/>
                    <a:pt x="1238" y="17"/>
                  </a:cubicBezTo>
                  <a:cubicBezTo>
                    <a:pt x="1250" y="11"/>
                    <a:pt x="1260" y="2"/>
                    <a:pt x="1267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8" name="Freeform 17">
              <a:extLst>
                <a:ext uri="{FF2B5EF4-FFF2-40B4-BE49-F238E27FC236}">
                  <a16:creationId xmlns:a16="http://schemas.microsoft.com/office/drawing/2014/main" id="{96566D43-F57A-6EAF-54A6-C206CC823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7523" y="3866198"/>
              <a:ext cx="269875" cy="249238"/>
            </a:xfrm>
            <a:custGeom>
              <a:avLst/>
              <a:gdLst>
                <a:gd name="T0" fmla="*/ 98 w 104"/>
                <a:gd name="T1" fmla="*/ 26 h 96"/>
                <a:gd name="T2" fmla="*/ 98 w 104"/>
                <a:gd name="T3" fmla="*/ 73 h 96"/>
                <a:gd name="T4" fmla="*/ 93 w 104"/>
                <a:gd name="T5" fmla="*/ 58 h 96"/>
                <a:gd name="T6" fmla="*/ 15 w 104"/>
                <a:gd name="T7" fmla="*/ 82 h 96"/>
                <a:gd name="T8" fmla="*/ 6 w 104"/>
                <a:gd name="T9" fmla="*/ 96 h 96"/>
                <a:gd name="T10" fmla="*/ 5 w 104"/>
                <a:gd name="T11" fmla="*/ 53 h 96"/>
                <a:gd name="T12" fmla="*/ 10 w 104"/>
                <a:gd name="T13" fmla="*/ 66 h 96"/>
                <a:gd name="T14" fmla="*/ 51 w 104"/>
                <a:gd name="T15" fmla="*/ 47 h 96"/>
                <a:gd name="T16" fmla="*/ 15 w 104"/>
                <a:gd name="T17" fmla="*/ 22 h 96"/>
                <a:gd name="T18" fmla="*/ 6 w 104"/>
                <a:gd name="T19" fmla="*/ 35 h 96"/>
                <a:gd name="T20" fmla="*/ 5 w 104"/>
                <a:gd name="T21" fmla="*/ 0 h 96"/>
                <a:gd name="T22" fmla="*/ 10 w 104"/>
                <a:gd name="T23" fmla="*/ 0 h 96"/>
                <a:gd name="T24" fmla="*/ 92 w 104"/>
                <a:gd name="T25" fmla="*/ 40 h 96"/>
                <a:gd name="T26" fmla="*/ 98 w 104"/>
                <a:gd name="T27" fmla="*/ 2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96">
                  <a:moveTo>
                    <a:pt x="98" y="26"/>
                  </a:moveTo>
                  <a:cubicBezTo>
                    <a:pt x="104" y="35"/>
                    <a:pt x="99" y="57"/>
                    <a:pt x="98" y="73"/>
                  </a:cubicBezTo>
                  <a:cubicBezTo>
                    <a:pt x="92" y="73"/>
                    <a:pt x="97" y="62"/>
                    <a:pt x="93" y="58"/>
                  </a:cubicBezTo>
                  <a:cubicBezTo>
                    <a:pt x="56" y="49"/>
                    <a:pt x="38" y="72"/>
                    <a:pt x="15" y="82"/>
                  </a:cubicBezTo>
                  <a:cubicBezTo>
                    <a:pt x="11" y="84"/>
                    <a:pt x="10" y="92"/>
                    <a:pt x="6" y="96"/>
                  </a:cubicBezTo>
                  <a:cubicBezTo>
                    <a:pt x="0" y="90"/>
                    <a:pt x="2" y="63"/>
                    <a:pt x="5" y="53"/>
                  </a:cubicBezTo>
                  <a:cubicBezTo>
                    <a:pt x="10" y="53"/>
                    <a:pt x="9" y="62"/>
                    <a:pt x="10" y="66"/>
                  </a:cubicBezTo>
                  <a:cubicBezTo>
                    <a:pt x="26" y="62"/>
                    <a:pt x="35" y="50"/>
                    <a:pt x="51" y="47"/>
                  </a:cubicBezTo>
                  <a:cubicBezTo>
                    <a:pt x="42" y="36"/>
                    <a:pt x="28" y="29"/>
                    <a:pt x="15" y="22"/>
                  </a:cubicBezTo>
                  <a:cubicBezTo>
                    <a:pt x="6" y="20"/>
                    <a:pt x="13" y="35"/>
                    <a:pt x="6" y="35"/>
                  </a:cubicBezTo>
                  <a:cubicBezTo>
                    <a:pt x="0" y="30"/>
                    <a:pt x="7" y="11"/>
                    <a:pt x="5" y="0"/>
                  </a:cubicBezTo>
                  <a:cubicBezTo>
                    <a:pt x="6" y="0"/>
                    <a:pt x="9" y="0"/>
                    <a:pt x="10" y="0"/>
                  </a:cubicBezTo>
                  <a:cubicBezTo>
                    <a:pt x="24" y="25"/>
                    <a:pt x="53" y="47"/>
                    <a:pt x="92" y="40"/>
                  </a:cubicBezTo>
                  <a:cubicBezTo>
                    <a:pt x="97" y="39"/>
                    <a:pt x="93" y="28"/>
                    <a:pt x="98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9" name="Freeform 18">
              <a:extLst>
                <a:ext uri="{FF2B5EF4-FFF2-40B4-BE49-F238E27FC236}">
                  <a16:creationId xmlns:a16="http://schemas.microsoft.com/office/drawing/2014/main" id="{16B2607C-3D7D-3C34-6CFB-E9440366B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348" y="4140835"/>
              <a:ext cx="265112" cy="244475"/>
            </a:xfrm>
            <a:custGeom>
              <a:avLst/>
              <a:gdLst>
                <a:gd name="T0" fmla="*/ 98 w 102"/>
                <a:gd name="T1" fmla="*/ 27 h 94"/>
                <a:gd name="T2" fmla="*/ 98 w 102"/>
                <a:gd name="T3" fmla="*/ 72 h 94"/>
                <a:gd name="T4" fmla="*/ 93 w 102"/>
                <a:gd name="T5" fmla="*/ 58 h 94"/>
                <a:gd name="T6" fmla="*/ 10 w 102"/>
                <a:gd name="T7" fmla="*/ 53 h 94"/>
                <a:gd name="T8" fmla="*/ 28 w 102"/>
                <a:gd name="T9" fmla="*/ 89 h 94"/>
                <a:gd name="T10" fmla="*/ 0 w 102"/>
                <a:gd name="T11" fmla="*/ 89 h 94"/>
                <a:gd name="T12" fmla="*/ 3 w 102"/>
                <a:gd name="T13" fmla="*/ 3 h 94"/>
                <a:gd name="T14" fmla="*/ 30 w 102"/>
                <a:gd name="T15" fmla="*/ 5 h 94"/>
                <a:gd name="T16" fmla="*/ 10 w 102"/>
                <a:gd name="T17" fmla="*/ 37 h 94"/>
                <a:gd name="T18" fmla="*/ 89 w 102"/>
                <a:gd name="T19" fmla="*/ 40 h 94"/>
                <a:gd name="T20" fmla="*/ 98 w 102"/>
                <a:gd name="T21" fmla="*/ 2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94">
                  <a:moveTo>
                    <a:pt x="98" y="27"/>
                  </a:moveTo>
                  <a:cubicBezTo>
                    <a:pt x="102" y="33"/>
                    <a:pt x="99" y="61"/>
                    <a:pt x="98" y="72"/>
                  </a:cubicBezTo>
                  <a:cubicBezTo>
                    <a:pt x="91" y="72"/>
                    <a:pt x="93" y="65"/>
                    <a:pt x="93" y="58"/>
                  </a:cubicBezTo>
                  <a:cubicBezTo>
                    <a:pt x="67" y="53"/>
                    <a:pt x="35" y="57"/>
                    <a:pt x="10" y="53"/>
                  </a:cubicBezTo>
                  <a:cubicBezTo>
                    <a:pt x="0" y="73"/>
                    <a:pt x="21" y="78"/>
                    <a:pt x="28" y="89"/>
                  </a:cubicBezTo>
                  <a:cubicBezTo>
                    <a:pt x="21" y="94"/>
                    <a:pt x="10" y="89"/>
                    <a:pt x="0" y="89"/>
                  </a:cubicBezTo>
                  <a:cubicBezTo>
                    <a:pt x="2" y="61"/>
                    <a:pt x="2" y="32"/>
                    <a:pt x="3" y="3"/>
                  </a:cubicBezTo>
                  <a:cubicBezTo>
                    <a:pt x="12" y="4"/>
                    <a:pt x="24" y="0"/>
                    <a:pt x="30" y="5"/>
                  </a:cubicBezTo>
                  <a:cubicBezTo>
                    <a:pt x="23" y="15"/>
                    <a:pt x="3" y="14"/>
                    <a:pt x="10" y="37"/>
                  </a:cubicBezTo>
                  <a:cubicBezTo>
                    <a:pt x="35" y="40"/>
                    <a:pt x="57" y="40"/>
                    <a:pt x="89" y="40"/>
                  </a:cubicBezTo>
                  <a:cubicBezTo>
                    <a:pt x="95" y="39"/>
                    <a:pt x="91" y="28"/>
                    <a:pt x="98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06000998-551C-4727-06A2-3370E09152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2223" y="2431098"/>
              <a:ext cx="765175" cy="695325"/>
            </a:xfrm>
            <a:custGeom>
              <a:avLst/>
              <a:gdLst>
                <a:gd name="T0" fmla="*/ 47 w 295"/>
                <a:gd name="T1" fmla="*/ 102 h 268"/>
                <a:gd name="T2" fmla="*/ 56 w 295"/>
                <a:gd name="T3" fmla="*/ 77 h 268"/>
                <a:gd name="T4" fmla="*/ 56 w 295"/>
                <a:gd name="T5" fmla="*/ 77 h 268"/>
                <a:gd name="T6" fmla="*/ 92 w 295"/>
                <a:gd name="T7" fmla="*/ 116 h 268"/>
                <a:gd name="T8" fmla="*/ 107 w 295"/>
                <a:gd name="T9" fmla="*/ 124 h 268"/>
                <a:gd name="T10" fmla="*/ 83 w 295"/>
                <a:gd name="T11" fmla="*/ 69 h 268"/>
                <a:gd name="T12" fmla="*/ 119 w 295"/>
                <a:gd name="T13" fmla="*/ 55 h 268"/>
                <a:gd name="T14" fmla="*/ 119 w 295"/>
                <a:gd name="T15" fmla="*/ 55 h 268"/>
                <a:gd name="T16" fmla="*/ 114 w 295"/>
                <a:gd name="T17" fmla="*/ 16 h 268"/>
                <a:gd name="T18" fmla="*/ 143 w 295"/>
                <a:gd name="T19" fmla="*/ 133 h 268"/>
                <a:gd name="T20" fmla="*/ 130 w 295"/>
                <a:gd name="T21" fmla="*/ 84 h 268"/>
                <a:gd name="T22" fmla="*/ 107 w 295"/>
                <a:gd name="T23" fmla="*/ 88 h 268"/>
                <a:gd name="T24" fmla="*/ 60 w 295"/>
                <a:gd name="T25" fmla="*/ 111 h 268"/>
                <a:gd name="T26" fmla="*/ 77 w 295"/>
                <a:gd name="T27" fmla="*/ 97 h 268"/>
                <a:gd name="T28" fmla="*/ 88 w 295"/>
                <a:gd name="T29" fmla="*/ 106 h 268"/>
                <a:gd name="T30" fmla="*/ 143 w 295"/>
                <a:gd name="T31" fmla="*/ 133 h 268"/>
                <a:gd name="T32" fmla="*/ 146 w 295"/>
                <a:gd name="T33" fmla="*/ 25 h 268"/>
                <a:gd name="T34" fmla="*/ 147 w 295"/>
                <a:gd name="T35" fmla="*/ 34 h 268"/>
                <a:gd name="T36" fmla="*/ 151 w 295"/>
                <a:gd name="T37" fmla="*/ 183 h 268"/>
                <a:gd name="T38" fmla="*/ 109 w 295"/>
                <a:gd name="T39" fmla="*/ 147 h 268"/>
                <a:gd name="T40" fmla="*/ 97 w 295"/>
                <a:gd name="T41" fmla="*/ 133 h 268"/>
                <a:gd name="T42" fmla="*/ 97 w 295"/>
                <a:gd name="T43" fmla="*/ 158 h 268"/>
                <a:gd name="T44" fmla="*/ 148 w 295"/>
                <a:gd name="T45" fmla="*/ 201 h 268"/>
                <a:gd name="T46" fmla="*/ 134 w 295"/>
                <a:gd name="T47" fmla="*/ 214 h 268"/>
                <a:gd name="T48" fmla="*/ 109 w 295"/>
                <a:gd name="T49" fmla="*/ 240 h 268"/>
                <a:gd name="T50" fmla="*/ 140 w 295"/>
                <a:gd name="T51" fmla="*/ 224 h 268"/>
                <a:gd name="T52" fmla="*/ 158 w 295"/>
                <a:gd name="T53" fmla="*/ 215 h 268"/>
                <a:gd name="T54" fmla="*/ 146 w 295"/>
                <a:gd name="T55" fmla="*/ 153 h 268"/>
                <a:gd name="T56" fmla="*/ 159 w 295"/>
                <a:gd name="T57" fmla="*/ 159 h 268"/>
                <a:gd name="T58" fmla="*/ 164 w 295"/>
                <a:gd name="T59" fmla="*/ 136 h 268"/>
                <a:gd name="T60" fmla="*/ 200 w 295"/>
                <a:gd name="T61" fmla="*/ 129 h 268"/>
                <a:gd name="T62" fmla="*/ 193 w 295"/>
                <a:gd name="T63" fmla="*/ 120 h 268"/>
                <a:gd name="T64" fmla="*/ 200 w 295"/>
                <a:gd name="T65" fmla="*/ 129 h 268"/>
                <a:gd name="T66" fmla="*/ 242 w 295"/>
                <a:gd name="T67" fmla="*/ 133 h 268"/>
                <a:gd name="T68" fmla="*/ 263 w 295"/>
                <a:gd name="T69" fmla="*/ 206 h 268"/>
                <a:gd name="T70" fmla="*/ 244 w 295"/>
                <a:gd name="T71" fmla="*/ 168 h 268"/>
                <a:gd name="T72" fmla="*/ 241 w 295"/>
                <a:gd name="T73" fmla="*/ 177 h 268"/>
                <a:gd name="T74" fmla="*/ 270 w 295"/>
                <a:gd name="T75" fmla="*/ 155 h 268"/>
                <a:gd name="T76" fmla="*/ 255 w 295"/>
                <a:gd name="T77" fmla="*/ 155 h 268"/>
                <a:gd name="T78" fmla="*/ 270 w 295"/>
                <a:gd name="T79" fmla="*/ 183 h 268"/>
                <a:gd name="T80" fmla="*/ 270 w 295"/>
                <a:gd name="T81" fmla="*/ 183 h 268"/>
                <a:gd name="T82" fmla="*/ 283 w 295"/>
                <a:gd name="T83" fmla="*/ 252 h 268"/>
                <a:gd name="T84" fmla="*/ 231 w 295"/>
                <a:gd name="T85" fmla="*/ 217 h 268"/>
                <a:gd name="T86" fmla="*/ 160 w 295"/>
                <a:gd name="T87" fmla="*/ 264 h 268"/>
                <a:gd name="T88" fmla="*/ 107 w 295"/>
                <a:gd name="T89" fmla="*/ 224 h 268"/>
                <a:gd name="T90" fmla="*/ 30 w 295"/>
                <a:gd name="T91" fmla="*/ 258 h 268"/>
                <a:gd name="T92" fmla="*/ 19 w 295"/>
                <a:gd name="T93" fmla="*/ 224 h 268"/>
                <a:gd name="T94" fmla="*/ 64 w 295"/>
                <a:gd name="T95" fmla="*/ 48 h 268"/>
                <a:gd name="T96" fmla="*/ 85 w 295"/>
                <a:gd name="T97" fmla="*/ 5 h 268"/>
                <a:gd name="T98" fmla="*/ 160 w 295"/>
                <a:gd name="T99" fmla="*/ 76 h 268"/>
                <a:gd name="T100" fmla="*/ 208 w 295"/>
                <a:gd name="T101" fmla="*/ 107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95" h="268">
                  <a:moveTo>
                    <a:pt x="42" y="115"/>
                  </a:moveTo>
                  <a:cubicBezTo>
                    <a:pt x="49" y="117"/>
                    <a:pt x="50" y="105"/>
                    <a:pt x="47" y="102"/>
                  </a:cubicBezTo>
                  <a:cubicBezTo>
                    <a:pt x="44" y="106"/>
                    <a:pt x="41" y="109"/>
                    <a:pt x="42" y="115"/>
                  </a:cubicBezTo>
                  <a:close/>
                  <a:moveTo>
                    <a:pt x="56" y="77"/>
                  </a:moveTo>
                  <a:cubicBezTo>
                    <a:pt x="63" y="76"/>
                    <a:pt x="68" y="73"/>
                    <a:pt x="68" y="64"/>
                  </a:cubicBezTo>
                  <a:cubicBezTo>
                    <a:pt x="61" y="60"/>
                    <a:pt x="55" y="68"/>
                    <a:pt x="56" y="77"/>
                  </a:cubicBezTo>
                  <a:close/>
                  <a:moveTo>
                    <a:pt x="107" y="124"/>
                  </a:moveTo>
                  <a:cubicBezTo>
                    <a:pt x="107" y="116"/>
                    <a:pt x="98" y="112"/>
                    <a:pt x="92" y="116"/>
                  </a:cubicBezTo>
                  <a:cubicBezTo>
                    <a:pt x="91" y="122"/>
                    <a:pt x="97" y="124"/>
                    <a:pt x="97" y="129"/>
                  </a:cubicBezTo>
                  <a:cubicBezTo>
                    <a:pt x="102" y="129"/>
                    <a:pt x="103" y="125"/>
                    <a:pt x="107" y="124"/>
                  </a:cubicBezTo>
                  <a:close/>
                  <a:moveTo>
                    <a:pt x="105" y="69"/>
                  </a:moveTo>
                  <a:cubicBezTo>
                    <a:pt x="107" y="59"/>
                    <a:pt x="83" y="59"/>
                    <a:pt x="83" y="69"/>
                  </a:cubicBezTo>
                  <a:cubicBezTo>
                    <a:pt x="90" y="72"/>
                    <a:pt x="97" y="67"/>
                    <a:pt x="105" y="69"/>
                  </a:cubicBezTo>
                  <a:close/>
                  <a:moveTo>
                    <a:pt x="119" y="55"/>
                  </a:moveTo>
                  <a:cubicBezTo>
                    <a:pt x="116" y="38"/>
                    <a:pt x="103" y="31"/>
                    <a:pt x="90" y="25"/>
                  </a:cubicBezTo>
                  <a:cubicBezTo>
                    <a:pt x="96" y="39"/>
                    <a:pt x="108" y="48"/>
                    <a:pt x="119" y="55"/>
                  </a:cubicBezTo>
                  <a:close/>
                  <a:moveTo>
                    <a:pt x="123" y="38"/>
                  </a:moveTo>
                  <a:cubicBezTo>
                    <a:pt x="118" y="33"/>
                    <a:pt x="120" y="20"/>
                    <a:pt x="114" y="16"/>
                  </a:cubicBezTo>
                  <a:cubicBezTo>
                    <a:pt x="109" y="25"/>
                    <a:pt x="115" y="36"/>
                    <a:pt x="123" y="38"/>
                  </a:cubicBezTo>
                  <a:close/>
                  <a:moveTo>
                    <a:pt x="143" y="133"/>
                  </a:moveTo>
                  <a:cubicBezTo>
                    <a:pt x="157" y="112"/>
                    <a:pt x="114" y="109"/>
                    <a:pt x="105" y="93"/>
                  </a:cubicBezTo>
                  <a:cubicBezTo>
                    <a:pt x="120" y="96"/>
                    <a:pt x="116" y="74"/>
                    <a:pt x="130" y="84"/>
                  </a:cubicBezTo>
                  <a:cubicBezTo>
                    <a:pt x="129" y="78"/>
                    <a:pt x="125" y="74"/>
                    <a:pt x="121" y="72"/>
                  </a:cubicBezTo>
                  <a:cubicBezTo>
                    <a:pt x="116" y="78"/>
                    <a:pt x="115" y="86"/>
                    <a:pt x="107" y="88"/>
                  </a:cubicBezTo>
                  <a:cubicBezTo>
                    <a:pt x="92" y="79"/>
                    <a:pt x="65" y="77"/>
                    <a:pt x="55" y="91"/>
                  </a:cubicBezTo>
                  <a:cubicBezTo>
                    <a:pt x="56" y="98"/>
                    <a:pt x="53" y="111"/>
                    <a:pt x="60" y="111"/>
                  </a:cubicBezTo>
                  <a:cubicBezTo>
                    <a:pt x="66" y="106"/>
                    <a:pt x="64" y="93"/>
                    <a:pt x="72" y="91"/>
                  </a:cubicBezTo>
                  <a:cubicBezTo>
                    <a:pt x="75" y="92"/>
                    <a:pt x="77" y="95"/>
                    <a:pt x="77" y="97"/>
                  </a:cubicBezTo>
                  <a:cubicBezTo>
                    <a:pt x="74" y="103"/>
                    <a:pt x="75" y="112"/>
                    <a:pt x="77" y="120"/>
                  </a:cubicBezTo>
                  <a:cubicBezTo>
                    <a:pt x="86" y="120"/>
                    <a:pt x="82" y="109"/>
                    <a:pt x="88" y="106"/>
                  </a:cubicBezTo>
                  <a:cubicBezTo>
                    <a:pt x="107" y="98"/>
                    <a:pt x="108" y="120"/>
                    <a:pt x="125" y="112"/>
                  </a:cubicBezTo>
                  <a:cubicBezTo>
                    <a:pt x="132" y="119"/>
                    <a:pt x="137" y="126"/>
                    <a:pt x="143" y="133"/>
                  </a:cubicBezTo>
                  <a:close/>
                  <a:moveTo>
                    <a:pt x="147" y="34"/>
                  </a:moveTo>
                  <a:cubicBezTo>
                    <a:pt x="148" y="30"/>
                    <a:pt x="147" y="28"/>
                    <a:pt x="146" y="25"/>
                  </a:cubicBezTo>
                  <a:cubicBezTo>
                    <a:pt x="143" y="25"/>
                    <a:pt x="142" y="25"/>
                    <a:pt x="140" y="25"/>
                  </a:cubicBezTo>
                  <a:cubicBezTo>
                    <a:pt x="141" y="29"/>
                    <a:pt x="142" y="34"/>
                    <a:pt x="147" y="34"/>
                  </a:cubicBezTo>
                  <a:close/>
                  <a:moveTo>
                    <a:pt x="148" y="201"/>
                  </a:moveTo>
                  <a:cubicBezTo>
                    <a:pt x="152" y="195"/>
                    <a:pt x="151" y="191"/>
                    <a:pt x="151" y="183"/>
                  </a:cubicBezTo>
                  <a:cubicBezTo>
                    <a:pt x="132" y="176"/>
                    <a:pt x="103" y="179"/>
                    <a:pt x="102" y="154"/>
                  </a:cubicBezTo>
                  <a:cubicBezTo>
                    <a:pt x="101" y="149"/>
                    <a:pt x="110" y="154"/>
                    <a:pt x="109" y="147"/>
                  </a:cubicBezTo>
                  <a:cubicBezTo>
                    <a:pt x="104" y="143"/>
                    <a:pt x="99" y="154"/>
                    <a:pt x="93" y="149"/>
                  </a:cubicBezTo>
                  <a:cubicBezTo>
                    <a:pt x="93" y="143"/>
                    <a:pt x="102" y="138"/>
                    <a:pt x="97" y="133"/>
                  </a:cubicBezTo>
                  <a:cubicBezTo>
                    <a:pt x="96" y="139"/>
                    <a:pt x="85" y="135"/>
                    <a:pt x="77" y="136"/>
                  </a:cubicBezTo>
                  <a:cubicBezTo>
                    <a:pt x="77" y="150"/>
                    <a:pt x="82" y="159"/>
                    <a:pt x="97" y="158"/>
                  </a:cubicBezTo>
                  <a:cubicBezTo>
                    <a:pt x="101" y="167"/>
                    <a:pt x="105" y="176"/>
                    <a:pt x="114" y="181"/>
                  </a:cubicBezTo>
                  <a:cubicBezTo>
                    <a:pt x="129" y="177"/>
                    <a:pt x="136" y="196"/>
                    <a:pt x="148" y="201"/>
                  </a:cubicBezTo>
                  <a:close/>
                  <a:moveTo>
                    <a:pt x="158" y="215"/>
                  </a:moveTo>
                  <a:cubicBezTo>
                    <a:pt x="148" y="221"/>
                    <a:pt x="143" y="207"/>
                    <a:pt x="134" y="214"/>
                  </a:cubicBezTo>
                  <a:cubicBezTo>
                    <a:pt x="129" y="211"/>
                    <a:pt x="136" y="198"/>
                    <a:pt x="127" y="198"/>
                  </a:cubicBezTo>
                  <a:cubicBezTo>
                    <a:pt x="130" y="219"/>
                    <a:pt x="121" y="231"/>
                    <a:pt x="109" y="240"/>
                  </a:cubicBezTo>
                  <a:cubicBezTo>
                    <a:pt x="119" y="244"/>
                    <a:pt x="125" y="244"/>
                    <a:pt x="135" y="240"/>
                  </a:cubicBezTo>
                  <a:cubicBezTo>
                    <a:pt x="138" y="236"/>
                    <a:pt x="135" y="225"/>
                    <a:pt x="140" y="224"/>
                  </a:cubicBezTo>
                  <a:cubicBezTo>
                    <a:pt x="151" y="224"/>
                    <a:pt x="140" y="245"/>
                    <a:pt x="151" y="244"/>
                  </a:cubicBezTo>
                  <a:cubicBezTo>
                    <a:pt x="149" y="227"/>
                    <a:pt x="149" y="224"/>
                    <a:pt x="158" y="215"/>
                  </a:cubicBezTo>
                  <a:close/>
                  <a:moveTo>
                    <a:pt x="159" y="159"/>
                  </a:moveTo>
                  <a:cubicBezTo>
                    <a:pt x="162" y="150"/>
                    <a:pt x="151" y="148"/>
                    <a:pt x="146" y="153"/>
                  </a:cubicBezTo>
                  <a:cubicBezTo>
                    <a:pt x="146" y="154"/>
                    <a:pt x="146" y="155"/>
                    <a:pt x="146" y="158"/>
                  </a:cubicBezTo>
                  <a:cubicBezTo>
                    <a:pt x="149" y="159"/>
                    <a:pt x="153" y="160"/>
                    <a:pt x="159" y="159"/>
                  </a:cubicBezTo>
                  <a:close/>
                  <a:moveTo>
                    <a:pt x="167" y="147"/>
                  </a:moveTo>
                  <a:cubicBezTo>
                    <a:pt x="170" y="145"/>
                    <a:pt x="170" y="136"/>
                    <a:pt x="164" y="136"/>
                  </a:cubicBezTo>
                  <a:cubicBezTo>
                    <a:pt x="163" y="138"/>
                    <a:pt x="159" y="149"/>
                    <a:pt x="167" y="147"/>
                  </a:cubicBezTo>
                  <a:close/>
                  <a:moveTo>
                    <a:pt x="200" y="129"/>
                  </a:moveTo>
                  <a:cubicBezTo>
                    <a:pt x="200" y="126"/>
                    <a:pt x="200" y="124"/>
                    <a:pt x="200" y="120"/>
                  </a:cubicBezTo>
                  <a:cubicBezTo>
                    <a:pt x="197" y="120"/>
                    <a:pt x="196" y="120"/>
                    <a:pt x="193" y="120"/>
                  </a:cubicBezTo>
                  <a:cubicBezTo>
                    <a:pt x="191" y="125"/>
                    <a:pt x="190" y="125"/>
                    <a:pt x="192" y="131"/>
                  </a:cubicBezTo>
                  <a:cubicBezTo>
                    <a:pt x="196" y="131"/>
                    <a:pt x="196" y="129"/>
                    <a:pt x="200" y="129"/>
                  </a:cubicBezTo>
                  <a:close/>
                  <a:moveTo>
                    <a:pt x="214" y="122"/>
                  </a:moveTo>
                  <a:cubicBezTo>
                    <a:pt x="217" y="134"/>
                    <a:pt x="233" y="140"/>
                    <a:pt x="242" y="133"/>
                  </a:cubicBezTo>
                  <a:cubicBezTo>
                    <a:pt x="237" y="120"/>
                    <a:pt x="228" y="122"/>
                    <a:pt x="214" y="122"/>
                  </a:cubicBezTo>
                  <a:close/>
                  <a:moveTo>
                    <a:pt x="263" y="206"/>
                  </a:moveTo>
                  <a:cubicBezTo>
                    <a:pt x="268" y="215"/>
                    <a:pt x="253" y="222"/>
                    <a:pt x="259" y="231"/>
                  </a:cubicBezTo>
                  <a:cubicBezTo>
                    <a:pt x="295" y="210"/>
                    <a:pt x="242" y="195"/>
                    <a:pt x="244" y="168"/>
                  </a:cubicBezTo>
                  <a:cubicBezTo>
                    <a:pt x="235" y="177"/>
                    <a:pt x="228" y="160"/>
                    <a:pt x="220" y="171"/>
                  </a:cubicBezTo>
                  <a:cubicBezTo>
                    <a:pt x="226" y="176"/>
                    <a:pt x="230" y="181"/>
                    <a:pt x="241" y="177"/>
                  </a:cubicBezTo>
                  <a:cubicBezTo>
                    <a:pt x="244" y="191"/>
                    <a:pt x="250" y="203"/>
                    <a:pt x="263" y="206"/>
                  </a:cubicBezTo>
                  <a:close/>
                  <a:moveTo>
                    <a:pt x="270" y="155"/>
                  </a:moveTo>
                  <a:cubicBezTo>
                    <a:pt x="270" y="147"/>
                    <a:pt x="262" y="145"/>
                    <a:pt x="256" y="141"/>
                  </a:cubicBezTo>
                  <a:cubicBezTo>
                    <a:pt x="257" y="148"/>
                    <a:pt x="256" y="152"/>
                    <a:pt x="255" y="155"/>
                  </a:cubicBezTo>
                  <a:cubicBezTo>
                    <a:pt x="259" y="155"/>
                    <a:pt x="264" y="155"/>
                    <a:pt x="270" y="155"/>
                  </a:cubicBezTo>
                  <a:close/>
                  <a:moveTo>
                    <a:pt x="270" y="183"/>
                  </a:moveTo>
                  <a:cubicBezTo>
                    <a:pt x="273" y="177"/>
                    <a:pt x="272" y="169"/>
                    <a:pt x="264" y="168"/>
                  </a:cubicBezTo>
                  <a:cubicBezTo>
                    <a:pt x="266" y="174"/>
                    <a:pt x="263" y="184"/>
                    <a:pt x="270" y="183"/>
                  </a:cubicBezTo>
                  <a:close/>
                  <a:moveTo>
                    <a:pt x="273" y="136"/>
                  </a:moveTo>
                  <a:cubicBezTo>
                    <a:pt x="291" y="164"/>
                    <a:pt x="274" y="217"/>
                    <a:pt x="283" y="252"/>
                  </a:cubicBezTo>
                  <a:cubicBezTo>
                    <a:pt x="269" y="260"/>
                    <a:pt x="246" y="268"/>
                    <a:pt x="225" y="264"/>
                  </a:cubicBezTo>
                  <a:cubicBezTo>
                    <a:pt x="211" y="248"/>
                    <a:pt x="228" y="230"/>
                    <a:pt x="231" y="217"/>
                  </a:cubicBezTo>
                  <a:cubicBezTo>
                    <a:pt x="221" y="207"/>
                    <a:pt x="207" y="222"/>
                    <a:pt x="193" y="222"/>
                  </a:cubicBezTo>
                  <a:cubicBezTo>
                    <a:pt x="190" y="244"/>
                    <a:pt x="176" y="254"/>
                    <a:pt x="160" y="264"/>
                  </a:cubicBezTo>
                  <a:cubicBezTo>
                    <a:pt x="138" y="265"/>
                    <a:pt x="88" y="268"/>
                    <a:pt x="88" y="244"/>
                  </a:cubicBezTo>
                  <a:cubicBezTo>
                    <a:pt x="88" y="230"/>
                    <a:pt x="102" y="236"/>
                    <a:pt x="107" y="224"/>
                  </a:cubicBezTo>
                  <a:cubicBezTo>
                    <a:pt x="101" y="212"/>
                    <a:pt x="83" y="211"/>
                    <a:pt x="76" y="214"/>
                  </a:cubicBezTo>
                  <a:cubicBezTo>
                    <a:pt x="55" y="220"/>
                    <a:pt x="60" y="260"/>
                    <a:pt x="30" y="258"/>
                  </a:cubicBezTo>
                  <a:cubicBezTo>
                    <a:pt x="19" y="258"/>
                    <a:pt x="0" y="249"/>
                    <a:pt x="1" y="230"/>
                  </a:cubicBezTo>
                  <a:cubicBezTo>
                    <a:pt x="5" y="225"/>
                    <a:pt x="14" y="227"/>
                    <a:pt x="19" y="224"/>
                  </a:cubicBezTo>
                  <a:cubicBezTo>
                    <a:pt x="35" y="207"/>
                    <a:pt x="35" y="169"/>
                    <a:pt x="15" y="158"/>
                  </a:cubicBezTo>
                  <a:cubicBezTo>
                    <a:pt x="5" y="95"/>
                    <a:pt x="44" y="81"/>
                    <a:pt x="64" y="48"/>
                  </a:cubicBezTo>
                  <a:cubicBezTo>
                    <a:pt x="65" y="39"/>
                    <a:pt x="60" y="35"/>
                    <a:pt x="60" y="25"/>
                  </a:cubicBezTo>
                  <a:cubicBezTo>
                    <a:pt x="66" y="16"/>
                    <a:pt x="85" y="16"/>
                    <a:pt x="85" y="5"/>
                  </a:cubicBezTo>
                  <a:cubicBezTo>
                    <a:pt x="101" y="3"/>
                    <a:pt x="115" y="3"/>
                    <a:pt x="131" y="0"/>
                  </a:cubicBezTo>
                  <a:cubicBezTo>
                    <a:pt x="152" y="11"/>
                    <a:pt x="165" y="47"/>
                    <a:pt x="160" y="76"/>
                  </a:cubicBezTo>
                  <a:cubicBezTo>
                    <a:pt x="159" y="88"/>
                    <a:pt x="147" y="96"/>
                    <a:pt x="148" y="110"/>
                  </a:cubicBezTo>
                  <a:cubicBezTo>
                    <a:pt x="168" y="125"/>
                    <a:pt x="190" y="109"/>
                    <a:pt x="208" y="107"/>
                  </a:cubicBezTo>
                  <a:cubicBezTo>
                    <a:pt x="231" y="106"/>
                    <a:pt x="261" y="117"/>
                    <a:pt x="273" y="1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D53D0014-50C5-CEE6-4B90-CD31E52DE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6248" y="4424998"/>
              <a:ext cx="282575" cy="149225"/>
            </a:xfrm>
            <a:custGeom>
              <a:avLst/>
              <a:gdLst>
                <a:gd name="T0" fmla="*/ 104 w 109"/>
                <a:gd name="T1" fmla="*/ 12 h 58"/>
                <a:gd name="T2" fmla="*/ 98 w 109"/>
                <a:gd name="T3" fmla="*/ 57 h 58"/>
                <a:gd name="T4" fmla="*/ 95 w 109"/>
                <a:gd name="T5" fmla="*/ 43 h 58"/>
                <a:gd name="T6" fmla="*/ 17 w 109"/>
                <a:gd name="T7" fmla="*/ 31 h 58"/>
                <a:gd name="T8" fmla="*/ 9 w 109"/>
                <a:gd name="T9" fmla="*/ 44 h 58"/>
                <a:gd name="T10" fmla="*/ 10 w 109"/>
                <a:gd name="T11" fmla="*/ 0 h 58"/>
                <a:gd name="T12" fmla="*/ 15 w 109"/>
                <a:gd name="T13" fmla="*/ 0 h 58"/>
                <a:gd name="T14" fmla="*/ 17 w 109"/>
                <a:gd name="T15" fmla="*/ 14 h 58"/>
                <a:gd name="T16" fmla="*/ 92 w 109"/>
                <a:gd name="T17" fmla="*/ 26 h 58"/>
                <a:gd name="T18" fmla="*/ 104 w 109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58">
                  <a:moveTo>
                    <a:pt x="104" y="12"/>
                  </a:moveTo>
                  <a:cubicBezTo>
                    <a:pt x="109" y="20"/>
                    <a:pt x="103" y="48"/>
                    <a:pt x="98" y="57"/>
                  </a:cubicBezTo>
                  <a:cubicBezTo>
                    <a:pt x="92" y="58"/>
                    <a:pt x="100" y="45"/>
                    <a:pt x="95" y="43"/>
                  </a:cubicBezTo>
                  <a:cubicBezTo>
                    <a:pt x="70" y="38"/>
                    <a:pt x="44" y="34"/>
                    <a:pt x="17" y="31"/>
                  </a:cubicBezTo>
                  <a:cubicBezTo>
                    <a:pt x="11" y="33"/>
                    <a:pt x="12" y="42"/>
                    <a:pt x="9" y="44"/>
                  </a:cubicBezTo>
                  <a:cubicBezTo>
                    <a:pt x="0" y="34"/>
                    <a:pt x="11" y="14"/>
                    <a:pt x="10" y="0"/>
                  </a:cubicBezTo>
                  <a:cubicBezTo>
                    <a:pt x="12" y="0"/>
                    <a:pt x="14" y="0"/>
                    <a:pt x="15" y="0"/>
                  </a:cubicBezTo>
                  <a:cubicBezTo>
                    <a:pt x="16" y="5"/>
                    <a:pt x="15" y="11"/>
                    <a:pt x="17" y="14"/>
                  </a:cubicBezTo>
                  <a:cubicBezTo>
                    <a:pt x="39" y="20"/>
                    <a:pt x="69" y="20"/>
                    <a:pt x="92" y="26"/>
                  </a:cubicBezTo>
                  <a:cubicBezTo>
                    <a:pt x="100" y="26"/>
                    <a:pt x="99" y="16"/>
                    <a:pt x="10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4517ED5D-3850-CB6C-51ED-96BDA14FB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985" y="4577398"/>
              <a:ext cx="312737" cy="236538"/>
            </a:xfrm>
            <a:custGeom>
              <a:avLst/>
              <a:gdLst>
                <a:gd name="T0" fmla="*/ 71 w 120"/>
                <a:gd name="T1" fmla="*/ 80 h 91"/>
                <a:gd name="T2" fmla="*/ 109 w 120"/>
                <a:gd name="T3" fmla="*/ 48 h 91"/>
                <a:gd name="T4" fmla="*/ 98 w 120"/>
                <a:gd name="T5" fmla="*/ 33 h 91"/>
                <a:gd name="T6" fmla="*/ 52 w 120"/>
                <a:gd name="T7" fmla="*/ 70 h 91"/>
                <a:gd name="T8" fmla="*/ 26 w 120"/>
                <a:gd name="T9" fmla="*/ 15 h 91"/>
                <a:gd name="T10" fmla="*/ 24 w 120"/>
                <a:gd name="T11" fmla="*/ 5 h 91"/>
                <a:gd name="T12" fmla="*/ 55 w 120"/>
                <a:gd name="T13" fmla="*/ 14 h 91"/>
                <a:gd name="T14" fmla="*/ 31 w 120"/>
                <a:gd name="T15" fmla="*/ 23 h 91"/>
                <a:gd name="T16" fmla="*/ 38 w 120"/>
                <a:gd name="T17" fmla="*/ 57 h 91"/>
                <a:gd name="T18" fmla="*/ 102 w 120"/>
                <a:gd name="T19" fmla="*/ 21 h 91"/>
                <a:gd name="T20" fmla="*/ 102 w 120"/>
                <a:gd name="T21" fmla="*/ 80 h 91"/>
                <a:gd name="T22" fmla="*/ 103 w 120"/>
                <a:gd name="T23" fmla="*/ 91 h 91"/>
                <a:gd name="T24" fmla="*/ 71 w 120"/>
                <a:gd name="T25" fmla="*/ 8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1">
                  <a:moveTo>
                    <a:pt x="71" y="80"/>
                  </a:moveTo>
                  <a:cubicBezTo>
                    <a:pt x="88" y="71"/>
                    <a:pt x="113" y="76"/>
                    <a:pt x="109" y="48"/>
                  </a:cubicBezTo>
                  <a:cubicBezTo>
                    <a:pt x="108" y="43"/>
                    <a:pt x="104" y="36"/>
                    <a:pt x="98" y="33"/>
                  </a:cubicBezTo>
                  <a:cubicBezTo>
                    <a:pt x="72" y="26"/>
                    <a:pt x="77" y="60"/>
                    <a:pt x="52" y="70"/>
                  </a:cubicBezTo>
                  <a:cubicBezTo>
                    <a:pt x="19" y="83"/>
                    <a:pt x="0" y="37"/>
                    <a:pt x="26" y="15"/>
                  </a:cubicBezTo>
                  <a:cubicBezTo>
                    <a:pt x="26" y="12"/>
                    <a:pt x="22" y="10"/>
                    <a:pt x="24" y="5"/>
                  </a:cubicBezTo>
                  <a:cubicBezTo>
                    <a:pt x="33" y="8"/>
                    <a:pt x="52" y="10"/>
                    <a:pt x="55" y="14"/>
                  </a:cubicBezTo>
                  <a:cubicBezTo>
                    <a:pt x="51" y="24"/>
                    <a:pt x="40" y="18"/>
                    <a:pt x="31" y="23"/>
                  </a:cubicBezTo>
                  <a:cubicBezTo>
                    <a:pt x="19" y="31"/>
                    <a:pt x="14" y="59"/>
                    <a:pt x="38" y="57"/>
                  </a:cubicBezTo>
                  <a:cubicBezTo>
                    <a:pt x="58" y="56"/>
                    <a:pt x="69" y="0"/>
                    <a:pt x="102" y="21"/>
                  </a:cubicBezTo>
                  <a:cubicBezTo>
                    <a:pt x="117" y="29"/>
                    <a:pt x="120" y="65"/>
                    <a:pt x="102" y="80"/>
                  </a:cubicBezTo>
                  <a:cubicBezTo>
                    <a:pt x="98" y="84"/>
                    <a:pt x="109" y="85"/>
                    <a:pt x="103" y="91"/>
                  </a:cubicBezTo>
                  <a:cubicBezTo>
                    <a:pt x="92" y="88"/>
                    <a:pt x="76" y="89"/>
                    <a:pt x="71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5" name="Freeform 22">
              <a:extLst>
                <a:ext uri="{FF2B5EF4-FFF2-40B4-BE49-F238E27FC236}">
                  <a16:creationId xmlns:a16="http://schemas.microsoft.com/office/drawing/2014/main" id="{88E89906-9E27-01A8-5BE6-356E10CBB7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0198" y="4723448"/>
              <a:ext cx="334962" cy="347663"/>
            </a:xfrm>
            <a:custGeom>
              <a:avLst/>
              <a:gdLst>
                <a:gd name="T0" fmla="*/ 56 w 129"/>
                <a:gd name="T1" fmla="*/ 85 h 134"/>
                <a:gd name="T2" fmla="*/ 32 w 129"/>
                <a:gd name="T3" fmla="*/ 44 h 134"/>
                <a:gd name="T4" fmla="*/ 19 w 129"/>
                <a:gd name="T5" fmla="*/ 66 h 134"/>
                <a:gd name="T6" fmla="*/ 56 w 129"/>
                <a:gd name="T7" fmla="*/ 85 h 134"/>
                <a:gd name="T8" fmla="*/ 128 w 129"/>
                <a:gd name="T9" fmla="*/ 48 h 134"/>
                <a:gd name="T10" fmla="*/ 115 w 129"/>
                <a:gd name="T11" fmla="*/ 75 h 134"/>
                <a:gd name="T12" fmla="*/ 61 w 129"/>
                <a:gd name="T13" fmla="*/ 85 h 134"/>
                <a:gd name="T14" fmla="*/ 90 w 129"/>
                <a:gd name="T15" fmla="*/ 105 h 134"/>
                <a:gd name="T16" fmla="*/ 102 w 129"/>
                <a:gd name="T17" fmla="*/ 96 h 134"/>
                <a:gd name="T18" fmla="*/ 83 w 129"/>
                <a:gd name="T19" fmla="*/ 134 h 134"/>
                <a:gd name="T20" fmla="*/ 83 w 129"/>
                <a:gd name="T21" fmla="*/ 121 h 134"/>
                <a:gd name="T22" fmla="*/ 16 w 129"/>
                <a:gd name="T23" fmla="*/ 82 h 134"/>
                <a:gd name="T24" fmla="*/ 0 w 129"/>
                <a:gd name="T25" fmla="*/ 89 h 134"/>
                <a:gd name="T26" fmla="*/ 70 w 129"/>
                <a:gd name="T27" fmla="*/ 46 h 134"/>
                <a:gd name="T28" fmla="*/ 68 w 129"/>
                <a:gd name="T29" fmla="*/ 63 h 134"/>
                <a:gd name="T30" fmla="*/ 128 w 129"/>
                <a:gd name="T31" fmla="*/ 48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9" h="134">
                  <a:moveTo>
                    <a:pt x="56" y="85"/>
                  </a:moveTo>
                  <a:cubicBezTo>
                    <a:pt x="67" y="67"/>
                    <a:pt x="59" y="39"/>
                    <a:pt x="32" y="44"/>
                  </a:cubicBezTo>
                  <a:cubicBezTo>
                    <a:pt x="27" y="51"/>
                    <a:pt x="21" y="56"/>
                    <a:pt x="19" y="66"/>
                  </a:cubicBezTo>
                  <a:cubicBezTo>
                    <a:pt x="32" y="72"/>
                    <a:pt x="43" y="80"/>
                    <a:pt x="56" y="85"/>
                  </a:cubicBezTo>
                  <a:close/>
                  <a:moveTo>
                    <a:pt x="128" y="48"/>
                  </a:moveTo>
                  <a:cubicBezTo>
                    <a:pt x="129" y="56"/>
                    <a:pt x="121" y="68"/>
                    <a:pt x="115" y="75"/>
                  </a:cubicBezTo>
                  <a:cubicBezTo>
                    <a:pt x="94" y="77"/>
                    <a:pt x="68" y="73"/>
                    <a:pt x="61" y="85"/>
                  </a:cubicBezTo>
                  <a:cubicBezTo>
                    <a:pt x="66" y="97"/>
                    <a:pt x="81" y="97"/>
                    <a:pt x="90" y="105"/>
                  </a:cubicBezTo>
                  <a:cubicBezTo>
                    <a:pt x="98" y="105"/>
                    <a:pt x="96" y="96"/>
                    <a:pt x="102" y="96"/>
                  </a:cubicBezTo>
                  <a:cubicBezTo>
                    <a:pt x="102" y="108"/>
                    <a:pt x="89" y="129"/>
                    <a:pt x="83" y="134"/>
                  </a:cubicBezTo>
                  <a:cubicBezTo>
                    <a:pt x="76" y="134"/>
                    <a:pt x="87" y="128"/>
                    <a:pt x="83" y="121"/>
                  </a:cubicBezTo>
                  <a:cubicBezTo>
                    <a:pt x="63" y="105"/>
                    <a:pt x="39" y="95"/>
                    <a:pt x="16" y="82"/>
                  </a:cubicBezTo>
                  <a:cubicBezTo>
                    <a:pt x="7" y="80"/>
                    <a:pt x="10" y="91"/>
                    <a:pt x="0" y="89"/>
                  </a:cubicBezTo>
                  <a:cubicBezTo>
                    <a:pt x="8" y="61"/>
                    <a:pt x="43" y="0"/>
                    <a:pt x="70" y="46"/>
                  </a:cubicBezTo>
                  <a:cubicBezTo>
                    <a:pt x="70" y="52"/>
                    <a:pt x="71" y="61"/>
                    <a:pt x="68" y="63"/>
                  </a:cubicBezTo>
                  <a:cubicBezTo>
                    <a:pt x="90" y="61"/>
                    <a:pt x="116" y="61"/>
                    <a:pt x="128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6" name="Freeform 23">
              <a:extLst>
                <a:ext uri="{FF2B5EF4-FFF2-40B4-BE49-F238E27FC236}">
                  <a16:creationId xmlns:a16="http://schemas.microsoft.com/office/drawing/2014/main" id="{9BFFB7F1-B13F-5D47-732E-817C752D49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7323" y="4993323"/>
              <a:ext cx="327025" cy="312738"/>
            </a:xfrm>
            <a:custGeom>
              <a:avLst/>
              <a:gdLst>
                <a:gd name="T0" fmla="*/ 103 w 126"/>
                <a:gd name="T1" fmla="*/ 40 h 121"/>
                <a:gd name="T2" fmla="*/ 126 w 126"/>
                <a:gd name="T3" fmla="*/ 58 h 121"/>
                <a:gd name="T4" fmla="*/ 71 w 126"/>
                <a:gd name="T5" fmla="*/ 121 h 121"/>
                <a:gd name="T6" fmla="*/ 74 w 126"/>
                <a:gd name="T7" fmla="*/ 107 h 121"/>
                <a:gd name="T8" fmla="*/ 16 w 126"/>
                <a:gd name="T9" fmla="*/ 55 h 121"/>
                <a:gd name="T10" fmla="*/ 0 w 126"/>
                <a:gd name="T11" fmla="*/ 60 h 121"/>
                <a:gd name="T12" fmla="*/ 46 w 126"/>
                <a:gd name="T13" fmla="*/ 0 h 121"/>
                <a:gd name="T14" fmla="*/ 63 w 126"/>
                <a:gd name="T15" fmla="*/ 15 h 121"/>
                <a:gd name="T16" fmla="*/ 43 w 126"/>
                <a:gd name="T17" fmla="*/ 17 h 121"/>
                <a:gd name="T18" fmla="*/ 22 w 126"/>
                <a:gd name="T19" fmla="*/ 39 h 121"/>
                <a:gd name="T20" fmla="*/ 50 w 126"/>
                <a:gd name="T21" fmla="*/ 64 h 121"/>
                <a:gd name="T22" fmla="*/ 57 w 126"/>
                <a:gd name="T23" fmla="*/ 31 h 121"/>
                <a:gd name="T24" fmla="*/ 90 w 126"/>
                <a:gd name="T25" fmla="*/ 55 h 121"/>
                <a:gd name="T26" fmla="*/ 57 w 126"/>
                <a:gd name="T27" fmla="*/ 67 h 121"/>
                <a:gd name="T28" fmla="*/ 87 w 126"/>
                <a:gd name="T29" fmla="*/ 92 h 121"/>
                <a:gd name="T30" fmla="*/ 103 w 126"/>
                <a:gd name="T31" fmla="*/ 4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6" h="121">
                  <a:moveTo>
                    <a:pt x="103" y="40"/>
                  </a:moveTo>
                  <a:cubicBezTo>
                    <a:pt x="111" y="39"/>
                    <a:pt x="116" y="55"/>
                    <a:pt x="126" y="58"/>
                  </a:cubicBezTo>
                  <a:cubicBezTo>
                    <a:pt x="107" y="78"/>
                    <a:pt x="92" y="110"/>
                    <a:pt x="71" y="121"/>
                  </a:cubicBezTo>
                  <a:cubicBezTo>
                    <a:pt x="71" y="115"/>
                    <a:pt x="78" y="111"/>
                    <a:pt x="74" y="107"/>
                  </a:cubicBezTo>
                  <a:cubicBezTo>
                    <a:pt x="57" y="87"/>
                    <a:pt x="35" y="72"/>
                    <a:pt x="16" y="55"/>
                  </a:cubicBezTo>
                  <a:cubicBezTo>
                    <a:pt x="8" y="54"/>
                    <a:pt x="6" y="66"/>
                    <a:pt x="0" y="60"/>
                  </a:cubicBezTo>
                  <a:cubicBezTo>
                    <a:pt x="13" y="38"/>
                    <a:pt x="33" y="21"/>
                    <a:pt x="46" y="0"/>
                  </a:cubicBezTo>
                  <a:cubicBezTo>
                    <a:pt x="52" y="4"/>
                    <a:pt x="63" y="11"/>
                    <a:pt x="63" y="15"/>
                  </a:cubicBezTo>
                  <a:cubicBezTo>
                    <a:pt x="62" y="24"/>
                    <a:pt x="51" y="14"/>
                    <a:pt x="43" y="17"/>
                  </a:cubicBezTo>
                  <a:cubicBezTo>
                    <a:pt x="41" y="20"/>
                    <a:pt x="22" y="34"/>
                    <a:pt x="22" y="39"/>
                  </a:cubicBezTo>
                  <a:cubicBezTo>
                    <a:pt x="23" y="49"/>
                    <a:pt x="44" y="54"/>
                    <a:pt x="50" y="64"/>
                  </a:cubicBezTo>
                  <a:cubicBezTo>
                    <a:pt x="63" y="60"/>
                    <a:pt x="65" y="41"/>
                    <a:pt x="57" y="31"/>
                  </a:cubicBezTo>
                  <a:cubicBezTo>
                    <a:pt x="68" y="31"/>
                    <a:pt x="78" y="49"/>
                    <a:pt x="90" y="55"/>
                  </a:cubicBezTo>
                  <a:cubicBezTo>
                    <a:pt x="81" y="58"/>
                    <a:pt x="61" y="52"/>
                    <a:pt x="57" y="67"/>
                  </a:cubicBezTo>
                  <a:cubicBezTo>
                    <a:pt x="66" y="76"/>
                    <a:pt x="74" y="93"/>
                    <a:pt x="87" y="92"/>
                  </a:cubicBezTo>
                  <a:cubicBezTo>
                    <a:pt x="105" y="92"/>
                    <a:pt x="116" y="60"/>
                    <a:pt x="103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7" name="Freeform 24">
              <a:extLst>
                <a:ext uri="{FF2B5EF4-FFF2-40B4-BE49-F238E27FC236}">
                  <a16:creationId xmlns:a16="http://schemas.microsoft.com/office/drawing/2014/main" id="{4A1C7C1D-52A6-7923-781C-F1C706F639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1535" y="3228023"/>
              <a:ext cx="2111375" cy="2195513"/>
            </a:xfrm>
            <a:custGeom>
              <a:avLst/>
              <a:gdLst>
                <a:gd name="T0" fmla="*/ 316 w 813"/>
                <a:gd name="T1" fmla="*/ 720 h 846"/>
                <a:gd name="T2" fmla="*/ 313 w 813"/>
                <a:gd name="T3" fmla="*/ 652 h 846"/>
                <a:gd name="T4" fmla="*/ 294 w 813"/>
                <a:gd name="T5" fmla="*/ 673 h 846"/>
                <a:gd name="T6" fmla="*/ 309 w 813"/>
                <a:gd name="T7" fmla="*/ 671 h 846"/>
                <a:gd name="T8" fmla="*/ 313 w 813"/>
                <a:gd name="T9" fmla="*/ 720 h 846"/>
                <a:gd name="T10" fmla="*/ 316 w 813"/>
                <a:gd name="T11" fmla="*/ 720 h 846"/>
                <a:gd name="T12" fmla="*/ 377 w 813"/>
                <a:gd name="T13" fmla="*/ 720 h 846"/>
                <a:gd name="T14" fmla="*/ 391 w 813"/>
                <a:gd name="T15" fmla="*/ 671 h 846"/>
                <a:gd name="T16" fmla="*/ 349 w 813"/>
                <a:gd name="T17" fmla="*/ 667 h 846"/>
                <a:gd name="T18" fmla="*/ 384 w 813"/>
                <a:gd name="T19" fmla="*/ 692 h 846"/>
                <a:gd name="T20" fmla="*/ 366 w 813"/>
                <a:gd name="T21" fmla="*/ 715 h 846"/>
                <a:gd name="T22" fmla="*/ 353 w 813"/>
                <a:gd name="T23" fmla="*/ 704 h 846"/>
                <a:gd name="T24" fmla="*/ 377 w 813"/>
                <a:gd name="T25" fmla="*/ 720 h 846"/>
                <a:gd name="T26" fmla="*/ 417 w 813"/>
                <a:gd name="T27" fmla="*/ 716 h 846"/>
                <a:gd name="T28" fmla="*/ 419 w 813"/>
                <a:gd name="T29" fmla="*/ 656 h 846"/>
                <a:gd name="T30" fmla="*/ 417 w 813"/>
                <a:gd name="T31" fmla="*/ 716 h 846"/>
                <a:gd name="T32" fmla="*/ 481 w 813"/>
                <a:gd name="T33" fmla="*/ 714 h 846"/>
                <a:gd name="T34" fmla="*/ 514 w 813"/>
                <a:gd name="T35" fmla="*/ 668 h 846"/>
                <a:gd name="T36" fmla="*/ 475 w 813"/>
                <a:gd name="T37" fmla="*/ 672 h 846"/>
                <a:gd name="T38" fmla="*/ 490 w 813"/>
                <a:gd name="T39" fmla="*/ 659 h 846"/>
                <a:gd name="T40" fmla="*/ 506 w 813"/>
                <a:gd name="T41" fmla="*/ 668 h 846"/>
                <a:gd name="T42" fmla="*/ 470 w 813"/>
                <a:gd name="T43" fmla="*/ 720 h 846"/>
                <a:gd name="T44" fmla="*/ 514 w 813"/>
                <a:gd name="T45" fmla="*/ 715 h 846"/>
                <a:gd name="T46" fmla="*/ 481 w 813"/>
                <a:gd name="T47" fmla="*/ 714 h 846"/>
                <a:gd name="T48" fmla="*/ 415 w 813"/>
                <a:gd name="T49" fmla="*/ 465 h 846"/>
                <a:gd name="T50" fmla="*/ 628 w 813"/>
                <a:gd name="T51" fmla="*/ 461 h 846"/>
                <a:gd name="T52" fmla="*/ 478 w 813"/>
                <a:gd name="T53" fmla="*/ 353 h 846"/>
                <a:gd name="T54" fmla="*/ 545 w 813"/>
                <a:gd name="T55" fmla="*/ 362 h 846"/>
                <a:gd name="T56" fmla="*/ 441 w 813"/>
                <a:gd name="T57" fmla="*/ 229 h 846"/>
                <a:gd name="T58" fmla="*/ 483 w 813"/>
                <a:gd name="T59" fmla="*/ 237 h 846"/>
                <a:gd name="T60" fmla="*/ 441 w 813"/>
                <a:gd name="T61" fmla="*/ 162 h 846"/>
                <a:gd name="T62" fmla="*/ 408 w 813"/>
                <a:gd name="T63" fmla="*/ 80 h 846"/>
                <a:gd name="T64" fmla="*/ 346 w 813"/>
                <a:gd name="T65" fmla="*/ 220 h 846"/>
                <a:gd name="T66" fmla="*/ 340 w 813"/>
                <a:gd name="T67" fmla="*/ 237 h 846"/>
                <a:gd name="T68" fmla="*/ 381 w 813"/>
                <a:gd name="T69" fmla="*/ 229 h 846"/>
                <a:gd name="T70" fmla="*/ 275 w 813"/>
                <a:gd name="T71" fmla="*/ 360 h 846"/>
                <a:gd name="T72" fmla="*/ 344 w 813"/>
                <a:gd name="T73" fmla="*/ 353 h 846"/>
                <a:gd name="T74" fmla="*/ 344 w 813"/>
                <a:gd name="T75" fmla="*/ 355 h 846"/>
                <a:gd name="T76" fmla="*/ 342 w 813"/>
                <a:gd name="T77" fmla="*/ 357 h 846"/>
                <a:gd name="T78" fmla="*/ 211 w 813"/>
                <a:gd name="T79" fmla="*/ 446 h 846"/>
                <a:gd name="T80" fmla="*/ 192 w 813"/>
                <a:gd name="T81" fmla="*/ 461 h 846"/>
                <a:gd name="T82" fmla="*/ 415 w 813"/>
                <a:gd name="T83" fmla="*/ 465 h 846"/>
                <a:gd name="T84" fmla="*/ 450 w 813"/>
                <a:gd name="T85" fmla="*/ 532 h 846"/>
                <a:gd name="T86" fmla="*/ 677 w 813"/>
                <a:gd name="T87" fmla="*/ 532 h 846"/>
                <a:gd name="T88" fmla="*/ 649 w 813"/>
                <a:gd name="T89" fmla="*/ 492 h 846"/>
                <a:gd name="T90" fmla="*/ 413 w 813"/>
                <a:gd name="T91" fmla="*/ 482 h 846"/>
                <a:gd name="T92" fmla="*/ 217 w 813"/>
                <a:gd name="T93" fmla="*/ 489 h 846"/>
                <a:gd name="T94" fmla="*/ 172 w 813"/>
                <a:gd name="T95" fmla="*/ 495 h 846"/>
                <a:gd name="T96" fmla="*/ 145 w 813"/>
                <a:gd name="T97" fmla="*/ 532 h 846"/>
                <a:gd name="T98" fmla="*/ 377 w 813"/>
                <a:gd name="T99" fmla="*/ 532 h 846"/>
                <a:gd name="T100" fmla="*/ 375 w 813"/>
                <a:gd name="T101" fmla="*/ 551 h 846"/>
                <a:gd name="T102" fmla="*/ 450 w 813"/>
                <a:gd name="T103" fmla="*/ 551 h 846"/>
                <a:gd name="T104" fmla="*/ 450 w 813"/>
                <a:gd name="T105" fmla="*/ 532 h 846"/>
                <a:gd name="T106" fmla="*/ 794 w 813"/>
                <a:gd name="T107" fmla="*/ 0 h 846"/>
                <a:gd name="T108" fmla="*/ 749 w 813"/>
                <a:gd name="T109" fmla="*/ 575 h 846"/>
                <a:gd name="T110" fmla="*/ 408 w 813"/>
                <a:gd name="T111" fmla="*/ 846 h 846"/>
                <a:gd name="T112" fmla="*/ 66 w 813"/>
                <a:gd name="T113" fmla="*/ 579 h 846"/>
                <a:gd name="T114" fmla="*/ 18 w 813"/>
                <a:gd name="T115" fmla="*/ 5 h 846"/>
                <a:gd name="T116" fmla="*/ 22 w 813"/>
                <a:gd name="T117" fmla="*/ 0 h 846"/>
                <a:gd name="T118" fmla="*/ 794 w 813"/>
                <a:gd name="T119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13" h="846">
                  <a:moveTo>
                    <a:pt x="316" y="720"/>
                  </a:moveTo>
                  <a:cubicBezTo>
                    <a:pt x="318" y="703"/>
                    <a:pt x="324" y="665"/>
                    <a:pt x="313" y="652"/>
                  </a:cubicBezTo>
                  <a:cubicBezTo>
                    <a:pt x="310" y="663"/>
                    <a:pt x="297" y="662"/>
                    <a:pt x="294" y="673"/>
                  </a:cubicBezTo>
                  <a:cubicBezTo>
                    <a:pt x="299" y="681"/>
                    <a:pt x="307" y="666"/>
                    <a:pt x="309" y="671"/>
                  </a:cubicBezTo>
                  <a:cubicBezTo>
                    <a:pt x="311" y="686"/>
                    <a:pt x="305" y="711"/>
                    <a:pt x="313" y="720"/>
                  </a:cubicBezTo>
                  <a:cubicBezTo>
                    <a:pt x="314" y="720"/>
                    <a:pt x="315" y="720"/>
                    <a:pt x="316" y="720"/>
                  </a:cubicBezTo>
                  <a:close/>
                  <a:moveTo>
                    <a:pt x="377" y="720"/>
                  </a:moveTo>
                  <a:cubicBezTo>
                    <a:pt x="392" y="716"/>
                    <a:pt x="395" y="684"/>
                    <a:pt x="391" y="671"/>
                  </a:cubicBezTo>
                  <a:cubicBezTo>
                    <a:pt x="385" y="644"/>
                    <a:pt x="353" y="653"/>
                    <a:pt x="349" y="667"/>
                  </a:cubicBezTo>
                  <a:cubicBezTo>
                    <a:pt x="340" y="705"/>
                    <a:pt x="376" y="699"/>
                    <a:pt x="384" y="692"/>
                  </a:cubicBezTo>
                  <a:cubicBezTo>
                    <a:pt x="382" y="704"/>
                    <a:pt x="380" y="715"/>
                    <a:pt x="366" y="715"/>
                  </a:cubicBezTo>
                  <a:cubicBezTo>
                    <a:pt x="358" y="716"/>
                    <a:pt x="362" y="704"/>
                    <a:pt x="353" y="704"/>
                  </a:cubicBezTo>
                  <a:cubicBezTo>
                    <a:pt x="349" y="720"/>
                    <a:pt x="364" y="724"/>
                    <a:pt x="377" y="720"/>
                  </a:cubicBezTo>
                  <a:close/>
                  <a:moveTo>
                    <a:pt x="417" y="716"/>
                  </a:moveTo>
                  <a:cubicBezTo>
                    <a:pt x="454" y="753"/>
                    <a:pt x="475" y="629"/>
                    <a:pt x="419" y="656"/>
                  </a:cubicBezTo>
                  <a:cubicBezTo>
                    <a:pt x="409" y="668"/>
                    <a:pt x="404" y="705"/>
                    <a:pt x="417" y="716"/>
                  </a:cubicBezTo>
                  <a:close/>
                  <a:moveTo>
                    <a:pt x="481" y="714"/>
                  </a:moveTo>
                  <a:cubicBezTo>
                    <a:pt x="489" y="696"/>
                    <a:pt x="517" y="692"/>
                    <a:pt x="514" y="668"/>
                  </a:cubicBezTo>
                  <a:cubicBezTo>
                    <a:pt x="511" y="646"/>
                    <a:pt x="469" y="648"/>
                    <a:pt x="475" y="672"/>
                  </a:cubicBezTo>
                  <a:cubicBezTo>
                    <a:pt x="485" y="671"/>
                    <a:pt x="481" y="661"/>
                    <a:pt x="490" y="659"/>
                  </a:cubicBezTo>
                  <a:cubicBezTo>
                    <a:pt x="497" y="658"/>
                    <a:pt x="503" y="661"/>
                    <a:pt x="506" y="668"/>
                  </a:cubicBezTo>
                  <a:cubicBezTo>
                    <a:pt x="511" y="690"/>
                    <a:pt x="468" y="699"/>
                    <a:pt x="470" y="720"/>
                  </a:cubicBezTo>
                  <a:cubicBezTo>
                    <a:pt x="484" y="718"/>
                    <a:pt x="509" y="727"/>
                    <a:pt x="514" y="715"/>
                  </a:cubicBezTo>
                  <a:cubicBezTo>
                    <a:pt x="506" y="711"/>
                    <a:pt x="491" y="714"/>
                    <a:pt x="481" y="714"/>
                  </a:cubicBezTo>
                  <a:close/>
                  <a:moveTo>
                    <a:pt x="415" y="465"/>
                  </a:moveTo>
                  <a:cubicBezTo>
                    <a:pt x="469" y="406"/>
                    <a:pt x="550" y="477"/>
                    <a:pt x="628" y="461"/>
                  </a:cubicBezTo>
                  <a:cubicBezTo>
                    <a:pt x="577" y="425"/>
                    <a:pt x="517" y="400"/>
                    <a:pt x="478" y="353"/>
                  </a:cubicBezTo>
                  <a:cubicBezTo>
                    <a:pt x="496" y="360"/>
                    <a:pt x="518" y="363"/>
                    <a:pt x="545" y="362"/>
                  </a:cubicBezTo>
                  <a:cubicBezTo>
                    <a:pt x="511" y="318"/>
                    <a:pt x="456" y="287"/>
                    <a:pt x="441" y="229"/>
                  </a:cubicBezTo>
                  <a:cubicBezTo>
                    <a:pt x="454" y="233"/>
                    <a:pt x="465" y="237"/>
                    <a:pt x="483" y="237"/>
                  </a:cubicBezTo>
                  <a:cubicBezTo>
                    <a:pt x="468" y="213"/>
                    <a:pt x="453" y="189"/>
                    <a:pt x="441" y="162"/>
                  </a:cubicBezTo>
                  <a:cubicBezTo>
                    <a:pt x="429" y="137"/>
                    <a:pt x="420" y="108"/>
                    <a:pt x="408" y="80"/>
                  </a:cubicBezTo>
                  <a:cubicBezTo>
                    <a:pt x="397" y="134"/>
                    <a:pt x="370" y="184"/>
                    <a:pt x="346" y="220"/>
                  </a:cubicBezTo>
                  <a:cubicBezTo>
                    <a:pt x="343" y="225"/>
                    <a:pt x="337" y="231"/>
                    <a:pt x="340" y="237"/>
                  </a:cubicBezTo>
                  <a:cubicBezTo>
                    <a:pt x="357" y="237"/>
                    <a:pt x="368" y="233"/>
                    <a:pt x="381" y="229"/>
                  </a:cubicBezTo>
                  <a:cubicBezTo>
                    <a:pt x="359" y="287"/>
                    <a:pt x="313" y="319"/>
                    <a:pt x="275" y="360"/>
                  </a:cubicBezTo>
                  <a:cubicBezTo>
                    <a:pt x="302" y="361"/>
                    <a:pt x="325" y="360"/>
                    <a:pt x="344" y="353"/>
                  </a:cubicBezTo>
                  <a:cubicBezTo>
                    <a:pt x="344" y="355"/>
                    <a:pt x="344" y="355"/>
                    <a:pt x="344" y="355"/>
                  </a:cubicBezTo>
                  <a:cubicBezTo>
                    <a:pt x="343" y="355"/>
                    <a:pt x="342" y="355"/>
                    <a:pt x="342" y="357"/>
                  </a:cubicBezTo>
                  <a:cubicBezTo>
                    <a:pt x="304" y="391"/>
                    <a:pt x="258" y="423"/>
                    <a:pt x="211" y="446"/>
                  </a:cubicBezTo>
                  <a:cubicBezTo>
                    <a:pt x="204" y="449"/>
                    <a:pt x="195" y="453"/>
                    <a:pt x="192" y="461"/>
                  </a:cubicBezTo>
                  <a:cubicBezTo>
                    <a:pt x="266" y="473"/>
                    <a:pt x="357" y="410"/>
                    <a:pt x="415" y="465"/>
                  </a:cubicBezTo>
                  <a:close/>
                  <a:moveTo>
                    <a:pt x="450" y="532"/>
                  </a:moveTo>
                  <a:cubicBezTo>
                    <a:pt x="525" y="532"/>
                    <a:pt x="601" y="532"/>
                    <a:pt x="677" y="532"/>
                  </a:cubicBezTo>
                  <a:cubicBezTo>
                    <a:pt x="670" y="517"/>
                    <a:pt x="659" y="505"/>
                    <a:pt x="649" y="492"/>
                  </a:cubicBezTo>
                  <a:cubicBezTo>
                    <a:pt x="572" y="496"/>
                    <a:pt x="480" y="424"/>
                    <a:pt x="413" y="482"/>
                  </a:cubicBezTo>
                  <a:cubicBezTo>
                    <a:pt x="357" y="433"/>
                    <a:pt x="277" y="479"/>
                    <a:pt x="217" y="489"/>
                  </a:cubicBezTo>
                  <a:cubicBezTo>
                    <a:pt x="201" y="492"/>
                    <a:pt x="183" y="490"/>
                    <a:pt x="172" y="495"/>
                  </a:cubicBezTo>
                  <a:cubicBezTo>
                    <a:pt x="159" y="500"/>
                    <a:pt x="151" y="523"/>
                    <a:pt x="145" y="532"/>
                  </a:cubicBezTo>
                  <a:cubicBezTo>
                    <a:pt x="222" y="532"/>
                    <a:pt x="299" y="532"/>
                    <a:pt x="377" y="532"/>
                  </a:cubicBezTo>
                  <a:cubicBezTo>
                    <a:pt x="377" y="539"/>
                    <a:pt x="374" y="542"/>
                    <a:pt x="375" y="551"/>
                  </a:cubicBezTo>
                  <a:cubicBezTo>
                    <a:pt x="401" y="551"/>
                    <a:pt x="425" y="551"/>
                    <a:pt x="450" y="551"/>
                  </a:cubicBezTo>
                  <a:cubicBezTo>
                    <a:pt x="451" y="544"/>
                    <a:pt x="445" y="537"/>
                    <a:pt x="450" y="532"/>
                  </a:cubicBezTo>
                  <a:close/>
                  <a:moveTo>
                    <a:pt x="794" y="0"/>
                  </a:moveTo>
                  <a:cubicBezTo>
                    <a:pt x="794" y="208"/>
                    <a:pt x="813" y="432"/>
                    <a:pt x="749" y="575"/>
                  </a:cubicBezTo>
                  <a:cubicBezTo>
                    <a:pt x="686" y="721"/>
                    <a:pt x="550" y="780"/>
                    <a:pt x="408" y="846"/>
                  </a:cubicBezTo>
                  <a:cubicBezTo>
                    <a:pt x="265" y="782"/>
                    <a:pt x="132" y="721"/>
                    <a:pt x="66" y="579"/>
                  </a:cubicBezTo>
                  <a:cubicBezTo>
                    <a:pt x="0" y="437"/>
                    <a:pt x="23" y="215"/>
                    <a:pt x="18" y="5"/>
                  </a:cubicBezTo>
                  <a:cubicBezTo>
                    <a:pt x="18" y="1"/>
                    <a:pt x="19" y="0"/>
                    <a:pt x="22" y="0"/>
                  </a:cubicBezTo>
                  <a:cubicBezTo>
                    <a:pt x="280" y="0"/>
                    <a:pt x="538" y="0"/>
                    <a:pt x="79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8" name="Freeform 25">
              <a:extLst>
                <a:ext uri="{FF2B5EF4-FFF2-40B4-BE49-F238E27FC236}">
                  <a16:creationId xmlns:a16="http://schemas.microsoft.com/office/drawing/2014/main" id="{E0297085-41AA-15ED-1EA8-C71AFE14FB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3010" y="5166360"/>
              <a:ext cx="269875" cy="298450"/>
            </a:xfrm>
            <a:custGeom>
              <a:avLst/>
              <a:gdLst>
                <a:gd name="T0" fmla="*/ 74 w 104"/>
                <a:gd name="T1" fmla="*/ 15 h 115"/>
                <a:gd name="T2" fmla="*/ 96 w 104"/>
                <a:gd name="T3" fmla="*/ 115 h 115"/>
                <a:gd name="T4" fmla="*/ 17 w 104"/>
                <a:gd name="T5" fmla="*/ 64 h 115"/>
                <a:gd name="T6" fmla="*/ 0 w 104"/>
                <a:gd name="T7" fmla="*/ 67 h 115"/>
                <a:gd name="T8" fmla="*/ 25 w 104"/>
                <a:gd name="T9" fmla="*/ 50 h 115"/>
                <a:gd name="T10" fmla="*/ 84 w 104"/>
                <a:gd name="T11" fmla="*/ 88 h 115"/>
                <a:gd name="T12" fmla="*/ 66 w 104"/>
                <a:gd name="T13" fmla="*/ 21 h 115"/>
                <a:gd name="T14" fmla="*/ 50 w 104"/>
                <a:gd name="T15" fmla="*/ 28 h 115"/>
                <a:gd name="T16" fmla="*/ 75 w 104"/>
                <a:gd name="T17" fmla="*/ 0 h 115"/>
                <a:gd name="T18" fmla="*/ 74 w 104"/>
                <a:gd name="T19" fmla="*/ 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5">
                  <a:moveTo>
                    <a:pt x="74" y="15"/>
                  </a:moveTo>
                  <a:cubicBezTo>
                    <a:pt x="73" y="47"/>
                    <a:pt x="104" y="86"/>
                    <a:pt x="96" y="115"/>
                  </a:cubicBezTo>
                  <a:cubicBezTo>
                    <a:pt x="71" y="99"/>
                    <a:pt x="43" y="82"/>
                    <a:pt x="17" y="64"/>
                  </a:cubicBezTo>
                  <a:cubicBezTo>
                    <a:pt x="8" y="63"/>
                    <a:pt x="5" y="71"/>
                    <a:pt x="0" y="67"/>
                  </a:cubicBezTo>
                  <a:cubicBezTo>
                    <a:pt x="6" y="54"/>
                    <a:pt x="46" y="26"/>
                    <a:pt x="25" y="50"/>
                  </a:cubicBezTo>
                  <a:cubicBezTo>
                    <a:pt x="43" y="66"/>
                    <a:pt x="64" y="77"/>
                    <a:pt x="84" y="88"/>
                  </a:cubicBezTo>
                  <a:cubicBezTo>
                    <a:pt x="84" y="67"/>
                    <a:pt x="73" y="42"/>
                    <a:pt x="66" y="21"/>
                  </a:cubicBezTo>
                  <a:cubicBezTo>
                    <a:pt x="60" y="23"/>
                    <a:pt x="56" y="26"/>
                    <a:pt x="50" y="28"/>
                  </a:cubicBezTo>
                  <a:cubicBezTo>
                    <a:pt x="50" y="16"/>
                    <a:pt x="69" y="10"/>
                    <a:pt x="75" y="0"/>
                  </a:cubicBezTo>
                  <a:cubicBezTo>
                    <a:pt x="83" y="6"/>
                    <a:pt x="74" y="7"/>
                    <a:pt x="7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9" name="Freeform 26">
              <a:extLst>
                <a:ext uri="{FF2B5EF4-FFF2-40B4-BE49-F238E27FC236}">
                  <a16:creationId xmlns:a16="http://schemas.microsoft.com/office/drawing/2014/main" id="{EBB78F13-E2EB-CC62-A6DF-4B59D1A4C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010" y="5358448"/>
              <a:ext cx="204787" cy="273050"/>
            </a:xfrm>
            <a:custGeom>
              <a:avLst/>
              <a:gdLst>
                <a:gd name="T0" fmla="*/ 62 w 79"/>
                <a:gd name="T1" fmla="*/ 84 h 105"/>
                <a:gd name="T2" fmla="*/ 79 w 79"/>
                <a:gd name="T3" fmla="*/ 87 h 105"/>
                <a:gd name="T4" fmla="*/ 40 w 79"/>
                <a:gd name="T5" fmla="*/ 105 h 105"/>
                <a:gd name="T6" fmla="*/ 50 w 79"/>
                <a:gd name="T7" fmla="*/ 93 h 105"/>
                <a:gd name="T8" fmla="*/ 16 w 79"/>
                <a:gd name="T9" fmla="*/ 19 h 105"/>
                <a:gd name="T10" fmla="*/ 0 w 79"/>
                <a:gd name="T11" fmla="*/ 19 h 105"/>
                <a:gd name="T12" fmla="*/ 40 w 79"/>
                <a:gd name="T13" fmla="*/ 0 h 105"/>
                <a:gd name="T14" fmla="*/ 29 w 79"/>
                <a:gd name="T15" fmla="*/ 12 h 105"/>
                <a:gd name="T16" fmla="*/ 62 w 79"/>
                <a:gd name="T17" fmla="*/ 8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105">
                  <a:moveTo>
                    <a:pt x="62" y="84"/>
                  </a:moveTo>
                  <a:cubicBezTo>
                    <a:pt x="68" y="89"/>
                    <a:pt x="76" y="81"/>
                    <a:pt x="79" y="87"/>
                  </a:cubicBezTo>
                  <a:cubicBezTo>
                    <a:pt x="71" y="95"/>
                    <a:pt x="52" y="104"/>
                    <a:pt x="40" y="105"/>
                  </a:cubicBezTo>
                  <a:cubicBezTo>
                    <a:pt x="40" y="98"/>
                    <a:pt x="50" y="100"/>
                    <a:pt x="50" y="93"/>
                  </a:cubicBezTo>
                  <a:cubicBezTo>
                    <a:pt x="40" y="68"/>
                    <a:pt x="28" y="43"/>
                    <a:pt x="16" y="19"/>
                  </a:cubicBezTo>
                  <a:cubicBezTo>
                    <a:pt x="10" y="17"/>
                    <a:pt x="3" y="25"/>
                    <a:pt x="0" y="19"/>
                  </a:cubicBezTo>
                  <a:cubicBezTo>
                    <a:pt x="10" y="11"/>
                    <a:pt x="28" y="0"/>
                    <a:pt x="40" y="0"/>
                  </a:cubicBezTo>
                  <a:cubicBezTo>
                    <a:pt x="38" y="6"/>
                    <a:pt x="32" y="7"/>
                    <a:pt x="29" y="12"/>
                  </a:cubicBezTo>
                  <a:cubicBezTo>
                    <a:pt x="40" y="36"/>
                    <a:pt x="52" y="60"/>
                    <a:pt x="6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0" name="Freeform 27">
              <a:extLst>
                <a:ext uri="{FF2B5EF4-FFF2-40B4-BE49-F238E27FC236}">
                  <a16:creationId xmlns:a16="http://schemas.microsoft.com/office/drawing/2014/main" id="{DB06C1E2-2BF8-422A-92C5-422B0EAAE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148" y="5423535"/>
              <a:ext cx="314325" cy="342900"/>
            </a:xfrm>
            <a:custGeom>
              <a:avLst/>
              <a:gdLst>
                <a:gd name="T0" fmla="*/ 121 w 121"/>
                <a:gd name="T1" fmla="*/ 98 h 132"/>
                <a:gd name="T2" fmla="*/ 78 w 121"/>
                <a:gd name="T3" fmla="*/ 79 h 132"/>
                <a:gd name="T4" fmla="*/ 33 w 121"/>
                <a:gd name="T5" fmla="*/ 54 h 132"/>
                <a:gd name="T6" fmla="*/ 59 w 121"/>
                <a:gd name="T7" fmla="*/ 115 h 132"/>
                <a:gd name="T8" fmla="*/ 78 w 121"/>
                <a:gd name="T9" fmla="*/ 116 h 132"/>
                <a:gd name="T10" fmla="*/ 39 w 121"/>
                <a:gd name="T11" fmla="*/ 132 h 132"/>
                <a:gd name="T12" fmla="*/ 48 w 121"/>
                <a:gd name="T13" fmla="*/ 118 h 132"/>
                <a:gd name="T14" fmla="*/ 17 w 121"/>
                <a:gd name="T15" fmla="*/ 46 h 132"/>
                <a:gd name="T16" fmla="*/ 1 w 121"/>
                <a:gd name="T17" fmla="*/ 46 h 132"/>
                <a:gd name="T18" fmla="*/ 25 w 121"/>
                <a:gd name="T19" fmla="*/ 32 h 132"/>
                <a:gd name="T20" fmla="*/ 102 w 121"/>
                <a:gd name="T21" fmla="*/ 77 h 132"/>
                <a:gd name="T22" fmla="*/ 78 w 121"/>
                <a:gd name="T23" fmla="*/ 20 h 132"/>
                <a:gd name="T24" fmla="*/ 60 w 121"/>
                <a:gd name="T25" fmla="*/ 20 h 132"/>
                <a:gd name="T26" fmla="*/ 95 w 121"/>
                <a:gd name="T27" fmla="*/ 0 h 132"/>
                <a:gd name="T28" fmla="*/ 88 w 121"/>
                <a:gd name="T29" fmla="*/ 16 h 132"/>
                <a:gd name="T30" fmla="*/ 121 w 121"/>
                <a:gd name="T31" fmla="*/ 9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1" h="132">
                  <a:moveTo>
                    <a:pt x="121" y="98"/>
                  </a:moveTo>
                  <a:cubicBezTo>
                    <a:pt x="105" y="103"/>
                    <a:pt x="92" y="87"/>
                    <a:pt x="78" y="79"/>
                  </a:cubicBezTo>
                  <a:cubicBezTo>
                    <a:pt x="62" y="70"/>
                    <a:pt x="47" y="62"/>
                    <a:pt x="33" y="54"/>
                  </a:cubicBezTo>
                  <a:cubicBezTo>
                    <a:pt x="39" y="77"/>
                    <a:pt x="48" y="96"/>
                    <a:pt x="59" y="115"/>
                  </a:cubicBezTo>
                  <a:cubicBezTo>
                    <a:pt x="65" y="116"/>
                    <a:pt x="73" y="113"/>
                    <a:pt x="78" y="116"/>
                  </a:cubicBezTo>
                  <a:cubicBezTo>
                    <a:pt x="67" y="124"/>
                    <a:pt x="50" y="132"/>
                    <a:pt x="39" y="132"/>
                  </a:cubicBezTo>
                  <a:cubicBezTo>
                    <a:pt x="39" y="126"/>
                    <a:pt x="48" y="126"/>
                    <a:pt x="48" y="118"/>
                  </a:cubicBezTo>
                  <a:cubicBezTo>
                    <a:pt x="51" y="98"/>
                    <a:pt x="23" y="63"/>
                    <a:pt x="17" y="46"/>
                  </a:cubicBezTo>
                  <a:cubicBezTo>
                    <a:pt x="11" y="44"/>
                    <a:pt x="5" y="51"/>
                    <a:pt x="1" y="46"/>
                  </a:cubicBezTo>
                  <a:cubicBezTo>
                    <a:pt x="0" y="39"/>
                    <a:pt x="18" y="37"/>
                    <a:pt x="25" y="32"/>
                  </a:cubicBezTo>
                  <a:cubicBezTo>
                    <a:pt x="51" y="45"/>
                    <a:pt x="75" y="63"/>
                    <a:pt x="102" y="77"/>
                  </a:cubicBezTo>
                  <a:cubicBezTo>
                    <a:pt x="97" y="55"/>
                    <a:pt x="87" y="37"/>
                    <a:pt x="78" y="20"/>
                  </a:cubicBezTo>
                  <a:cubicBezTo>
                    <a:pt x="70" y="17"/>
                    <a:pt x="65" y="24"/>
                    <a:pt x="60" y="20"/>
                  </a:cubicBezTo>
                  <a:cubicBezTo>
                    <a:pt x="67" y="8"/>
                    <a:pt x="86" y="8"/>
                    <a:pt x="95" y="0"/>
                  </a:cubicBezTo>
                  <a:cubicBezTo>
                    <a:pt x="104" y="7"/>
                    <a:pt x="88" y="7"/>
                    <a:pt x="88" y="16"/>
                  </a:cubicBezTo>
                  <a:cubicBezTo>
                    <a:pt x="97" y="46"/>
                    <a:pt x="110" y="72"/>
                    <a:pt x="121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174B0154-51A6-08DE-C1E0-52573FE1C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198" y="2524760"/>
              <a:ext cx="238125" cy="295275"/>
            </a:xfrm>
            <a:custGeom>
              <a:avLst/>
              <a:gdLst>
                <a:gd name="T0" fmla="*/ 74 w 92"/>
                <a:gd name="T1" fmla="*/ 19 h 114"/>
                <a:gd name="T2" fmla="*/ 71 w 92"/>
                <a:gd name="T3" fmla="*/ 114 h 114"/>
                <a:gd name="T4" fmla="*/ 65 w 92"/>
                <a:gd name="T5" fmla="*/ 100 h 114"/>
                <a:gd name="T6" fmla="*/ 3 w 92"/>
                <a:gd name="T7" fmla="*/ 79 h 114"/>
                <a:gd name="T8" fmla="*/ 69 w 92"/>
                <a:gd name="T9" fmla="*/ 83 h 114"/>
                <a:gd name="T10" fmla="*/ 51 w 92"/>
                <a:gd name="T11" fmla="*/ 66 h 114"/>
                <a:gd name="T12" fmla="*/ 2 w 92"/>
                <a:gd name="T13" fmla="*/ 52 h 114"/>
                <a:gd name="T14" fmla="*/ 69 w 92"/>
                <a:gd name="T15" fmla="*/ 54 h 114"/>
                <a:gd name="T16" fmla="*/ 2 w 92"/>
                <a:gd name="T17" fmla="*/ 24 h 114"/>
                <a:gd name="T18" fmla="*/ 62 w 92"/>
                <a:gd name="T19" fmla="*/ 23 h 114"/>
                <a:gd name="T20" fmla="*/ 74 w 92"/>
                <a:gd name="T21" fmla="*/ 1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4">
                  <a:moveTo>
                    <a:pt x="74" y="19"/>
                  </a:moveTo>
                  <a:cubicBezTo>
                    <a:pt x="88" y="36"/>
                    <a:pt x="92" y="103"/>
                    <a:pt x="71" y="114"/>
                  </a:cubicBezTo>
                  <a:cubicBezTo>
                    <a:pt x="63" y="114"/>
                    <a:pt x="64" y="107"/>
                    <a:pt x="65" y="100"/>
                  </a:cubicBezTo>
                  <a:cubicBezTo>
                    <a:pt x="51" y="86"/>
                    <a:pt x="14" y="99"/>
                    <a:pt x="3" y="79"/>
                  </a:cubicBezTo>
                  <a:cubicBezTo>
                    <a:pt x="24" y="65"/>
                    <a:pt x="49" y="83"/>
                    <a:pt x="69" y="83"/>
                  </a:cubicBezTo>
                  <a:cubicBezTo>
                    <a:pt x="73" y="69"/>
                    <a:pt x="58" y="69"/>
                    <a:pt x="51" y="66"/>
                  </a:cubicBezTo>
                  <a:cubicBezTo>
                    <a:pt x="36" y="61"/>
                    <a:pt x="14" y="62"/>
                    <a:pt x="2" y="52"/>
                  </a:cubicBezTo>
                  <a:cubicBezTo>
                    <a:pt x="14" y="31"/>
                    <a:pt x="49" y="52"/>
                    <a:pt x="69" y="54"/>
                  </a:cubicBezTo>
                  <a:cubicBezTo>
                    <a:pt x="65" y="24"/>
                    <a:pt x="22" y="36"/>
                    <a:pt x="2" y="24"/>
                  </a:cubicBezTo>
                  <a:cubicBezTo>
                    <a:pt x="0" y="0"/>
                    <a:pt x="48" y="18"/>
                    <a:pt x="62" y="23"/>
                  </a:cubicBezTo>
                  <a:cubicBezTo>
                    <a:pt x="68" y="24"/>
                    <a:pt x="70" y="13"/>
                    <a:pt x="74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F69CE534-E3E4-5AD8-B667-DE7ABE6498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0185" y="2210435"/>
              <a:ext cx="796925" cy="906463"/>
            </a:xfrm>
            <a:custGeom>
              <a:avLst/>
              <a:gdLst>
                <a:gd name="T0" fmla="*/ 220 w 307"/>
                <a:gd name="T1" fmla="*/ 268 h 349"/>
                <a:gd name="T2" fmla="*/ 111 w 307"/>
                <a:gd name="T3" fmla="*/ 268 h 349"/>
                <a:gd name="T4" fmla="*/ 220 w 307"/>
                <a:gd name="T5" fmla="*/ 268 h 349"/>
                <a:gd name="T6" fmla="*/ 173 w 307"/>
                <a:gd name="T7" fmla="*/ 123 h 349"/>
                <a:gd name="T8" fmla="*/ 194 w 307"/>
                <a:gd name="T9" fmla="*/ 123 h 349"/>
                <a:gd name="T10" fmla="*/ 162 w 307"/>
                <a:gd name="T11" fmla="*/ 45 h 349"/>
                <a:gd name="T12" fmla="*/ 137 w 307"/>
                <a:gd name="T13" fmla="*/ 123 h 349"/>
                <a:gd name="T14" fmla="*/ 156 w 307"/>
                <a:gd name="T15" fmla="*/ 123 h 349"/>
                <a:gd name="T16" fmla="*/ 168 w 307"/>
                <a:gd name="T17" fmla="*/ 105 h 349"/>
                <a:gd name="T18" fmla="*/ 173 w 307"/>
                <a:gd name="T19" fmla="*/ 123 h 349"/>
                <a:gd name="T20" fmla="*/ 253 w 307"/>
                <a:gd name="T21" fmla="*/ 300 h 349"/>
                <a:gd name="T22" fmla="*/ 286 w 307"/>
                <a:gd name="T23" fmla="*/ 257 h 349"/>
                <a:gd name="T24" fmla="*/ 45 w 307"/>
                <a:gd name="T25" fmla="*/ 259 h 349"/>
                <a:gd name="T26" fmla="*/ 79 w 307"/>
                <a:gd name="T27" fmla="*/ 300 h 349"/>
                <a:gd name="T28" fmla="*/ 109 w 307"/>
                <a:gd name="T29" fmla="*/ 294 h 349"/>
                <a:gd name="T30" fmla="*/ 83 w 307"/>
                <a:gd name="T31" fmla="*/ 264 h 349"/>
                <a:gd name="T32" fmla="*/ 178 w 307"/>
                <a:gd name="T33" fmla="*/ 244 h 349"/>
                <a:gd name="T34" fmla="*/ 248 w 307"/>
                <a:gd name="T35" fmla="*/ 266 h 349"/>
                <a:gd name="T36" fmla="*/ 222 w 307"/>
                <a:gd name="T37" fmla="*/ 291 h 349"/>
                <a:gd name="T38" fmla="*/ 253 w 307"/>
                <a:gd name="T39" fmla="*/ 300 h 349"/>
                <a:gd name="T40" fmla="*/ 274 w 307"/>
                <a:gd name="T41" fmla="*/ 75 h 349"/>
                <a:gd name="T42" fmla="*/ 302 w 307"/>
                <a:gd name="T43" fmla="*/ 133 h 349"/>
                <a:gd name="T44" fmla="*/ 264 w 307"/>
                <a:gd name="T45" fmla="*/ 85 h 349"/>
                <a:gd name="T46" fmla="*/ 187 w 307"/>
                <a:gd name="T47" fmla="*/ 47 h 349"/>
                <a:gd name="T48" fmla="*/ 210 w 307"/>
                <a:gd name="T49" fmla="*/ 121 h 349"/>
                <a:gd name="T50" fmla="*/ 175 w 307"/>
                <a:gd name="T51" fmla="*/ 139 h 349"/>
                <a:gd name="T52" fmla="*/ 173 w 307"/>
                <a:gd name="T53" fmla="*/ 173 h 349"/>
                <a:gd name="T54" fmla="*/ 225 w 307"/>
                <a:gd name="T55" fmla="*/ 175 h 349"/>
                <a:gd name="T56" fmla="*/ 173 w 307"/>
                <a:gd name="T57" fmla="*/ 188 h 349"/>
                <a:gd name="T58" fmla="*/ 166 w 307"/>
                <a:gd name="T59" fmla="*/ 219 h 349"/>
                <a:gd name="T60" fmla="*/ 305 w 307"/>
                <a:gd name="T61" fmla="*/ 250 h 349"/>
                <a:gd name="T62" fmla="*/ 256 w 307"/>
                <a:gd name="T63" fmla="*/ 318 h 349"/>
                <a:gd name="T64" fmla="*/ 192 w 307"/>
                <a:gd name="T65" fmla="*/ 338 h 349"/>
                <a:gd name="T66" fmla="*/ 232 w 307"/>
                <a:gd name="T67" fmla="*/ 312 h 349"/>
                <a:gd name="T68" fmla="*/ 183 w 307"/>
                <a:gd name="T69" fmla="*/ 304 h 349"/>
                <a:gd name="T70" fmla="*/ 181 w 307"/>
                <a:gd name="T71" fmla="*/ 343 h 349"/>
                <a:gd name="T72" fmla="*/ 132 w 307"/>
                <a:gd name="T73" fmla="*/ 334 h 349"/>
                <a:gd name="T74" fmla="*/ 168 w 307"/>
                <a:gd name="T75" fmla="*/ 330 h 349"/>
                <a:gd name="T76" fmla="*/ 166 w 307"/>
                <a:gd name="T77" fmla="*/ 304 h 349"/>
                <a:gd name="T78" fmla="*/ 100 w 307"/>
                <a:gd name="T79" fmla="*/ 311 h 349"/>
                <a:gd name="T80" fmla="*/ 123 w 307"/>
                <a:gd name="T81" fmla="*/ 334 h 349"/>
                <a:gd name="T82" fmla="*/ 25 w 307"/>
                <a:gd name="T83" fmla="*/ 252 h 349"/>
                <a:gd name="T84" fmla="*/ 161 w 307"/>
                <a:gd name="T85" fmla="*/ 221 h 349"/>
                <a:gd name="T86" fmla="*/ 157 w 307"/>
                <a:gd name="T87" fmla="*/ 191 h 349"/>
                <a:gd name="T88" fmla="*/ 104 w 307"/>
                <a:gd name="T89" fmla="*/ 182 h 349"/>
                <a:gd name="T90" fmla="*/ 156 w 307"/>
                <a:gd name="T91" fmla="*/ 173 h 349"/>
                <a:gd name="T92" fmla="*/ 157 w 307"/>
                <a:gd name="T93" fmla="*/ 140 h 349"/>
                <a:gd name="T94" fmla="*/ 104 w 307"/>
                <a:gd name="T95" fmla="*/ 132 h 349"/>
                <a:gd name="T96" fmla="*/ 121 w 307"/>
                <a:gd name="T97" fmla="*/ 123 h 349"/>
                <a:gd name="T98" fmla="*/ 144 w 307"/>
                <a:gd name="T99" fmla="*/ 51 h 349"/>
                <a:gd name="T100" fmla="*/ 34 w 307"/>
                <a:gd name="T101" fmla="*/ 143 h 349"/>
                <a:gd name="T102" fmla="*/ 95 w 307"/>
                <a:gd name="T103" fmla="*/ 140 h 349"/>
                <a:gd name="T104" fmla="*/ 28 w 307"/>
                <a:gd name="T105" fmla="*/ 173 h 349"/>
                <a:gd name="T106" fmla="*/ 95 w 307"/>
                <a:gd name="T107" fmla="*/ 171 h 349"/>
                <a:gd name="T108" fmla="*/ 28 w 307"/>
                <a:gd name="T109" fmla="*/ 204 h 349"/>
                <a:gd name="T110" fmla="*/ 91 w 307"/>
                <a:gd name="T111" fmla="*/ 201 h 349"/>
                <a:gd name="T112" fmla="*/ 33 w 307"/>
                <a:gd name="T113" fmla="*/ 221 h 349"/>
                <a:gd name="T114" fmla="*/ 28 w 307"/>
                <a:gd name="T115" fmla="*/ 239 h 349"/>
                <a:gd name="T116" fmla="*/ 12 w 307"/>
                <a:gd name="T117" fmla="*/ 213 h 349"/>
                <a:gd name="T118" fmla="*/ 150 w 307"/>
                <a:gd name="T119" fmla="*/ 29 h 349"/>
                <a:gd name="T120" fmla="*/ 177 w 307"/>
                <a:gd name="T121" fmla="*/ 29 h 349"/>
                <a:gd name="T122" fmla="*/ 274 w 307"/>
                <a:gd name="T123" fmla="*/ 75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7" h="349">
                  <a:moveTo>
                    <a:pt x="220" y="268"/>
                  </a:moveTo>
                  <a:cubicBezTo>
                    <a:pt x="190" y="258"/>
                    <a:pt x="144" y="258"/>
                    <a:pt x="111" y="268"/>
                  </a:cubicBezTo>
                  <a:cubicBezTo>
                    <a:pt x="129" y="292"/>
                    <a:pt x="201" y="292"/>
                    <a:pt x="220" y="268"/>
                  </a:cubicBezTo>
                  <a:close/>
                  <a:moveTo>
                    <a:pt x="173" y="123"/>
                  </a:moveTo>
                  <a:cubicBezTo>
                    <a:pt x="181" y="123"/>
                    <a:pt x="187" y="123"/>
                    <a:pt x="194" y="123"/>
                  </a:cubicBezTo>
                  <a:cubicBezTo>
                    <a:pt x="184" y="96"/>
                    <a:pt x="181" y="64"/>
                    <a:pt x="162" y="45"/>
                  </a:cubicBezTo>
                  <a:cubicBezTo>
                    <a:pt x="154" y="71"/>
                    <a:pt x="143" y="95"/>
                    <a:pt x="137" y="123"/>
                  </a:cubicBezTo>
                  <a:cubicBezTo>
                    <a:pt x="143" y="123"/>
                    <a:pt x="149" y="123"/>
                    <a:pt x="156" y="123"/>
                  </a:cubicBezTo>
                  <a:cubicBezTo>
                    <a:pt x="156" y="113"/>
                    <a:pt x="159" y="106"/>
                    <a:pt x="168" y="105"/>
                  </a:cubicBezTo>
                  <a:cubicBezTo>
                    <a:pt x="173" y="107"/>
                    <a:pt x="173" y="114"/>
                    <a:pt x="173" y="123"/>
                  </a:cubicBezTo>
                  <a:close/>
                  <a:moveTo>
                    <a:pt x="253" y="300"/>
                  </a:moveTo>
                  <a:cubicBezTo>
                    <a:pt x="266" y="288"/>
                    <a:pt x="278" y="276"/>
                    <a:pt x="286" y="257"/>
                  </a:cubicBezTo>
                  <a:cubicBezTo>
                    <a:pt x="219" y="230"/>
                    <a:pt x="105" y="229"/>
                    <a:pt x="45" y="259"/>
                  </a:cubicBezTo>
                  <a:cubicBezTo>
                    <a:pt x="54" y="276"/>
                    <a:pt x="67" y="287"/>
                    <a:pt x="79" y="300"/>
                  </a:cubicBezTo>
                  <a:cubicBezTo>
                    <a:pt x="90" y="299"/>
                    <a:pt x="96" y="292"/>
                    <a:pt x="109" y="294"/>
                  </a:cubicBezTo>
                  <a:cubicBezTo>
                    <a:pt x="105" y="280"/>
                    <a:pt x="85" y="281"/>
                    <a:pt x="83" y="264"/>
                  </a:cubicBezTo>
                  <a:cubicBezTo>
                    <a:pt x="100" y="247"/>
                    <a:pt x="143" y="242"/>
                    <a:pt x="178" y="244"/>
                  </a:cubicBezTo>
                  <a:cubicBezTo>
                    <a:pt x="205" y="247"/>
                    <a:pt x="238" y="249"/>
                    <a:pt x="248" y="266"/>
                  </a:cubicBezTo>
                  <a:cubicBezTo>
                    <a:pt x="244" y="280"/>
                    <a:pt x="228" y="281"/>
                    <a:pt x="222" y="291"/>
                  </a:cubicBezTo>
                  <a:cubicBezTo>
                    <a:pt x="232" y="294"/>
                    <a:pt x="243" y="297"/>
                    <a:pt x="253" y="300"/>
                  </a:cubicBezTo>
                  <a:close/>
                  <a:moveTo>
                    <a:pt x="274" y="75"/>
                  </a:moveTo>
                  <a:cubicBezTo>
                    <a:pt x="287" y="88"/>
                    <a:pt x="307" y="110"/>
                    <a:pt x="302" y="133"/>
                  </a:cubicBezTo>
                  <a:cubicBezTo>
                    <a:pt x="283" y="125"/>
                    <a:pt x="278" y="100"/>
                    <a:pt x="264" y="85"/>
                  </a:cubicBezTo>
                  <a:cubicBezTo>
                    <a:pt x="244" y="64"/>
                    <a:pt x="217" y="57"/>
                    <a:pt x="187" y="47"/>
                  </a:cubicBezTo>
                  <a:cubicBezTo>
                    <a:pt x="192" y="75"/>
                    <a:pt x="204" y="94"/>
                    <a:pt x="210" y="121"/>
                  </a:cubicBezTo>
                  <a:cubicBezTo>
                    <a:pt x="252" y="134"/>
                    <a:pt x="201" y="145"/>
                    <a:pt x="175" y="139"/>
                  </a:cubicBezTo>
                  <a:cubicBezTo>
                    <a:pt x="171" y="147"/>
                    <a:pt x="175" y="162"/>
                    <a:pt x="173" y="173"/>
                  </a:cubicBezTo>
                  <a:cubicBezTo>
                    <a:pt x="187" y="177"/>
                    <a:pt x="210" y="168"/>
                    <a:pt x="225" y="175"/>
                  </a:cubicBezTo>
                  <a:cubicBezTo>
                    <a:pt x="225" y="202"/>
                    <a:pt x="197" y="185"/>
                    <a:pt x="173" y="188"/>
                  </a:cubicBezTo>
                  <a:cubicBezTo>
                    <a:pt x="173" y="202"/>
                    <a:pt x="175" y="215"/>
                    <a:pt x="166" y="219"/>
                  </a:cubicBezTo>
                  <a:cubicBezTo>
                    <a:pt x="220" y="223"/>
                    <a:pt x="271" y="226"/>
                    <a:pt x="305" y="250"/>
                  </a:cubicBezTo>
                  <a:cubicBezTo>
                    <a:pt x="297" y="277"/>
                    <a:pt x="278" y="302"/>
                    <a:pt x="256" y="318"/>
                  </a:cubicBezTo>
                  <a:cubicBezTo>
                    <a:pt x="239" y="330"/>
                    <a:pt x="215" y="342"/>
                    <a:pt x="192" y="338"/>
                  </a:cubicBezTo>
                  <a:cubicBezTo>
                    <a:pt x="192" y="315"/>
                    <a:pt x="222" y="325"/>
                    <a:pt x="232" y="312"/>
                  </a:cubicBezTo>
                  <a:cubicBezTo>
                    <a:pt x="220" y="305"/>
                    <a:pt x="201" y="305"/>
                    <a:pt x="183" y="304"/>
                  </a:cubicBezTo>
                  <a:cubicBezTo>
                    <a:pt x="182" y="311"/>
                    <a:pt x="187" y="335"/>
                    <a:pt x="181" y="343"/>
                  </a:cubicBezTo>
                  <a:cubicBezTo>
                    <a:pt x="166" y="349"/>
                    <a:pt x="129" y="347"/>
                    <a:pt x="132" y="334"/>
                  </a:cubicBezTo>
                  <a:cubicBezTo>
                    <a:pt x="134" y="323"/>
                    <a:pt x="154" y="330"/>
                    <a:pt x="168" y="330"/>
                  </a:cubicBezTo>
                  <a:cubicBezTo>
                    <a:pt x="168" y="321"/>
                    <a:pt x="168" y="311"/>
                    <a:pt x="166" y="304"/>
                  </a:cubicBezTo>
                  <a:cubicBezTo>
                    <a:pt x="140" y="302"/>
                    <a:pt x="120" y="306"/>
                    <a:pt x="100" y="311"/>
                  </a:cubicBezTo>
                  <a:cubicBezTo>
                    <a:pt x="105" y="321"/>
                    <a:pt x="129" y="318"/>
                    <a:pt x="123" y="334"/>
                  </a:cubicBezTo>
                  <a:cubicBezTo>
                    <a:pt x="76" y="330"/>
                    <a:pt x="44" y="294"/>
                    <a:pt x="25" y="252"/>
                  </a:cubicBezTo>
                  <a:cubicBezTo>
                    <a:pt x="57" y="228"/>
                    <a:pt x="109" y="224"/>
                    <a:pt x="161" y="221"/>
                  </a:cubicBezTo>
                  <a:cubicBezTo>
                    <a:pt x="161" y="216"/>
                    <a:pt x="155" y="204"/>
                    <a:pt x="157" y="191"/>
                  </a:cubicBezTo>
                  <a:cubicBezTo>
                    <a:pt x="142" y="182"/>
                    <a:pt x="111" y="200"/>
                    <a:pt x="104" y="182"/>
                  </a:cubicBezTo>
                  <a:cubicBezTo>
                    <a:pt x="109" y="164"/>
                    <a:pt x="139" y="178"/>
                    <a:pt x="156" y="173"/>
                  </a:cubicBezTo>
                  <a:cubicBezTo>
                    <a:pt x="160" y="166"/>
                    <a:pt x="156" y="151"/>
                    <a:pt x="157" y="140"/>
                  </a:cubicBezTo>
                  <a:cubicBezTo>
                    <a:pt x="138" y="133"/>
                    <a:pt x="113" y="151"/>
                    <a:pt x="104" y="132"/>
                  </a:cubicBezTo>
                  <a:cubicBezTo>
                    <a:pt x="105" y="124"/>
                    <a:pt x="112" y="123"/>
                    <a:pt x="121" y="123"/>
                  </a:cubicBezTo>
                  <a:cubicBezTo>
                    <a:pt x="124" y="95"/>
                    <a:pt x="137" y="76"/>
                    <a:pt x="144" y="51"/>
                  </a:cubicBezTo>
                  <a:cubicBezTo>
                    <a:pt x="88" y="54"/>
                    <a:pt x="52" y="94"/>
                    <a:pt x="34" y="143"/>
                  </a:cubicBezTo>
                  <a:cubicBezTo>
                    <a:pt x="52" y="142"/>
                    <a:pt x="83" y="124"/>
                    <a:pt x="95" y="140"/>
                  </a:cubicBezTo>
                  <a:cubicBezTo>
                    <a:pt x="83" y="162"/>
                    <a:pt x="34" y="142"/>
                    <a:pt x="28" y="173"/>
                  </a:cubicBezTo>
                  <a:cubicBezTo>
                    <a:pt x="41" y="177"/>
                    <a:pt x="79" y="152"/>
                    <a:pt x="95" y="171"/>
                  </a:cubicBezTo>
                  <a:cubicBezTo>
                    <a:pt x="83" y="192"/>
                    <a:pt x="30" y="172"/>
                    <a:pt x="28" y="204"/>
                  </a:cubicBezTo>
                  <a:cubicBezTo>
                    <a:pt x="43" y="206"/>
                    <a:pt x="76" y="183"/>
                    <a:pt x="91" y="201"/>
                  </a:cubicBezTo>
                  <a:cubicBezTo>
                    <a:pt x="84" y="220"/>
                    <a:pt x="45" y="207"/>
                    <a:pt x="33" y="221"/>
                  </a:cubicBezTo>
                  <a:cubicBezTo>
                    <a:pt x="30" y="225"/>
                    <a:pt x="35" y="238"/>
                    <a:pt x="28" y="239"/>
                  </a:cubicBezTo>
                  <a:cubicBezTo>
                    <a:pt x="16" y="237"/>
                    <a:pt x="13" y="223"/>
                    <a:pt x="12" y="213"/>
                  </a:cubicBezTo>
                  <a:cubicBezTo>
                    <a:pt x="0" y="105"/>
                    <a:pt x="69" y="44"/>
                    <a:pt x="150" y="29"/>
                  </a:cubicBezTo>
                  <a:cubicBezTo>
                    <a:pt x="155" y="9"/>
                    <a:pt x="176" y="0"/>
                    <a:pt x="177" y="29"/>
                  </a:cubicBezTo>
                  <a:cubicBezTo>
                    <a:pt x="214" y="35"/>
                    <a:pt x="250" y="51"/>
                    <a:pt x="274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5F1C4576-0636-257B-45FF-96DDF954E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698" y="5542598"/>
              <a:ext cx="265112" cy="306388"/>
            </a:xfrm>
            <a:custGeom>
              <a:avLst/>
              <a:gdLst>
                <a:gd name="T0" fmla="*/ 100 w 102"/>
                <a:gd name="T1" fmla="*/ 5 h 118"/>
                <a:gd name="T2" fmla="*/ 89 w 102"/>
                <a:gd name="T3" fmla="*/ 13 h 118"/>
                <a:gd name="T4" fmla="*/ 86 w 102"/>
                <a:gd name="T5" fmla="*/ 83 h 118"/>
                <a:gd name="T6" fmla="*/ 21 w 102"/>
                <a:gd name="T7" fmla="*/ 99 h 118"/>
                <a:gd name="T8" fmla="*/ 12 w 102"/>
                <a:gd name="T9" fmla="*/ 16 h 118"/>
                <a:gd name="T10" fmla="*/ 0 w 102"/>
                <a:gd name="T11" fmla="*/ 8 h 118"/>
                <a:gd name="T12" fmla="*/ 42 w 102"/>
                <a:gd name="T13" fmla="*/ 5 h 118"/>
                <a:gd name="T14" fmla="*/ 30 w 102"/>
                <a:gd name="T15" fmla="*/ 13 h 118"/>
                <a:gd name="T16" fmla="*/ 48 w 102"/>
                <a:gd name="T17" fmla="*/ 99 h 118"/>
                <a:gd name="T18" fmla="*/ 74 w 102"/>
                <a:gd name="T19" fmla="*/ 13 h 118"/>
                <a:gd name="T20" fmla="*/ 61 w 102"/>
                <a:gd name="T21" fmla="*/ 8 h 118"/>
                <a:gd name="T22" fmla="*/ 100 w 102"/>
                <a:gd name="T23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" h="118">
                  <a:moveTo>
                    <a:pt x="100" y="5"/>
                  </a:moveTo>
                  <a:cubicBezTo>
                    <a:pt x="102" y="13"/>
                    <a:pt x="91" y="9"/>
                    <a:pt x="89" y="13"/>
                  </a:cubicBezTo>
                  <a:cubicBezTo>
                    <a:pt x="78" y="33"/>
                    <a:pt x="91" y="61"/>
                    <a:pt x="86" y="83"/>
                  </a:cubicBezTo>
                  <a:cubicBezTo>
                    <a:pt x="80" y="107"/>
                    <a:pt x="39" y="118"/>
                    <a:pt x="21" y="99"/>
                  </a:cubicBezTo>
                  <a:cubicBezTo>
                    <a:pt x="1" y="80"/>
                    <a:pt x="23" y="45"/>
                    <a:pt x="12" y="16"/>
                  </a:cubicBezTo>
                  <a:cubicBezTo>
                    <a:pt x="11" y="9"/>
                    <a:pt x="3" y="12"/>
                    <a:pt x="0" y="8"/>
                  </a:cubicBezTo>
                  <a:cubicBezTo>
                    <a:pt x="8" y="0"/>
                    <a:pt x="33" y="4"/>
                    <a:pt x="42" y="5"/>
                  </a:cubicBezTo>
                  <a:cubicBezTo>
                    <a:pt x="43" y="13"/>
                    <a:pt x="32" y="9"/>
                    <a:pt x="30" y="13"/>
                  </a:cubicBezTo>
                  <a:cubicBezTo>
                    <a:pt x="28" y="43"/>
                    <a:pt x="20" y="95"/>
                    <a:pt x="48" y="99"/>
                  </a:cubicBezTo>
                  <a:cubicBezTo>
                    <a:pt x="83" y="105"/>
                    <a:pt x="85" y="48"/>
                    <a:pt x="74" y="13"/>
                  </a:cubicBezTo>
                  <a:cubicBezTo>
                    <a:pt x="71" y="9"/>
                    <a:pt x="61" y="13"/>
                    <a:pt x="61" y="8"/>
                  </a:cubicBezTo>
                  <a:cubicBezTo>
                    <a:pt x="67" y="0"/>
                    <a:pt x="92" y="4"/>
                    <a:pt x="10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76B1A253-2401-611D-0EE7-364F22CED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685" y="4912360"/>
              <a:ext cx="98425" cy="196850"/>
            </a:xfrm>
            <a:custGeom>
              <a:avLst/>
              <a:gdLst>
                <a:gd name="T0" fmla="*/ 27 w 38"/>
                <a:gd name="T1" fmla="*/ 12 h 76"/>
                <a:gd name="T2" fmla="*/ 11 w 38"/>
                <a:gd name="T3" fmla="*/ 65 h 76"/>
                <a:gd name="T4" fmla="*/ 27 w 38"/>
                <a:gd name="T5" fmla="*/ 1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6">
                  <a:moveTo>
                    <a:pt x="27" y="12"/>
                  </a:moveTo>
                  <a:cubicBezTo>
                    <a:pt x="35" y="26"/>
                    <a:pt x="38" y="76"/>
                    <a:pt x="11" y="65"/>
                  </a:cubicBezTo>
                  <a:cubicBezTo>
                    <a:pt x="2" y="51"/>
                    <a:pt x="0" y="0"/>
                    <a:pt x="2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B7D2A7F2-BC50-DBB0-B39C-6D5F5D6A1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235" y="4909185"/>
              <a:ext cx="98425" cy="127000"/>
            </a:xfrm>
            <a:custGeom>
              <a:avLst/>
              <a:gdLst>
                <a:gd name="T0" fmla="*/ 32 w 38"/>
                <a:gd name="T1" fmla="*/ 13 h 49"/>
                <a:gd name="T2" fmla="*/ 30 w 38"/>
                <a:gd name="T3" fmla="*/ 42 h 49"/>
                <a:gd name="T4" fmla="*/ 32 w 38"/>
                <a:gd name="T5" fmla="*/ 1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49">
                  <a:moveTo>
                    <a:pt x="32" y="13"/>
                  </a:moveTo>
                  <a:cubicBezTo>
                    <a:pt x="38" y="23"/>
                    <a:pt x="38" y="34"/>
                    <a:pt x="30" y="42"/>
                  </a:cubicBezTo>
                  <a:cubicBezTo>
                    <a:pt x="0" y="49"/>
                    <a:pt x="7" y="0"/>
                    <a:pt x="32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F056DE5F-1258-3E5D-2E11-0993011CC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735" y="5240973"/>
              <a:ext cx="273050" cy="349250"/>
            </a:xfrm>
            <a:custGeom>
              <a:avLst/>
              <a:gdLst>
                <a:gd name="T0" fmla="*/ 96 w 105"/>
                <a:gd name="T1" fmla="*/ 51 h 134"/>
                <a:gd name="T2" fmla="*/ 105 w 105"/>
                <a:gd name="T3" fmla="*/ 51 h 134"/>
                <a:gd name="T4" fmla="*/ 85 w 105"/>
                <a:gd name="T5" fmla="*/ 81 h 134"/>
                <a:gd name="T6" fmla="*/ 73 w 105"/>
                <a:gd name="T7" fmla="*/ 33 h 134"/>
                <a:gd name="T8" fmla="*/ 15 w 105"/>
                <a:gd name="T9" fmla="*/ 81 h 134"/>
                <a:gd name="T10" fmla="*/ 60 w 105"/>
                <a:gd name="T11" fmla="*/ 97 h 134"/>
                <a:gd name="T12" fmla="*/ 51 w 105"/>
                <a:gd name="T13" fmla="*/ 81 h 134"/>
                <a:gd name="T14" fmla="*/ 87 w 105"/>
                <a:gd name="T15" fmla="*/ 107 h 134"/>
                <a:gd name="T16" fmla="*/ 76 w 105"/>
                <a:gd name="T17" fmla="*/ 106 h 134"/>
                <a:gd name="T18" fmla="*/ 56 w 105"/>
                <a:gd name="T19" fmla="*/ 132 h 134"/>
                <a:gd name="T20" fmla="*/ 1 w 105"/>
                <a:gd name="T21" fmla="*/ 77 h 134"/>
                <a:gd name="T22" fmla="*/ 96 w 105"/>
                <a:gd name="T23" fmla="*/ 5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5" h="134">
                  <a:moveTo>
                    <a:pt x="96" y="51"/>
                  </a:moveTo>
                  <a:cubicBezTo>
                    <a:pt x="100" y="51"/>
                    <a:pt x="101" y="47"/>
                    <a:pt x="105" y="51"/>
                  </a:cubicBezTo>
                  <a:cubicBezTo>
                    <a:pt x="104" y="59"/>
                    <a:pt x="95" y="75"/>
                    <a:pt x="85" y="81"/>
                  </a:cubicBezTo>
                  <a:cubicBezTo>
                    <a:pt x="88" y="64"/>
                    <a:pt x="89" y="39"/>
                    <a:pt x="73" y="33"/>
                  </a:cubicBezTo>
                  <a:cubicBezTo>
                    <a:pt x="51" y="23"/>
                    <a:pt x="17" y="52"/>
                    <a:pt x="15" y="81"/>
                  </a:cubicBezTo>
                  <a:cubicBezTo>
                    <a:pt x="12" y="114"/>
                    <a:pt x="51" y="134"/>
                    <a:pt x="60" y="97"/>
                  </a:cubicBezTo>
                  <a:cubicBezTo>
                    <a:pt x="60" y="88"/>
                    <a:pt x="49" y="91"/>
                    <a:pt x="51" y="81"/>
                  </a:cubicBezTo>
                  <a:cubicBezTo>
                    <a:pt x="63" y="88"/>
                    <a:pt x="78" y="95"/>
                    <a:pt x="87" y="107"/>
                  </a:cubicBezTo>
                  <a:cubicBezTo>
                    <a:pt x="83" y="113"/>
                    <a:pt x="81" y="105"/>
                    <a:pt x="76" y="106"/>
                  </a:cubicBezTo>
                  <a:cubicBezTo>
                    <a:pt x="66" y="111"/>
                    <a:pt x="62" y="123"/>
                    <a:pt x="56" y="132"/>
                  </a:cubicBezTo>
                  <a:cubicBezTo>
                    <a:pt x="27" y="124"/>
                    <a:pt x="1" y="110"/>
                    <a:pt x="1" y="77"/>
                  </a:cubicBezTo>
                  <a:cubicBezTo>
                    <a:pt x="0" y="25"/>
                    <a:pt x="73" y="0"/>
                    <a:pt x="96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FFD95E98-9BC0-DDC0-F69B-DC7437BF71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15148" y="2423160"/>
              <a:ext cx="771525" cy="731838"/>
            </a:xfrm>
            <a:custGeom>
              <a:avLst/>
              <a:gdLst>
                <a:gd name="T0" fmla="*/ 26 w 297"/>
                <a:gd name="T1" fmla="*/ 174 h 282"/>
                <a:gd name="T2" fmla="*/ 40 w 297"/>
                <a:gd name="T3" fmla="*/ 158 h 282"/>
                <a:gd name="T4" fmla="*/ 24 w 297"/>
                <a:gd name="T5" fmla="*/ 158 h 282"/>
                <a:gd name="T6" fmla="*/ 73 w 297"/>
                <a:gd name="T7" fmla="*/ 171 h 282"/>
                <a:gd name="T8" fmla="*/ 35 w 297"/>
                <a:gd name="T9" fmla="*/ 234 h 282"/>
                <a:gd name="T10" fmla="*/ 53 w 297"/>
                <a:gd name="T11" fmla="*/ 180 h 282"/>
                <a:gd name="T12" fmla="*/ 80 w 297"/>
                <a:gd name="T13" fmla="*/ 127 h 282"/>
                <a:gd name="T14" fmla="*/ 59 w 297"/>
                <a:gd name="T15" fmla="*/ 141 h 282"/>
                <a:gd name="T16" fmla="*/ 101 w 297"/>
                <a:gd name="T17" fmla="*/ 136 h 282"/>
                <a:gd name="T18" fmla="*/ 101 w 297"/>
                <a:gd name="T19" fmla="*/ 136 h 282"/>
                <a:gd name="T20" fmla="*/ 126 w 297"/>
                <a:gd name="T21" fmla="*/ 139 h 282"/>
                <a:gd name="T22" fmla="*/ 134 w 297"/>
                <a:gd name="T23" fmla="*/ 161 h 282"/>
                <a:gd name="T24" fmla="*/ 134 w 297"/>
                <a:gd name="T25" fmla="*/ 161 h 282"/>
                <a:gd name="T26" fmla="*/ 151 w 297"/>
                <a:gd name="T27" fmla="*/ 27 h 282"/>
                <a:gd name="T28" fmla="*/ 157 w 297"/>
                <a:gd name="T29" fmla="*/ 239 h 282"/>
                <a:gd name="T30" fmla="*/ 163 w 297"/>
                <a:gd name="T31" fmla="*/ 200 h 282"/>
                <a:gd name="T32" fmla="*/ 139 w 297"/>
                <a:gd name="T33" fmla="*/ 218 h 282"/>
                <a:gd name="T34" fmla="*/ 156 w 297"/>
                <a:gd name="T35" fmla="*/ 227 h 282"/>
                <a:gd name="T36" fmla="*/ 173 w 297"/>
                <a:gd name="T37" fmla="*/ 39 h 282"/>
                <a:gd name="T38" fmla="*/ 173 w 297"/>
                <a:gd name="T39" fmla="*/ 39 h 282"/>
                <a:gd name="T40" fmla="*/ 173 w 297"/>
                <a:gd name="T41" fmla="*/ 58 h 282"/>
                <a:gd name="T42" fmla="*/ 157 w 297"/>
                <a:gd name="T43" fmla="*/ 191 h 282"/>
                <a:gd name="T44" fmla="*/ 143 w 297"/>
                <a:gd name="T45" fmla="*/ 186 h 282"/>
                <a:gd name="T46" fmla="*/ 157 w 297"/>
                <a:gd name="T47" fmla="*/ 191 h 282"/>
                <a:gd name="T48" fmla="*/ 186 w 297"/>
                <a:gd name="T49" fmla="*/ 127 h 282"/>
                <a:gd name="T50" fmla="*/ 202 w 297"/>
                <a:gd name="T51" fmla="*/ 119 h 282"/>
                <a:gd name="T52" fmla="*/ 198 w 297"/>
                <a:gd name="T53" fmla="*/ 67 h 282"/>
                <a:gd name="T54" fmla="*/ 189 w 297"/>
                <a:gd name="T55" fmla="*/ 72 h 282"/>
                <a:gd name="T56" fmla="*/ 209 w 297"/>
                <a:gd name="T57" fmla="*/ 66 h 282"/>
                <a:gd name="T58" fmla="*/ 211 w 297"/>
                <a:gd name="T59" fmla="*/ 72 h 282"/>
                <a:gd name="T60" fmla="*/ 217 w 297"/>
                <a:gd name="T61" fmla="*/ 139 h 282"/>
                <a:gd name="T62" fmla="*/ 201 w 297"/>
                <a:gd name="T63" fmla="*/ 150 h 282"/>
                <a:gd name="T64" fmla="*/ 192 w 297"/>
                <a:gd name="T65" fmla="*/ 166 h 282"/>
                <a:gd name="T66" fmla="*/ 227 w 297"/>
                <a:gd name="T67" fmla="*/ 67 h 282"/>
                <a:gd name="T68" fmla="*/ 235 w 297"/>
                <a:gd name="T69" fmla="*/ 115 h 282"/>
                <a:gd name="T70" fmla="*/ 184 w 297"/>
                <a:gd name="T71" fmla="*/ 91 h 282"/>
                <a:gd name="T72" fmla="*/ 173 w 297"/>
                <a:gd name="T73" fmla="*/ 84 h 282"/>
                <a:gd name="T74" fmla="*/ 154 w 297"/>
                <a:gd name="T75" fmla="*/ 136 h 282"/>
                <a:gd name="T76" fmla="*/ 206 w 297"/>
                <a:gd name="T77" fmla="*/ 109 h 282"/>
                <a:gd name="T78" fmla="*/ 217 w 297"/>
                <a:gd name="T79" fmla="*/ 96 h 282"/>
                <a:gd name="T80" fmla="*/ 235 w 297"/>
                <a:gd name="T81" fmla="*/ 115 h 282"/>
                <a:gd name="T82" fmla="*/ 251 w 297"/>
                <a:gd name="T83" fmla="*/ 106 h 282"/>
                <a:gd name="T84" fmla="*/ 249 w 297"/>
                <a:gd name="T85" fmla="*/ 119 h 282"/>
                <a:gd name="T86" fmla="*/ 263 w 297"/>
                <a:gd name="T87" fmla="*/ 261 h 282"/>
                <a:gd name="T88" fmla="*/ 185 w 297"/>
                <a:gd name="T89" fmla="*/ 225 h 282"/>
                <a:gd name="T90" fmla="*/ 131 w 297"/>
                <a:gd name="T91" fmla="*/ 267 h 282"/>
                <a:gd name="T92" fmla="*/ 62 w 297"/>
                <a:gd name="T93" fmla="*/ 218 h 282"/>
                <a:gd name="T94" fmla="*/ 10 w 297"/>
                <a:gd name="T95" fmla="*/ 256 h 282"/>
                <a:gd name="T96" fmla="*/ 97 w 297"/>
                <a:gd name="T97" fmla="*/ 113 h 282"/>
                <a:gd name="T98" fmla="*/ 134 w 297"/>
                <a:gd name="T99" fmla="*/ 82 h 282"/>
                <a:gd name="T100" fmla="*/ 207 w 297"/>
                <a:gd name="T101" fmla="*/ 8 h 282"/>
                <a:gd name="T102" fmla="*/ 234 w 297"/>
                <a:gd name="T103" fmla="*/ 27 h 282"/>
                <a:gd name="T104" fmla="*/ 263 w 297"/>
                <a:gd name="T105" fmla="*/ 184 h 282"/>
                <a:gd name="T106" fmla="*/ 290 w 297"/>
                <a:gd name="T107" fmla="*/ 23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7" h="282">
                  <a:moveTo>
                    <a:pt x="24" y="186"/>
                  </a:moveTo>
                  <a:cubicBezTo>
                    <a:pt x="30" y="187"/>
                    <a:pt x="32" y="172"/>
                    <a:pt x="26" y="174"/>
                  </a:cubicBezTo>
                  <a:cubicBezTo>
                    <a:pt x="22" y="175"/>
                    <a:pt x="21" y="182"/>
                    <a:pt x="24" y="186"/>
                  </a:cubicBezTo>
                  <a:close/>
                  <a:moveTo>
                    <a:pt x="40" y="158"/>
                  </a:moveTo>
                  <a:cubicBezTo>
                    <a:pt x="40" y="155"/>
                    <a:pt x="37" y="152"/>
                    <a:pt x="38" y="147"/>
                  </a:cubicBezTo>
                  <a:cubicBezTo>
                    <a:pt x="30" y="147"/>
                    <a:pt x="24" y="151"/>
                    <a:pt x="24" y="158"/>
                  </a:cubicBezTo>
                  <a:cubicBezTo>
                    <a:pt x="32" y="160"/>
                    <a:pt x="31" y="160"/>
                    <a:pt x="40" y="158"/>
                  </a:cubicBezTo>
                  <a:close/>
                  <a:moveTo>
                    <a:pt x="73" y="171"/>
                  </a:moveTo>
                  <a:cubicBezTo>
                    <a:pt x="64" y="166"/>
                    <a:pt x="59" y="180"/>
                    <a:pt x="52" y="171"/>
                  </a:cubicBezTo>
                  <a:cubicBezTo>
                    <a:pt x="51" y="195"/>
                    <a:pt x="0" y="214"/>
                    <a:pt x="35" y="234"/>
                  </a:cubicBezTo>
                  <a:cubicBezTo>
                    <a:pt x="41" y="225"/>
                    <a:pt x="30" y="220"/>
                    <a:pt x="29" y="213"/>
                  </a:cubicBezTo>
                  <a:cubicBezTo>
                    <a:pt x="42" y="205"/>
                    <a:pt x="52" y="194"/>
                    <a:pt x="53" y="180"/>
                  </a:cubicBezTo>
                  <a:cubicBezTo>
                    <a:pt x="59" y="180"/>
                    <a:pt x="70" y="184"/>
                    <a:pt x="73" y="171"/>
                  </a:cubicBezTo>
                  <a:close/>
                  <a:moveTo>
                    <a:pt x="80" y="127"/>
                  </a:moveTo>
                  <a:cubicBezTo>
                    <a:pt x="70" y="120"/>
                    <a:pt x="55" y="125"/>
                    <a:pt x="52" y="136"/>
                  </a:cubicBezTo>
                  <a:cubicBezTo>
                    <a:pt x="57" y="134"/>
                    <a:pt x="54" y="142"/>
                    <a:pt x="59" y="141"/>
                  </a:cubicBezTo>
                  <a:cubicBezTo>
                    <a:pt x="66" y="137"/>
                    <a:pt x="76" y="136"/>
                    <a:pt x="80" y="127"/>
                  </a:cubicBezTo>
                  <a:close/>
                  <a:moveTo>
                    <a:pt x="101" y="136"/>
                  </a:moveTo>
                  <a:cubicBezTo>
                    <a:pt x="104" y="131"/>
                    <a:pt x="104" y="123"/>
                    <a:pt x="95" y="123"/>
                  </a:cubicBezTo>
                  <a:cubicBezTo>
                    <a:pt x="95" y="131"/>
                    <a:pt x="96" y="134"/>
                    <a:pt x="101" y="136"/>
                  </a:cubicBezTo>
                  <a:close/>
                  <a:moveTo>
                    <a:pt x="131" y="150"/>
                  </a:moveTo>
                  <a:cubicBezTo>
                    <a:pt x="131" y="144"/>
                    <a:pt x="131" y="139"/>
                    <a:pt x="126" y="139"/>
                  </a:cubicBezTo>
                  <a:cubicBezTo>
                    <a:pt x="124" y="144"/>
                    <a:pt x="124" y="151"/>
                    <a:pt x="131" y="150"/>
                  </a:cubicBezTo>
                  <a:close/>
                  <a:moveTo>
                    <a:pt x="134" y="161"/>
                  </a:moveTo>
                  <a:cubicBezTo>
                    <a:pt x="137" y="163"/>
                    <a:pt x="151" y="165"/>
                    <a:pt x="151" y="157"/>
                  </a:cubicBezTo>
                  <a:cubicBezTo>
                    <a:pt x="147" y="151"/>
                    <a:pt x="134" y="153"/>
                    <a:pt x="134" y="161"/>
                  </a:cubicBezTo>
                  <a:close/>
                  <a:moveTo>
                    <a:pt x="151" y="37"/>
                  </a:moveTo>
                  <a:cubicBezTo>
                    <a:pt x="152" y="36"/>
                    <a:pt x="158" y="25"/>
                    <a:pt x="151" y="27"/>
                  </a:cubicBezTo>
                  <a:cubicBezTo>
                    <a:pt x="148" y="28"/>
                    <a:pt x="142" y="37"/>
                    <a:pt x="151" y="37"/>
                  </a:cubicBezTo>
                  <a:close/>
                  <a:moveTo>
                    <a:pt x="157" y="239"/>
                  </a:moveTo>
                  <a:cubicBezTo>
                    <a:pt x="163" y="247"/>
                    <a:pt x="176" y="249"/>
                    <a:pt x="185" y="243"/>
                  </a:cubicBezTo>
                  <a:cubicBezTo>
                    <a:pt x="170" y="237"/>
                    <a:pt x="168" y="218"/>
                    <a:pt x="163" y="200"/>
                  </a:cubicBezTo>
                  <a:cubicBezTo>
                    <a:pt x="158" y="208"/>
                    <a:pt x="165" y="212"/>
                    <a:pt x="159" y="217"/>
                  </a:cubicBezTo>
                  <a:cubicBezTo>
                    <a:pt x="151" y="209"/>
                    <a:pt x="146" y="224"/>
                    <a:pt x="139" y="218"/>
                  </a:cubicBezTo>
                  <a:cubicBezTo>
                    <a:pt x="142" y="225"/>
                    <a:pt x="145" y="234"/>
                    <a:pt x="143" y="247"/>
                  </a:cubicBezTo>
                  <a:cubicBezTo>
                    <a:pt x="154" y="247"/>
                    <a:pt x="143" y="225"/>
                    <a:pt x="156" y="227"/>
                  </a:cubicBezTo>
                  <a:cubicBezTo>
                    <a:pt x="158" y="229"/>
                    <a:pt x="157" y="234"/>
                    <a:pt x="157" y="239"/>
                  </a:cubicBezTo>
                  <a:close/>
                  <a:moveTo>
                    <a:pt x="173" y="39"/>
                  </a:moveTo>
                  <a:cubicBezTo>
                    <a:pt x="181" y="37"/>
                    <a:pt x="187" y="25"/>
                    <a:pt x="178" y="20"/>
                  </a:cubicBezTo>
                  <a:cubicBezTo>
                    <a:pt x="176" y="28"/>
                    <a:pt x="174" y="32"/>
                    <a:pt x="173" y="39"/>
                  </a:cubicBezTo>
                  <a:close/>
                  <a:moveTo>
                    <a:pt x="202" y="28"/>
                  </a:moveTo>
                  <a:cubicBezTo>
                    <a:pt x="190" y="36"/>
                    <a:pt x="178" y="43"/>
                    <a:pt x="173" y="58"/>
                  </a:cubicBezTo>
                  <a:cubicBezTo>
                    <a:pt x="187" y="53"/>
                    <a:pt x="197" y="42"/>
                    <a:pt x="202" y="28"/>
                  </a:cubicBezTo>
                  <a:close/>
                  <a:moveTo>
                    <a:pt x="157" y="191"/>
                  </a:moveTo>
                  <a:cubicBezTo>
                    <a:pt x="168" y="186"/>
                    <a:pt x="196" y="181"/>
                    <a:pt x="189" y="170"/>
                  </a:cubicBezTo>
                  <a:cubicBezTo>
                    <a:pt x="175" y="177"/>
                    <a:pt x="163" y="182"/>
                    <a:pt x="143" y="186"/>
                  </a:cubicBezTo>
                  <a:cubicBezTo>
                    <a:pt x="143" y="193"/>
                    <a:pt x="142" y="200"/>
                    <a:pt x="145" y="204"/>
                  </a:cubicBezTo>
                  <a:cubicBezTo>
                    <a:pt x="154" y="205"/>
                    <a:pt x="153" y="195"/>
                    <a:pt x="157" y="191"/>
                  </a:cubicBezTo>
                  <a:close/>
                  <a:moveTo>
                    <a:pt x="202" y="119"/>
                  </a:moveTo>
                  <a:cubicBezTo>
                    <a:pt x="196" y="117"/>
                    <a:pt x="187" y="119"/>
                    <a:pt x="186" y="127"/>
                  </a:cubicBezTo>
                  <a:cubicBezTo>
                    <a:pt x="192" y="125"/>
                    <a:pt x="191" y="133"/>
                    <a:pt x="197" y="132"/>
                  </a:cubicBezTo>
                  <a:cubicBezTo>
                    <a:pt x="197" y="125"/>
                    <a:pt x="202" y="125"/>
                    <a:pt x="202" y="119"/>
                  </a:cubicBezTo>
                  <a:close/>
                  <a:moveTo>
                    <a:pt x="189" y="72"/>
                  </a:moveTo>
                  <a:cubicBezTo>
                    <a:pt x="194" y="72"/>
                    <a:pt x="198" y="74"/>
                    <a:pt x="198" y="67"/>
                  </a:cubicBezTo>
                  <a:cubicBezTo>
                    <a:pt x="197" y="66"/>
                    <a:pt x="195" y="66"/>
                    <a:pt x="189" y="66"/>
                  </a:cubicBezTo>
                  <a:cubicBezTo>
                    <a:pt x="189" y="69"/>
                    <a:pt x="189" y="71"/>
                    <a:pt x="189" y="72"/>
                  </a:cubicBezTo>
                  <a:close/>
                  <a:moveTo>
                    <a:pt x="211" y="72"/>
                  </a:moveTo>
                  <a:cubicBezTo>
                    <a:pt x="212" y="70"/>
                    <a:pt x="209" y="69"/>
                    <a:pt x="209" y="66"/>
                  </a:cubicBezTo>
                  <a:cubicBezTo>
                    <a:pt x="206" y="65"/>
                    <a:pt x="202" y="66"/>
                    <a:pt x="201" y="67"/>
                  </a:cubicBezTo>
                  <a:cubicBezTo>
                    <a:pt x="200" y="74"/>
                    <a:pt x="208" y="75"/>
                    <a:pt x="211" y="72"/>
                  </a:cubicBezTo>
                  <a:close/>
                  <a:moveTo>
                    <a:pt x="192" y="166"/>
                  </a:moveTo>
                  <a:cubicBezTo>
                    <a:pt x="202" y="160"/>
                    <a:pt x="219" y="160"/>
                    <a:pt x="217" y="139"/>
                  </a:cubicBezTo>
                  <a:cubicBezTo>
                    <a:pt x="208" y="139"/>
                    <a:pt x="201" y="139"/>
                    <a:pt x="196" y="137"/>
                  </a:cubicBezTo>
                  <a:cubicBezTo>
                    <a:pt x="195" y="144"/>
                    <a:pt x="200" y="144"/>
                    <a:pt x="201" y="150"/>
                  </a:cubicBezTo>
                  <a:cubicBezTo>
                    <a:pt x="195" y="156"/>
                    <a:pt x="191" y="148"/>
                    <a:pt x="185" y="148"/>
                  </a:cubicBezTo>
                  <a:cubicBezTo>
                    <a:pt x="186" y="156"/>
                    <a:pt x="195" y="155"/>
                    <a:pt x="192" y="166"/>
                  </a:cubicBezTo>
                  <a:close/>
                  <a:moveTo>
                    <a:pt x="238" y="80"/>
                  </a:moveTo>
                  <a:cubicBezTo>
                    <a:pt x="238" y="72"/>
                    <a:pt x="234" y="62"/>
                    <a:pt x="227" y="67"/>
                  </a:cubicBezTo>
                  <a:cubicBezTo>
                    <a:pt x="227" y="76"/>
                    <a:pt x="233" y="77"/>
                    <a:pt x="238" y="80"/>
                  </a:cubicBezTo>
                  <a:close/>
                  <a:moveTo>
                    <a:pt x="235" y="115"/>
                  </a:moveTo>
                  <a:cubicBezTo>
                    <a:pt x="239" y="110"/>
                    <a:pt x="240" y="104"/>
                    <a:pt x="239" y="94"/>
                  </a:cubicBezTo>
                  <a:cubicBezTo>
                    <a:pt x="228" y="79"/>
                    <a:pt x="200" y="84"/>
                    <a:pt x="184" y="91"/>
                  </a:cubicBezTo>
                  <a:cubicBezTo>
                    <a:pt x="180" y="81"/>
                    <a:pt x="167" y="69"/>
                    <a:pt x="164" y="87"/>
                  </a:cubicBezTo>
                  <a:cubicBezTo>
                    <a:pt x="169" y="87"/>
                    <a:pt x="169" y="85"/>
                    <a:pt x="173" y="84"/>
                  </a:cubicBezTo>
                  <a:cubicBezTo>
                    <a:pt x="176" y="90"/>
                    <a:pt x="180" y="96"/>
                    <a:pt x="189" y="98"/>
                  </a:cubicBezTo>
                  <a:cubicBezTo>
                    <a:pt x="180" y="106"/>
                    <a:pt x="132" y="122"/>
                    <a:pt x="154" y="136"/>
                  </a:cubicBezTo>
                  <a:cubicBezTo>
                    <a:pt x="156" y="122"/>
                    <a:pt x="167" y="115"/>
                    <a:pt x="181" y="118"/>
                  </a:cubicBezTo>
                  <a:cubicBezTo>
                    <a:pt x="187" y="109"/>
                    <a:pt x="192" y="106"/>
                    <a:pt x="206" y="109"/>
                  </a:cubicBezTo>
                  <a:cubicBezTo>
                    <a:pt x="211" y="112"/>
                    <a:pt x="208" y="123"/>
                    <a:pt x="217" y="123"/>
                  </a:cubicBezTo>
                  <a:cubicBezTo>
                    <a:pt x="220" y="113"/>
                    <a:pt x="218" y="106"/>
                    <a:pt x="217" y="96"/>
                  </a:cubicBezTo>
                  <a:cubicBezTo>
                    <a:pt x="218" y="95"/>
                    <a:pt x="219" y="94"/>
                    <a:pt x="223" y="94"/>
                  </a:cubicBezTo>
                  <a:cubicBezTo>
                    <a:pt x="230" y="99"/>
                    <a:pt x="227" y="113"/>
                    <a:pt x="235" y="115"/>
                  </a:cubicBezTo>
                  <a:close/>
                  <a:moveTo>
                    <a:pt x="249" y="119"/>
                  </a:moveTo>
                  <a:cubicBezTo>
                    <a:pt x="253" y="115"/>
                    <a:pt x="252" y="114"/>
                    <a:pt x="251" y="106"/>
                  </a:cubicBezTo>
                  <a:cubicBezTo>
                    <a:pt x="249" y="106"/>
                    <a:pt x="247" y="106"/>
                    <a:pt x="246" y="106"/>
                  </a:cubicBezTo>
                  <a:cubicBezTo>
                    <a:pt x="246" y="112"/>
                    <a:pt x="244" y="119"/>
                    <a:pt x="249" y="119"/>
                  </a:cubicBezTo>
                  <a:close/>
                  <a:moveTo>
                    <a:pt x="290" y="233"/>
                  </a:moveTo>
                  <a:cubicBezTo>
                    <a:pt x="297" y="251"/>
                    <a:pt x="272" y="261"/>
                    <a:pt x="263" y="261"/>
                  </a:cubicBezTo>
                  <a:cubicBezTo>
                    <a:pt x="235" y="262"/>
                    <a:pt x="235" y="227"/>
                    <a:pt x="219" y="217"/>
                  </a:cubicBezTo>
                  <a:cubicBezTo>
                    <a:pt x="206" y="218"/>
                    <a:pt x="190" y="215"/>
                    <a:pt x="185" y="225"/>
                  </a:cubicBezTo>
                  <a:cubicBezTo>
                    <a:pt x="187" y="239"/>
                    <a:pt x="203" y="232"/>
                    <a:pt x="206" y="243"/>
                  </a:cubicBezTo>
                  <a:cubicBezTo>
                    <a:pt x="211" y="266"/>
                    <a:pt x="157" y="273"/>
                    <a:pt x="131" y="267"/>
                  </a:cubicBezTo>
                  <a:cubicBezTo>
                    <a:pt x="113" y="262"/>
                    <a:pt x="104" y="241"/>
                    <a:pt x="98" y="224"/>
                  </a:cubicBezTo>
                  <a:cubicBezTo>
                    <a:pt x="85" y="224"/>
                    <a:pt x="75" y="213"/>
                    <a:pt x="62" y="218"/>
                  </a:cubicBezTo>
                  <a:cubicBezTo>
                    <a:pt x="60" y="232"/>
                    <a:pt x="73" y="233"/>
                    <a:pt x="74" y="247"/>
                  </a:cubicBezTo>
                  <a:cubicBezTo>
                    <a:pt x="77" y="282"/>
                    <a:pt x="35" y="266"/>
                    <a:pt x="10" y="256"/>
                  </a:cubicBezTo>
                  <a:cubicBezTo>
                    <a:pt x="24" y="218"/>
                    <a:pt x="2" y="167"/>
                    <a:pt x="20" y="137"/>
                  </a:cubicBezTo>
                  <a:cubicBezTo>
                    <a:pt x="32" y="118"/>
                    <a:pt x="64" y="108"/>
                    <a:pt x="97" y="113"/>
                  </a:cubicBezTo>
                  <a:cubicBezTo>
                    <a:pt x="107" y="114"/>
                    <a:pt x="136" y="127"/>
                    <a:pt x="145" y="110"/>
                  </a:cubicBezTo>
                  <a:cubicBezTo>
                    <a:pt x="145" y="98"/>
                    <a:pt x="139" y="90"/>
                    <a:pt x="134" y="82"/>
                  </a:cubicBezTo>
                  <a:cubicBezTo>
                    <a:pt x="137" y="63"/>
                    <a:pt x="131" y="50"/>
                    <a:pt x="135" y="36"/>
                  </a:cubicBezTo>
                  <a:cubicBezTo>
                    <a:pt x="143" y="0"/>
                    <a:pt x="173" y="3"/>
                    <a:pt x="207" y="8"/>
                  </a:cubicBezTo>
                  <a:cubicBezTo>
                    <a:pt x="213" y="6"/>
                    <a:pt x="211" y="14"/>
                    <a:pt x="211" y="18"/>
                  </a:cubicBezTo>
                  <a:cubicBezTo>
                    <a:pt x="216" y="18"/>
                    <a:pt x="228" y="22"/>
                    <a:pt x="234" y="27"/>
                  </a:cubicBezTo>
                  <a:cubicBezTo>
                    <a:pt x="224" y="61"/>
                    <a:pt x="251" y="79"/>
                    <a:pt x="269" y="96"/>
                  </a:cubicBezTo>
                  <a:cubicBezTo>
                    <a:pt x="282" y="123"/>
                    <a:pt x="285" y="167"/>
                    <a:pt x="263" y="184"/>
                  </a:cubicBezTo>
                  <a:cubicBezTo>
                    <a:pt x="262" y="204"/>
                    <a:pt x="268" y="218"/>
                    <a:pt x="275" y="229"/>
                  </a:cubicBezTo>
                  <a:cubicBezTo>
                    <a:pt x="282" y="229"/>
                    <a:pt x="289" y="228"/>
                    <a:pt x="290" y="2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64D7D37B-57C4-FDA1-A004-15E32BF59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098" y="5055235"/>
              <a:ext cx="357187" cy="352425"/>
            </a:xfrm>
            <a:custGeom>
              <a:avLst/>
              <a:gdLst>
                <a:gd name="T0" fmla="*/ 138 w 138"/>
                <a:gd name="T1" fmla="*/ 77 h 136"/>
                <a:gd name="T2" fmla="*/ 125 w 138"/>
                <a:gd name="T3" fmla="*/ 72 h 136"/>
                <a:gd name="T4" fmla="*/ 58 w 138"/>
                <a:gd name="T5" fmla="*/ 136 h 136"/>
                <a:gd name="T6" fmla="*/ 67 w 138"/>
                <a:gd name="T7" fmla="*/ 36 h 136"/>
                <a:gd name="T8" fmla="*/ 29 w 138"/>
                <a:gd name="T9" fmla="*/ 101 h 136"/>
                <a:gd name="T10" fmla="*/ 0 w 138"/>
                <a:gd name="T11" fmla="*/ 72 h 136"/>
                <a:gd name="T12" fmla="*/ 41 w 138"/>
                <a:gd name="T13" fmla="*/ 50 h 136"/>
                <a:gd name="T14" fmla="*/ 62 w 138"/>
                <a:gd name="T15" fmla="*/ 2 h 136"/>
                <a:gd name="T16" fmla="*/ 84 w 138"/>
                <a:gd name="T17" fmla="*/ 20 h 136"/>
                <a:gd name="T18" fmla="*/ 72 w 138"/>
                <a:gd name="T19" fmla="*/ 110 h 136"/>
                <a:gd name="T20" fmla="*/ 113 w 138"/>
                <a:gd name="T21" fmla="*/ 67 h 136"/>
                <a:gd name="T22" fmla="*/ 108 w 138"/>
                <a:gd name="T23" fmla="*/ 49 h 136"/>
                <a:gd name="T24" fmla="*/ 138 w 138"/>
                <a:gd name="T25" fmla="*/ 77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136">
                  <a:moveTo>
                    <a:pt x="138" y="77"/>
                  </a:moveTo>
                  <a:cubicBezTo>
                    <a:pt x="134" y="81"/>
                    <a:pt x="130" y="73"/>
                    <a:pt x="125" y="72"/>
                  </a:cubicBezTo>
                  <a:cubicBezTo>
                    <a:pt x="99" y="88"/>
                    <a:pt x="84" y="117"/>
                    <a:pt x="58" y="136"/>
                  </a:cubicBezTo>
                  <a:cubicBezTo>
                    <a:pt x="56" y="105"/>
                    <a:pt x="66" y="71"/>
                    <a:pt x="67" y="36"/>
                  </a:cubicBezTo>
                  <a:cubicBezTo>
                    <a:pt x="50" y="52"/>
                    <a:pt x="15" y="74"/>
                    <a:pt x="29" y="101"/>
                  </a:cubicBezTo>
                  <a:cubicBezTo>
                    <a:pt x="18" y="98"/>
                    <a:pt x="7" y="83"/>
                    <a:pt x="0" y="72"/>
                  </a:cubicBezTo>
                  <a:cubicBezTo>
                    <a:pt x="15" y="82"/>
                    <a:pt x="26" y="67"/>
                    <a:pt x="41" y="50"/>
                  </a:cubicBezTo>
                  <a:cubicBezTo>
                    <a:pt x="57" y="33"/>
                    <a:pt x="72" y="24"/>
                    <a:pt x="62" y="2"/>
                  </a:cubicBezTo>
                  <a:cubicBezTo>
                    <a:pt x="70" y="0"/>
                    <a:pt x="75" y="16"/>
                    <a:pt x="84" y="20"/>
                  </a:cubicBezTo>
                  <a:cubicBezTo>
                    <a:pt x="79" y="49"/>
                    <a:pt x="78" y="82"/>
                    <a:pt x="72" y="110"/>
                  </a:cubicBezTo>
                  <a:cubicBezTo>
                    <a:pt x="90" y="100"/>
                    <a:pt x="100" y="82"/>
                    <a:pt x="113" y="67"/>
                  </a:cubicBezTo>
                  <a:cubicBezTo>
                    <a:pt x="114" y="58"/>
                    <a:pt x="108" y="57"/>
                    <a:pt x="108" y="49"/>
                  </a:cubicBezTo>
                  <a:cubicBezTo>
                    <a:pt x="117" y="52"/>
                    <a:pt x="136" y="68"/>
                    <a:pt x="138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C6007C09-2AD0-472D-BDBD-1A57B1542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873" y="4920298"/>
              <a:ext cx="265112" cy="242888"/>
            </a:xfrm>
            <a:custGeom>
              <a:avLst/>
              <a:gdLst>
                <a:gd name="T0" fmla="*/ 74 w 102"/>
                <a:gd name="T1" fmla="*/ 0 h 94"/>
                <a:gd name="T2" fmla="*/ 102 w 102"/>
                <a:gd name="T3" fmla="*/ 37 h 94"/>
                <a:gd name="T4" fmla="*/ 87 w 102"/>
                <a:gd name="T5" fmla="*/ 29 h 94"/>
                <a:gd name="T6" fmla="*/ 25 w 102"/>
                <a:gd name="T7" fmla="*/ 80 h 94"/>
                <a:gd name="T8" fmla="*/ 28 w 102"/>
                <a:gd name="T9" fmla="*/ 94 h 94"/>
                <a:gd name="T10" fmla="*/ 0 w 102"/>
                <a:gd name="T11" fmla="*/ 58 h 94"/>
                <a:gd name="T12" fmla="*/ 15 w 102"/>
                <a:gd name="T13" fmla="*/ 64 h 94"/>
                <a:gd name="T14" fmla="*/ 77 w 102"/>
                <a:gd name="T15" fmla="*/ 15 h 94"/>
                <a:gd name="T16" fmla="*/ 74 w 102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94">
                  <a:moveTo>
                    <a:pt x="74" y="0"/>
                  </a:moveTo>
                  <a:cubicBezTo>
                    <a:pt x="85" y="2"/>
                    <a:pt x="99" y="25"/>
                    <a:pt x="102" y="37"/>
                  </a:cubicBezTo>
                  <a:cubicBezTo>
                    <a:pt x="94" y="35"/>
                    <a:pt x="94" y="29"/>
                    <a:pt x="87" y="29"/>
                  </a:cubicBezTo>
                  <a:cubicBezTo>
                    <a:pt x="66" y="44"/>
                    <a:pt x="44" y="61"/>
                    <a:pt x="25" y="80"/>
                  </a:cubicBezTo>
                  <a:cubicBezTo>
                    <a:pt x="25" y="86"/>
                    <a:pt x="32" y="88"/>
                    <a:pt x="28" y="94"/>
                  </a:cubicBezTo>
                  <a:cubicBezTo>
                    <a:pt x="16" y="85"/>
                    <a:pt x="9" y="72"/>
                    <a:pt x="0" y="58"/>
                  </a:cubicBezTo>
                  <a:cubicBezTo>
                    <a:pt x="6" y="53"/>
                    <a:pt x="9" y="64"/>
                    <a:pt x="15" y="64"/>
                  </a:cubicBezTo>
                  <a:cubicBezTo>
                    <a:pt x="36" y="49"/>
                    <a:pt x="59" y="34"/>
                    <a:pt x="77" y="15"/>
                  </a:cubicBezTo>
                  <a:cubicBezTo>
                    <a:pt x="79" y="7"/>
                    <a:pt x="74" y="6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216554D5-76E3-BCEC-1982-B21040AE53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710" y="4769485"/>
              <a:ext cx="320675" cy="184150"/>
            </a:xfrm>
            <a:custGeom>
              <a:avLst/>
              <a:gdLst>
                <a:gd name="T0" fmla="*/ 124 w 124"/>
                <a:gd name="T1" fmla="*/ 36 h 71"/>
                <a:gd name="T2" fmla="*/ 113 w 124"/>
                <a:gd name="T3" fmla="*/ 30 h 71"/>
                <a:gd name="T4" fmla="*/ 36 w 124"/>
                <a:gd name="T5" fmla="*/ 64 h 71"/>
                <a:gd name="T6" fmla="*/ 38 w 124"/>
                <a:gd name="T7" fmla="*/ 11 h 71"/>
                <a:gd name="T8" fmla="*/ 43 w 124"/>
                <a:gd name="T9" fmla="*/ 24 h 71"/>
                <a:gd name="T10" fmla="*/ 41 w 124"/>
                <a:gd name="T11" fmla="*/ 28 h 71"/>
                <a:gd name="T12" fmla="*/ 22 w 124"/>
                <a:gd name="T13" fmla="*/ 30 h 71"/>
                <a:gd name="T14" fmla="*/ 27 w 124"/>
                <a:gd name="T15" fmla="*/ 52 h 71"/>
                <a:gd name="T16" fmla="*/ 103 w 124"/>
                <a:gd name="T17" fmla="*/ 14 h 71"/>
                <a:gd name="T18" fmla="*/ 102 w 124"/>
                <a:gd name="T19" fmla="*/ 0 h 71"/>
                <a:gd name="T20" fmla="*/ 124 w 124"/>
                <a:gd name="T21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4" h="71">
                  <a:moveTo>
                    <a:pt x="124" y="36"/>
                  </a:moveTo>
                  <a:cubicBezTo>
                    <a:pt x="119" y="41"/>
                    <a:pt x="119" y="29"/>
                    <a:pt x="113" y="30"/>
                  </a:cubicBezTo>
                  <a:cubicBezTo>
                    <a:pt x="91" y="30"/>
                    <a:pt x="65" y="71"/>
                    <a:pt x="36" y="64"/>
                  </a:cubicBezTo>
                  <a:cubicBezTo>
                    <a:pt x="15" y="59"/>
                    <a:pt x="0" y="14"/>
                    <a:pt x="38" y="11"/>
                  </a:cubicBezTo>
                  <a:cubicBezTo>
                    <a:pt x="39" y="16"/>
                    <a:pt x="43" y="17"/>
                    <a:pt x="43" y="24"/>
                  </a:cubicBezTo>
                  <a:cubicBezTo>
                    <a:pt x="41" y="24"/>
                    <a:pt x="42" y="26"/>
                    <a:pt x="41" y="28"/>
                  </a:cubicBezTo>
                  <a:cubicBezTo>
                    <a:pt x="33" y="31"/>
                    <a:pt x="28" y="31"/>
                    <a:pt x="22" y="30"/>
                  </a:cubicBezTo>
                  <a:cubicBezTo>
                    <a:pt x="17" y="38"/>
                    <a:pt x="23" y="47"/>
                    <a:pt x="27" y="52"/>
                  </a:cubicBezTo>
                  <a:cubicBezTo>
                    <a:pt x="63" y="48"/>
                    <a:pt x="80" y="28"/>
                    <a:pt x="103" y="14"/>
                  </a:cubicBezTo>
                  <a:cubicBezTo>
                    <a:pt x="107" y="6"/>
                    <a:pt x="97" y="2"/>
                    <a:pt x="102" y="0"/>
                  </a:cubicBezTo>
                  <a:cubicBezTo>
                    <a:pt x="110" y="2"/>
                    <a:pt x="121" y="28"/>
                    <a:pt x="124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C120D236-18D4-02A2-C772-D59A6B0BE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560" y="4437698"/>
              <a:ext cx="307975" cy="287338"/>
            </a:xfrm>
            <a:custGeom>
              <a:avLst/>
              <a:gdLst>
                <a:gd name="T0" fmla="*/ 119 w 119"/>
                <a:gd name="T1" fmla="*/ 107 h 111"/>
                <a:gd name="T2" fmla="*/ 104 w 119"/>
                <a:gd name="T3" fmla="*/ 95 h 111"/>
                <a:gd name="T4" fmla="*/ 19 w 119"/>
                <a:gd name="T5" fmla="*/ 111 h 111"/>
                <a:gd name="T6" fmla="*/ 78 w 119"/>
                <a:gd name="T7" fmla="*/ 32 h 111"/>
                <a:gd name="T8" fmla="*/ 16 w 119"/>
                <a:gd name="T9" fmla="*/ 47 h 111"/>
                <a:gd name="T10" fmla="*/ 12 w 119"/>
                <a:gd name="T11" fmla="*/ 64 h 111"/>
                <a:gd name="T12" fmla="*/ 0 w 119"/>
                <a:gd name="T13" fmla="*/ 23 h 111"/>
                <a:gd name="T14" fmla="*/ 15 w 119"/>
                <a:gd name="T15" fmla="*/ 35 h 111"/>
                <a:gd name="T16" fmla="*/ 94 w 119"/>
                <a:gd name="T17" fmla="*/ 0 h 111"/>
                <a:gd name="T18" fmla="*/ 44 w 119"/>
                <a:gd name="T19" fmla="*/ 99 h 111"/>
                <a:gd name="T20" fmla="*/ 103 w 119"/>
                <a:gd name="T21" fmla="*/ 85 h 111"/>
                <a:gd name="T22" fmla="*/ 107 w 119"/>
                <a:gd name="T23" fmla="*/ 66 h 111"/>
                <a:gd name="T24" fmla="*/ 119 w 119"/>
                <a:gd name="T25" fmla="*/ 107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" h="111">
                  <a:moveTo>
                    <a:pt x="119" y="107"/>
                  </a:moveTo>
                  <a:cubicBezTo>
                    <a:pt x="108" y="109"/>
                    <a:pt x="111" y="96"/>
                    <a:pt x="104" y="95"/>
                  </a:cubicBezTo>
                  <a:cubicBezTo>
                    <a:pt x="77" y="96"/>
                    <a:pt x="45" y="110"/>
                    <a:pt x="19" y="111"/>
                  </a:cubicBezTo>
                  <a:cubicBezTo>
                    <a:pt x="33" y="80"/>
                    <a:pt x="61" y="61"/>
                    <a:pt x="78" y="32"/>
                  </a:cubicBezTo>
                  <a:cubicBezTo>
                    <a:pt x="61" y="33"/>
                    <a:pt x="34" y="39"/>
                    <a:pt x="16" y="47"/>
                  </a:cubicBezTo>
                  <a:cubicBezTo>
                    <a:pt x="14" y="51"/>
                    <a:pt x="16" y="61"/>
                    <a:pt x="12" y="64"/>
                  </a:cubicBezTo>
                  <a:cubicBezTo>
                    <a:pt x="4" y="56"/>
                    <a:pt x="5" y="37"/>
                    <a:pt x="0" y="23"/>
                  </a:cubicBezTo>
                  <a:cubicBezTo>
                    <a:pt x="11" y="21"/>
                    <a:pt x="8" y="34"/>
                    <a:pt x="15" y="35"/>
                  </a:cubicBezTo>
                  <a:cubicBezTo>
                    <a:pt x="45" y="29"/>
                    <a:pt x="88" y="33"/>
                    <a:pt x="94" y="0"/>
                  </a:cubicBezTo>
                  <a:cubicBezTo>
                    <a:pt x="118" y="42"/>
                    <a:pt x="56" y="68"/>
                    <a:pt x="44" y="99"/>
                  </a:cubicBezTo>
                  <a:cubicBezTo>
                    <a:pt x="65" y="95"/>
                    <a:pt x="85" y="91"/>
                    <a:pt x="103" y="85"/>
                  </a:cubicBezTo>
                  <a:cubicBezTo>
                    <a:pt x="105" y="80"/>
                    <a:pt x="103" y="71"/>
                    <a:pt x="107" y="66"/>
                  </a:cubicBezTo>
                  <a:cubicBezTo>
                    <a:pt x="115" y="75"/>
                    <a:pt x="114" y="95"/>
                    <a:pt x="119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8" name="Freeform 39">
              <a:extLst>
                <a:ext uri="{FF2B5EF4-FFF2-40B4-BE49-F238E27FC236}">
                  <a16:creationId xmlns:a16="http://schemas.microsoft.com/office/drawing/2014/main" id="{91236ABD-5C50-5FC5-5A89-DC0E014F36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635" y="3866198"/>
              <a:ext cx="269875" cy="282575"/>
            </a:xfrm>
            <a:custGeom>
              <a:avLst/>
              <a:gdLst>
                <a:gd name="T0" fmla="*/ 100 w 104"/>
                <a:gd name="T1" fmla="*/ 0 h 109"/>
                <a:gd name="T2" fmla="*/ 100 w 104"/>
                <a:gd name="T3" fmla="*/ 30 h 109"/>
                <a:gd name="T4" fmla="*/ 29 w 104"/>
                <a:gd name="T5" fmla="*/ 83 h 109"/>
                <a:gd name="T6" fmla="*/ 96 w 104"/>
                <a:gd name="T7" fmla="*/ 68 h 109"/>
                <a:gd name="T8" fmla="*/ 99 w 104"/>
                <a:gd name="T9" fmla="*/ 109 h 109"/>
                <a:gd name="T10" fmla="*/ 87 w 104"/>
                <a:gd name="T11" fmla="*/ 92 h 109"/>
                <a:gd name="T12" fmla="*/ 1 w 104"/>
                <a:gd name="T13" fmla="*/ 91 h 109"/>
                <a:gd name="T14" fmla="*/ 78 w 104"/>
                <a:gd name="T15" fmla="*/ 26 h 109"/>
                <a:gd name="T16" fmla="*/ 13 w 104"/>
                <a:gd name="T17" fmla="*/ 28 h 109"/>
                <a:gd name="T18" fmla="*/ 7 w 104"/>
                <a:gd name="T19" fmla="*/ 43 h 109"/>
                <a:gd name="T20" fmla="*/ 5 w 104"/>
                <a:gd name="T21" fmla="*/ 1 h 109"/>
                <a:gd name="T22" fmla="*/ 12 w 104"/>
                <a:gd name="T23" fmla="*/ 15 h 109"/>
                <a:gd name="T24" fmla="*/ 88 w 104"/>
                <a:gd name="T25" fmla="*/ 15 h 109"/>
                <a:gd name="T26" fmla="*/ 95 w 104"/>
                <a:gd name="T27" fmla="*/ 0 h 109"/>
                <a:gd name="T28" fmla="*/ 100 w 104"/>
                <a:gd name="T2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9">
                  <a:moveTo>
                    <a:pt x="100" y="0"/>
                  </a:moveTo>
                  <a:cubicBezTo>
                    <a:pt x="100" y="10"/>
                    <a:pt x="100" y="20"/>
                    <a:pt x="100" y="30"/>
                  </a:cubicBezTo>
                  <a:cubicBezTo>
                    <a:pt x="76" y="47"/>
                    <a:pt x="52" y="66"/>
                    <a:pt x="29" y="83"/>
                  </a:cubicBezTo>
                  <a:cubicBezTo>
                    <a:pt x="52" y="86"/>
                    <a:pt x="95" y="93"/>
                    <a:pt x="96" y="68"/>
                  </a:cubicBezTo>
                  <a:cubicBezTo>
                    <a:pt x="104" y="73"/>
                    <a:pt x="100" y="100"/>
                    <a:pt x="99" y="109"/>
                  </a:cubicBezTo>
                  <a:cubicBezTo>
                    <a:pt x="91" y="107"/>
                    <a:pt x="94" y="93"/>
                    <a:pt x="87" y="92"/>
                  </a:cubicBezTo>
                  <a:cubicBezTo>
                    <a:pt x="58" y="91"/>
                    <a:pt x="27" y="95"/>
                    <a:pt x="1" y="91"/>
                  </a:cubicBezTo>
                  <a:cubicBezTo>
                    <a:pt x="22" y="63"/>
                    <a:pt x="55" y="50"/>
                    <a:pt x="78" y="26"/>
                  </a:cubicBezTo>
                  <a:cubicBezTo>
                    <a:pt x="62" y="28"/>
                    <a:pt x="29" y="24"/>
                    <a:pt x="13" y="28"/>
                  </a:cubicBezTo>
                  <a:cubicBezTo>
                    <a:pt x="10" y="30"/>
                    <a:pt x="11" y="39"/>
                    <a:pt x="7" y="43"/>
                  </a:cubicBezTo>
                  <a:cubicBezTo>
                    <a:pt x="0" y="36"/>
                    <a:pt x="3" y="10"/>
                    <a:pt x="5" y="1"/>
                  </a:cubicBezTo>
                  <a:cubicBezTo>
                    <a:pt x="12" y="1"/>
                    <a:pt x="8" y="12"/>
                    <a:pt x="12" y="15"/>
                  </a:cubicBezTo>
                  <a:cubicBezTo>
                    <a:pt x="35" y="19"/>
                    <a:pt x="66" y="21"/>
                    <a:pt x="88" y="15"/>
                  </a:cubicBezTo>
                  <a:cubicBezTo>
                    <a:pt x="91" y="11"/>
                    <a:pt x="95" y="7"/>
                    <a:pt x="95" y="0"/>
                  </a:cubicBezTo>
                  <a:cubicBezTo>
                    <a:pt x="96" y="0"/>
                    <a:pt x="99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9" name="Freeform 40">
              <a:extLst>
                <a:ext uri="{FF2B5EF4-FFF2-40B4-BE49-F238E27FC236}">
                  <a16:creationId xmlns:a16="http://schemas.microsoft.com/office/drawing/2014/main" id="{F59DD760-8169-ED66-4491-0FB99772C7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78635" y="4175760"/>
              <a:ext cx="269875" cy="271463"/>
            </a:xfrm>
            <a:custGeom>
              <a:avLst/>
              <a:gdLst>
                <a:gd name="T0" fmla="*/ 46 w 104"/>
                <a:gd name="T1" fmla="*/ 58 h 105"/>
                <a:gd name="T2" fmla="*/ 79 w 104"/>
                <a:gd name="T3" fmla="*/ 40 h 105"/>
                <a:gd name="T4" fmla="*/ 43 w 104"/>
                <a:gd name="T5" fmla="*/ 33 h 105"/>
                <a:gd name="T6" fmla="*/ 46 w 104"/>
                <a:gd name="T7" fmla="*/ 58 h 105"/>
                <a:gd name="T8" fmla="*/ 104 w 104"/>
                <a:gd name="T9" fmla="*/ 41 h 105"/>
                <a:gd name="T10" fmla="*/ 62 w 104"/>
                <a:gd name="T11" fmla="*/ 67 h 105"/>
                <a:gd name="T12" fmla="*/ 19 w 104"/>
                <a:gd name="T13" fmla="*/ 89 h 105"/>
                <a:gd name="T14" fmla="*/ 11 w 104"/>
                <a:gd name="T15" fmla="*/ 105 h 105"/>
                <a:gd name="T16" fmla="*/ 8 w 104"/>
                <a:gd name="T17" fmla="*/ 62 h 105"/>
                <a:gd name="T18" fmla="*/ 16 w 104"/>
                <a:gd name="T19" fmla="*/ 74 h 105"/>
                <a:gd name="T20" fmla="*/ 40 w 104"/>
                <a:gd name="T21" fmla="*/ 63 h 105"/>
                <a:gd name="T22" fmla="*/ 38 w 104"/>
                <a:gd name="T23" fmla="*/ 31 h 105"/>
                <a:gd name="T24" fmla="*/ 13 w 104"/>
                <a:gd name="T25" fmla="*/ 24 h 105"/>
                <a:gd name="T26" fmla="*/ 8 w 104"/>
                <a:gd name="T27" fmla="*/ 38 h 105"/>
                <a:gd name="T28" fmla="*/ 1 w 104"/>
                <a:gd name="T29" fmla="*/ 1 h 105"/>
                <a:gd name="T30" fmla="*/ 12 w 104"/>
                <a:gd name="T31" fmla="*/ 14 h 105"/>
                <a:gd name="T32" fmla="*/ 104 w 104"/>
                <a:gd name="T3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4" h="105">
                  <a:moveTo>
                    <a:pt x="46" y="58"/>
                  </a:moveTo>
                  <a:cubicBezTo>
                    <a:pt x="60" y="54"/>
                    <a:pt x="69" y="48"/>
                    <a:pt x="79" y="40"/>
                  </a:cubicBezTo>
                  <a:cubicBezTo>
                    <a:pt x="67" y="39"/>
                    <a:pt x="55" y="29"/>
                    <a:pt x="43" y="33"/>
                  </a:cubicBezTo>
                  <a:cubicBezTo>
                    <a:pt x="46" y="39"/>
                    <a:pt x="45" y="50"/>
                    <a:pt x="46" y="58"/>
                  </a:cubicBezTo>
                  <a:close/>
                  <a:moveTo>
                    <a:pt x="104" y="41"/>
                  </a:moveTo>
                  <a:cubicBezTo>
                    <a:pt x="95" y="55"/>
                    <a:pt x="77" y="59"/>
                    <a:pt x="62" y="67"/>
                  </a:cubicBezTo>
                  <a:cubicBezTo>
                    <a:pt x="47" y="74"/>
                    <a:pt x="34" y="83"/>
                    <a:pt x="19" y="89"/>
                  </a:cubicBezTo>
                  <a:cubicBezTo>
                    <a:pt x="17" y="96"/>
                    <a:pt x="17" y="105"/>
                    <a:pt x="11" y="105"/>
                  </a:cubicBezTo>
                  <a:cubicBezTo>
                    <a:pt x="12" y="89"/>
                    <a:pt x="5" y="73"/>
                    <a:pt x="8" y="62"/>
                  </a:cubicBezTo>
                  <a:cubicBezTo>
                    <a:pt x="14" y="62"/>
                    <a:pt x="12" y="71"/>
                    <a:pt x="16" y="74"/>
                  </a:cubicBezTo>
                  <a:cubicBezTo>
                    <a:pt x="25" y="72"/>
                    <a:pt x="32" y="67"/>
                    <a:pt x="40" y="63"/>
                  </a:cubicBezTo>
                  <a:cubicBezTo>
                    <a:pt x="41" y="50"/>
                    <a:pt x="38" y="43"/>
                    <a:pt x="38" y="31"/>
                  </a:cubicBezTo>
                  <a:cubicBezTo>
                    <a:pt x="32" y="22"/>
                    <a:pt x="25" y="25"/>
                    <a:pt x="13" y="24"/>
                  </a:cubicBezTo>
                  <a:cubicBezTo>
                    <a:pt x="7" y="24"/>
                    <a:pt x="13" y="36"/>
                    <a:pt x="8" y="38"/>
                  </a:cubicBezTo>
                  <a:cubicBezTo>
                    <a:pt x="0" y="33"/>
                    <a:pt x="3" y="14"/>
                    <a:pt x="1" y="1"/>
                  </a:cubicBezTo>
                  <a:cubicBezTo>
                    <a:pt x="10" y="0"/>
                    <a:pt x="8" y="10"/>
                    <a:pt x="12" y="14"/>
                  </a:cubicBezTo>
                  <a:cubicBezTo>
                    <a:pt x="41" y="24"/>
                    <a:pt x="76" y="29"/>
                    <a:pt x="104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1522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349DA33-52D3-5648-0944-7E860E33E8E7}"/>
              </a:ext>
            </a:extLst>
          </p:cNvPr>
          <p:cNvSpPr/>
          <p:nvPr userDrawn="1"/>
        </p:nvSpPr>
        <p:spPr>
          <a:xfrm>
            <a:off x="-1" y="479320"/>
            <a:ext cx="12192001" cy="617959"/>
          </a:xfrm>
          <a:prstGeom prst="rect">
            <a:avLst/>
          </a:prstGeom>
          <a:ln>
            <a:noFill/>
          </a:ln>
          <a:effectLst>
            <a:outerShdw blurRad="127000" dist="63500" dir="5400000" algn="t" rotWithShape="0">
              <a:schemeClr val="accent1">
                <a:lumMod val="75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76B31C-484D-1243-346E-0D8FEF10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36020" y="6538913"/>
            <a:ext cx="601472" cy="319088"/>
          </a:xfrm>
        </p:spPr>
        <p:txBody>
          <a:bodyPr/>
          <a:lstStyle>
            <a:lvl1pPr>
              <a:defRPr lang="en-US" altLang="zh-CN" sz="1600" kern="1200" dirty="0" smtClean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05389D-C31E-4256-1684-8F4385C7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2112" y="6538913"/>
            <a:ext cx="673608" cy="319088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C87181AA-4DAD-42D9-B724-3F8AD1554AD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4" name="内容占位符 13">
            <a:extLst>
              <a:ext uri="{FF2B5EF4-FFF2-40B4-BE49-F238E27FC236}">
                <a16:creationId xmlns:a16="http://schemas.microsoft.com/office/drawing/2014/main" id="{F3CCA5ED-9F0D-EC59-7F20-BFD49ABF22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0400" y="479429"/>
            <a:ext cx="5636491" cy="6179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EFA5507-70AD-BED1-AFE4-F394B888A6A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0399" y="1559770"/>
            <a:ext cx="10374745" cy="4260928"/>
          </a:xfrm>
        </p:spPr>
        <p:txBody>
          <a:bodyPr>
            <a:normAutofit/>
          </a:bodyPr>
          <a:lstStyle>
            <a:lvl1pPr marL="324000" indent="-324000">
              <a:lnSpc>
                <a:spcPct val="110000"/>
              </a:lnSpc>
              <a:spcBef>
                <a:spcPts val="1000"/>
              </a:spcBef>
              <a:defRPr sz="2400"/>
            </a:lvl1pPr>
            <a:lvl2pPr>
              <a:lnSpc>
                <a:spcPct val="110000"/>
              </a:lnSpc>
              <a:spcBef>
                <a:spcPts val="1000"/>
              </a:spcBef>
              <a:defRPr sz="2000"/>
            </a:lvl2pPr>
            <a:lvl3pPr>
              <a:lnSpc>
                <a:spcPct val="110000"/>
              </a:lnSpc>
              <a:spcBef>
                <a:spcPts val="1000"/>
              </a:spcBef>
              <a:defRPr sz="1800"/>
            </a:lvl3pPr>
            <a:lvl4pPr>
              <a:lnSpc>
                <a:spcPct val="110000"/>
              </a:lnSpc>
              <a:spcBef>
                <a:spcPts val="1000"/>
              </a:spcBef>
              <a:defRPr sz="1600"/>
            </a:lvl4pPr>
            <a:lvl5pPr>
              <a:lnSpc>
                <a:spcPct val="110000"/>
              </a:lnSpc>
              <a:spcBef>
                <a:spcPts val="1000"/>
              </a:spcBef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1C72B3D-2DC5-B2AF-8ED9-13739EBB8543}"/>
              </a:ext>
            </a:extLst>
          </p:cNvPr>
          <p:cNvGrpSpPr/>
          <p:nvPr userDrawn="1"/>
        </p:nvGrpSpPr>
        <p:grpSpPr>
          <a:xfrm>
            <a:off x="11311890" y="548640"/>
            <a:ext cx="369570" cy="469720"/>
            <a:chOff x="1508760" y="1972310"/>
            <a:chExt cx="3309937" cy="4206875"/>
          </a:xfrm>
          <a:solidFill>
            <a:schemeClr val="bg1"/>
          </a:solidFill>
        </p:grpSpPr>
        <p:sp>
          <p:nvSpPr>
            <p:cNvPr id="7" name="Freeform 16">
              <a:extLst>
                <a:ext uri="{FF2B5EF4-FFF2-40B4-BE49-F238E27FC236}">
                  <a16:creationId xmlns:a16="http://schemas.microsoft.com/office/drawing/2014/main" id="{9654E497-AE1B-92A9-4116-F55E03FA11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08760" y="1972310"/>
              <a:ext cx="3309937" cy="4206875"/>
            </a:xfrm>
            <a:custGeom>
              <a:avLst/>
              <a:gdLst>
                <a:gd name="T0" fmla="*/ 1226 w 1275"/>
                <a:gd name="T1" fmla="*/ 588 h 1621"/>
                <a:gd name="T2" fmla="*/ 1228 w 1275"/>
                <a:gd name="T3" fmla="*/ 60 h 1621"/>
                <a:gd name="T4" fmla="*/ 935 w 1275"/>
                <a:gd name="T5" fmla="*/ 117 h 1621"/>
                <a:gd name="T6" fmla="*/ 644 w 1275"/>
                <a:gd name="T7" fmla="*/ 51 h 1621"/>
                <a:gd name="T8" fmla="*/ 88 w 1275"/>
                <a:gd name="T9" fmla="*/ 72 h 1621"/>
                <a:gd name="T10" fmla="*/ 59 w 1275"/>
                <a:gd name="T11" fmla="*/ 63 h 1621"/>
                <a:gd name="T12" fmla="*/ 61 w 1275"/>
                <a:gd name="T13" fmla="*/ 589 h 1621"/>
                <a:gd name="T14" fmla="*/ 96 w 1275"/>
                <a:gd name="T15" fmla="*/ 1079 h 1621"/>
                <a:gd name="T16" fmla="*/ 308 w 1275"/>
                <a:gd name="T17" fmla="*/ 1392 h 1621"/>
                <a:gd name="T18" fmla="*/ 646 w 1275"/>
                <a:gd name="T19" fmla="*/ 1572 h 1621"/>
                <a:gd name="T20" fmla="*/ 980 w 1275"/>
                <a:gd name="T21" fmla="*/ 1392 h 1621"/>
                <a:gd name="T22" fmla="*/ 1190 w 1275"/>
                <a:gd name="T23" fmla="*/ 1079 h 1621"/>
                <a:gd name="T24" fmla="*/ 1226 w 1275"/>
                <a:gd name="T25" fmla="*/ 588 h 1621"/>
                <a:gd name="T26" fmla="*/ 1267 w 1275"/>
                <a:gd name="T27" fmla="*/ 3 h 1621"/>
                <a:gd name="T28" fmla="*/ 1265 w 1275"/>
                <a:gd name="T29" fmla="*/ 566 h 1621"/>
                <a:gd name="T30" fmla="*/ 1228 w 1275"/>
                <a:gd name="T31" fmla="*/ 1092 h 1621"/>
                <a:gd name="T32" fmla="*/ 996 w 1275"/>
                <a:gd name="T33" fmla="*/ 1418 h 1621"/>
                <a:gd name="T34" fmla="*/ 643 w 1275"/>
                <a:gd name="T35" fmla="*/ 1621 h 1621"/>
                <a:gd name="T36" fmla="*/ 336 w 1275"/>
                <a:gd name="T37" fmla="*/ 1452 h 1621"/>
                <a:gd name="T38" fmla="*/ 107 w 1275"/>
                <a:gd name="T39" fmla="*/ 1203 h 1621"/>
                <a:gd name="T40" fmla="*/ 41 w 1275"/>
                <a:gd name="T41" fmla="*/ 1028 h 1621"/>
                <a:gd name="T42" fmla="*/ 17 w 1275"/>
                <a:gd name="T43" fmla="*/ 318 h 1621"/>
                <a:gd name="T44" fmla="*/ 17 w 1275"/>
                <a:gd name="T45" fmla="*/ 0 h 1621"/>
                <a:gd name="T46" fmla="*/ 331 w 1275"/>
                <a:gd name="T47" fmla="*/ 82 h 1621"/>
                <a:gd name="T48" fmla="*/ 644 w 1275"/>
                <a:gd name="T49" fmla="*/ 7 h 1621"/>
                <a:gd name="T50" fmla="*/ 962 w 1275"/>
                <a:gd name="T51" fmla="*/ 82 h 1621"/>
                <a:gd name="T52" fmla="*/ 1238 w 1275"/>
                <a:gd name="T53" fmla="*/ 17 h 1621"/>
                <a:gd name="T54" fmla="*/ 1267 w 1275"/>
                <a:gd name="T55" fmla="*/ 3 h 1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5" h="1621">
                  <a:moveTo>
                    <a:pt x="1226" y="588"/>
                  </a:moveTo>
                  <a:cubicBezTo>
                    <a:pt x="1226" y="410"/>
                    <a:pt x="1227" y="232"/>
                    <a:pt x="1228" y="60"/>
                  </a:cubicBezTo>
                  <a:cubicBezTo>
                    <a:pt x="1146" y="96"/>
                    <a:pt x="1049" y="120"/>
                    <a:pt x="935" y="117"/>
                  </a:cubicBezTo>
                  <a:cubicBezTo>
                    <a:pt x="827" y="116"/>
                    <a:pt x="720" y="94"/>
                    <a:pt x="644" y="51"/>
                  </a:cubicBezTo>
                  <a:cubicBezTo>
                    <a:pt x="511" y="134"/>
                    <a:pt x="242" y="136"/>
                    <a:pt x="88" y="72"/>
                  </a:cubicBezTo>
                  <a:cubicBezTo>
                    <a:pt x="79" y="68"/>
                    <a:pt x="68" y="60"/>
                    <a:pt x="59" y="63"/>
                  </a:cubicBezTo>
                  <a:cubicBezTo>
                    <a:pt x="57" y="236"/>
                    <a:pt x="61" y="413"/>
                    <a:pt x="61" y="589"/>
                  </a:cubicBezTo>
                  <a:cubicBezTo>
                    <a:pt x="61" y="769"/>
                    <a:pt x="50" y="941"/>
                    <a:pt x="96" y="1079"/>
                  </a:cubicBezTo>
                  <a:cubicBezTo>
                    <a:pt x="140" y="1211"/>
                    <a:pt x="213" y="1316"/>
                    <a:pt x="308" y="1392"/>
                  </a:cubicBezTo>
                  <a:cubicBezTo>
                    <a:pt x="404" y="1466"/>
                    <a:pt x="529" y="1507"/>
                    <a:pt x="646" y="1572"/>
                  </a:cubicBezTo>
                  <a:cubicBezTo>
                    <a:pt x="760" y="1505"/>
                    <a:pt x="885" y="1467"/>
                    <a:pt x="980" y="1392"/>
                  </a:cubicBezTo>
                  <a:cubicBezTo>
                    <a:pt x="1074" y="1314"/>
                    <a:pt x="1148" y="1212"/>
                    <a:pt x="1190" y="1079"/>
                  </a:cubicBezTo>
                  <a:cubicBezTo>
                    <a:pt x="1233" y="940"/>
                    <a:pt x="1226" y="768"/>
                    <a:pt x="1226" y="588"/>
                  </a:cubicBezTo>
                  <a:close/>
                  <a:moveTo>
                    <a:pt x="1267" y="3"/>
                  </a:moveTo>
                  <a:cubicBezTo>
                    <a:pt x="1275" y="189"/>
                    <a:pt x="1259" y="379"/>
                    <a:pt x="1265" y="566"/>
                  </a:cubicBezTo>
                  <a:cubicBezTo>
                    <a:pt x="1270" y="752"/>
                    <a:pt x="1275" y="946"/>
                    <a:pt x="1228" y="1092"/>
                  </a:cubicBezTo>
                  <a:cubicBezTo>
                    <a:pt x="1183" y="1231"/>
                    <a:pt x="1098" y="1340"/>
                    <a:pt x="996" y="1418"/>
                  </a:cubicBezTo>
                  <a:cubicBezTo>
                    <a:pt x="891" y="1499"/>
                    <a:pt x="760" y="1545"/>
                    <a:pt x="643" y="1621"/>
                  </a:cubicBezTo>
                  <a:cubicBezTo>
                    <a:pt x="543" y="1551"/>
                    <a:pt x="430" y="1514"/>
                    <a:pt x="336" y="1452"/>
                  </a:cubicBezTo>
                  <a:cubicBezTo>
                    <a:pt x="242" y="1390"/>
                    <a:pt x="165" y="1307"/>
                    <a:pt x="107" y="1203"/>
                  </a:cubicBezTo>
                  <a:cubicBezTo>
                    <a:pt x="78" y="1150"/>
                    <a:pt x="54" y="1092"/>
                    <a:pt x="41" y="1028"/>
                  </a:cubicBezTo>
                  <a:cubicBezTo>
                    <a:pt x="0" y="825"/>
                    <a:pt x="33" y="554"/>
                    <a:pt x="17" y="318"/>
                  </a:cubicBezTo>
                  <a:cubicBezTo>
                    <a:pt x="17" y="212"/>
                    <a:pt x="17" y="106"/>
                    <a:pt x="17" y="0"/>
                  </a:cubicBezTo>
                  <a:cubicBezTo>
                    <a:pt x="98" y="48"/>
                    <a:pt x="205" y="82"/>
                    <a:pt x="331" y="82"/>
                  </a:cubicBezTo>
                  <a:cubicBezTo>
                    <a:pt x="452" y="82"/>
                    <a:pt x="563" y="60"/>
                    <a:pt x="644" y="7"/>
                  </a:cubicBezTo>
                  <a:cubicBezTo>
                    <a:pt x="720" y="60"/>
                    <a:pt x="837" y="82"/>
                    <a:pt x="962" y="82"/>
                  </a:cubicBezTo>
                  <a:cubicBezTo>
                    <a:pt x="1067" y="82"/>
                    <a:pt x="1166" y="55"/>
                    <a:pt x="1238" y="17"/>
                  </a:cubicBezTo>
                  <a:cubicBezTo>
                    <a:pt x="1250" y="11"/>
                    <a:pt x="1260" y="2"/>
                    <a:pt x="1267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8" name="Freeform 17">
              <a:extLst>
                <a:ext uri="{FF2B5EF4-FFF2-40B4-BE49-F238E27FC236}">
                  <a16:creationId xmlns:a16="http://schemas.microsoft.com/office/drawing/2014/main" id="{96566D43-F57A-6EAF-54A6-C206CC823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7523" y="3866198"/>
              <a:ext cx="269875" cy="249238"/>
            </a:xfrm>
            <a:custGeom>
              <a:avLst/>
              <a:gdLst>
                <a:gd name="T0" fmla="*/ 98 w 104"/>
                <a:gd name="T1" fmla="*/ 26 h 96"/>
                <a:gd name="T2" fmla="*/ 98 w 104"/>
                <a:gd name="T3" fmla="*/ 73 h 96"/>
                <a:gd name="T4" fmla="*/ 93 w 104"/>
                <a:gd name="T5" fmla="*/ 58 h 96"/>
                <a:gd name="T6" fmla="*/ 15 w 104"/>
                <a:gd name="T7" fmla="*/ 82 h 96"/>
                <a:gd name="T8" fmla="*/ 6 w 104"/>
                <a:gd name="T9" fmla="*/ 96 h 96"/>
                <a:gd name="T10" fmla="*/ 5 w 104"/>
                <a:gd name="T11" fmla="*/ 53 h 96"/>
                <a:gd name="T12" fmla="*/ 10 w 104"/>
                <a:gd name="T13" fmla="*/ 66 h 96"/>
                <a:gd name="T14" fmla="*/ 51 w 104"/>
                <a:gd name="T15" fmla="*/ 47 h 96"/>
                <a:gd name="T16" fmla="*/ 15 w 104"/>
                <a:gd name="T17" fmla="*/ 22 h 96"/>
                <a:gd name="T18" fmla="*/ 6 w 104"/>
                <a:gd name="T19" fmla="*/ 35 h 96"/>
                <a:gd name="T20" fmla="*/ 5 w 104"/>
                <a:gd name="T21" fmla="*/ 0 h 96"/>
                <a:gd name="T22" fmla="*/ 10 w 104"/>
                <a:gd name="T23" fmla="*/ 0 h 96"/>
                <a:gd name="T24" fmla="*/ 92 w 104"/>
                <a:gd name="T25" fmla="*/ 40 h 96"/>
                <a:gd name="T26" fmla="*/ 98 w 104"/>
                <a:gd name="T27" fmla="*/ 2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96">
                  <a:moveTo>
                    <a:pt x="98" y="26"/>
                  </a:moveTo>
                  <a:cubicBezTo>
                    <a:pt x="104" y="35"/>
                    <a:pt x="99" y="57"/>
                    <a:pt x="98" y="73"/>
                  </a:cubicBezTo>
                  <a:cubicBezTo>
                    <a:pt x="92" y="73"/>
                    <a:pt x="97" y="62"/>
                    <a:pt x="93" y="58"/>
                  </a:cubicBezTo>
                  <a:cubicBezTo>
                    <a:pt x="56" y="49"/>
                    <a:pt x="38" y="72"/>
                    <a:pt x="15" y="82"/>
                  </a:cubicBezTo>
                  <a:cubicBezTo>
                    <a:pt x="11" y="84"/>
                    <a:pt x="10" y="92"/>
                    <a:pt x="6" y="96"/>
                  </a:cubicBezTo>
                  <a:cubicBezTo>
                    <a:pt x="0" y="90"/>
                    <a:pt x="2" y="63"/>
                    <a:pt x="5" y="53"/>
                  </a:cubicBezTo>
                  <a:cubicBezTo>
                    <a:pt x="10" y="53"/>
                    <a:pt x="9" y="62"/>
                    <a:pt x="10" y="66"/>
                  </a:cubicBezTo>
                  <a:cubicBezTo>
                    <a:pt x="26" y="62"/>
                    <a:pt x="35" y="50"/>
                    <a:pt x="51" y="47"/>
                  </a:cubicBezTo>
                  <a:cubicBezTo>
                    <a:pt x="42" y="36"/>
                    <a:pt x="28" y="29"/>
                    <a:pt x="15" y="22"/>
                  </a:cubicBezTo>
                  <a:cubicBezTo>
                    <a:pt x="6" y="20"/>
                    <a:pt x="13" y="35"/>
                    <a:pt x="6" y="35"/>
                  </a:cubicBezTo>
                  <a:cubicBezTo>
                    <a:pt x="0" y="30"/>
                    <a:pt x="7" y="11"/>
                    <a:pt x="5" y="0"/>
                  </a:cubicBezTo>
                  <a:cubicBezTo>
                    <a:pt x="6" y="0"/>
                    <a:pt x="9" y="0"/>
                    <a:pt x="10" y="0"/>
                  </a:cubicBezTo>
                  <a:cubicBezTo>
                    <a:pt x="24" y="25"/>
                    <a:pt x="53" y="47"/>
                    <a:pt x="92" y="40"/>
                  </a:cubicBezTo>
                  <a:cubicBezTo>
                    <a:pt x="97" y="39"/>
                    <a:pt x="93" y="28"/>
                    <a:pt x="98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9" name="Freeform 18">
              <a:extLst>
                <a:ext uri="{FF2B5EF4-FFF2-40B4-BE49-F238E27FC236}">
                  <a16:creationId xmlns:a16="http://schemas.microsoft.com/office/drawing/2014/main" id="{16B2607C-3D7D-3C34-6CFB-E9440366B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348" y="4140835"/>
              <a:ext cx="265112" cy="244475"/>
            </a:xfrm>
            <a:custGeom>
              <a:avLst/>
              <a:gdLst>
                <a:gd name="T0" fmla="*/ 98 w 102"/>
                <a:gd name="T1" fmla="*/ 27 h 94"/>
                <a:gd name="T2" fmla="*/ 98 w 102"/>
                <a:gd name="T3" fmla="*/ 72 h 94"/>
                <a:gd name="T4" fmla="*/ 93 w 102"/>
                <a:gd name="T5" fmla="*/ 58 h 94"/>
                <a:gd name="T6" fmla="*/ 10 w 102"/>
                <a:gd name="T7" fmla="*/ 53 h 94"/>
                <a:gd name="T8" fmla="*/ 28 w 102"/>
                <a:gd name="T9" fmla="*/ 89 h 94"/>
                <a:gd name="T10" fmla="*/ 0 w 102"/>
                <a:gd name="T11" fmla="*/ 89 h 94"/>
                <a:gd name="T12" fmla="*/ 3 w 102"/>
                <a:gd name="T13" fmla="*/ 3 h 94"/>
                <a:gd name="T14" fmla="*/ 30 w 102"/>
                <a:gd name="T15" fmla="*/ 5 h 94"/>
                <a:gd name="T16" fmla="*/ 10 w 102"/>
                <a:gd name="T17" fmla="*/ 37 h 94"/>
                <a:gd name="T18" fmla="*/ 89 w 102"/>
                <a:gd name="T19" fmla="*/ 40 h 94"/>
                <a:gd name="T20" fmla="*/ 98 w 102"/>
                <a:gd name="T21" fmla="*/ 2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94">
                  <a:moveTo>
                    <a:pt x="98" y="27"/>
                  </a:moveTo>
                  <a:cubicBezTo>
                    <a:pt x="102" y="33"/>
                    <a:pt x="99" y="61"/>
                    <a:pt x="98" y="72"/>
                  </a:cubicBezTo>
                  <a:cubicBezTo>
                    <a:pt x="91" y="72"/>
                    <a:pt x="93" y="65"/>
                    <a:pt x="93" y="58"/>
                  </a:cubicBezTo>
                  <a:cubicBezTo>
                    <a:pt x="67" y="53"/>
                    <a:pt x="35" y="57"/>
                    <a:pt x="10" y="53"/>
                  </a:cubicBezTo>
                  <a:cubicBezTo>
                    <a:pt x="0" y="73"/>
                    <a:pt x="21" y="78"/>
                    <a:pt x="28" y="89"/>
                  </a:cubicBezTo>
                  <a:cubicBezTo>
                    <a:pt x="21" y="94"/>
                    <a:pt x="10" y="89"/>
                    <a:pt x="0" y="89"/>
                  </a:cubicBezTo>
                  <a:cubicBezTo>
                    <a:pt x="2" y="61"/>
                    <a:pt x="2" y="32"/>
                    <a:pt x="3" y="3"/>
                  </a:cubicBezTo>
                  <a:cubicBezTo>
                    <a:pt x="12" y="4"/>
                    <a:pt x="24" y="0"/>
                    <a:pt x="30" y="5"/>
                  </a:cubicBezTo>
                  <a:cubicBezTo>
                    <a:pt x="23" y="15"/>
                    <a:pt x="3" y="14"/>
                    <a:pt x="10" y="37"/>
                  </a:cubicBezTo>
                  <a:cubicBezTo>
                    <a:pt x="35" y="40"/>
                    <a:pt x="57" y="40"/>
                    <a:pt x="89" y="40"/>
                  </a:cubicBezTo>
                  <a:cubicBezTo>
                    <a:pt x="95" y="39"/>
                    <a:pt x="91" y="28"/>
                    <a:pt x="98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06000998-551C-4727-06A2-3370E09152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2223" y="2431098"/>
              <a:ext cx="765175" cy="695325"/>
            </a:xfrm>
            <a:custGeom>
              <a:avLst/>
              <a:gdLst>
                <a:gd name="T0" fmla="*/ 47 w 295"/>
                <a:gd name="T1" fmla="*/ 102 h 268"/>
                <a:gd name="T2" fmla="*/ 56 w 295"/>
                <a:gd name="T3" fmla="*/ 77 h 268"/>
                <a:gd name="T4" fmla="*/ 56 w 295"/>
                <a:gd name="T5" fmla="*/ 77 h 268"/>
                <a:gd name="T6" fmla="*/ 92 w 295"/>
                <a:gd name="T7" fmla="*/ 116 h 268"/>
                <a:gd name="T8" fmla="*/ 107 w 295"/>
                <a:gd name="T9" fmla="*/ 124 h 268"/>
                <a:gd name="T10" fmla="*/ 83 w 295"/>
                <a:gd name="T11" fmla="*/ 69 h 268"/>
                <a:gd name="T12" fmla="*/ 119 w 295"/>
                <a:gd name="T13" fmla="*/ 55 h 268"/>
                <a:gd name="T14" fmla="*/ 119 w 295"/>
                <a:gd name="T15" fmla="*/ 55 h 268"/>
                <a:gd name="T16" fmla="*/ 114 w 295"/>
                <a:gd name="T17" fmla="*/ 16 h 268"/>
                <a:gd name="T18" fmla="*/ 143 w 295"/>
                <a:gd name="T19" fmla="*/ 133 h 268"/>
                <a:gd name="T20" fmla="*/ 130 w 295"/>
                <a:gd name="T21" fmla="*/ 84 h 268"/>
                <a:gd name="T22" fmla="*/ 107 w 295"/>
                <a:gd name="T23" fmla="*/ 88 h 268"/>
                <a:gd name="T24" fmla="*/ 60 w 295"/>
                <a:gd name="T25" fmla="*/ 111 h 268"/>
                <a:gd name="T26" fmla="*/ 77 w 295"/>
                <a:gd name="T27" fmla="*/ 97 h 268"/>
                <a:gd name="T28" fmla="*/ 88 w 295"/>
                <a:gd name="T29" fmla="*/ 106 h 268"/>
                <a:gd name="T30" fmla="*/ 143 w 295"/>
                <a:gd name="T31" fmla="*/ 133 h 268"/>
                <a:gd name="T32" fmla="*/ 146 w 295"/>
                <a:gd name="T33" fmla="*/ 25 h 268"/>
                <a:gd name="T34" fmla="*/ 147 w 295"/>
                <a:gd name="T35" fmla="*/ 34 h 268"/>
                <a:gd name="T36" fmla="*/ 151 w 295"/>
                <a:gd name="T37" fmla="*/ 183 h 268"/>
                <a:gd name="T38" fmla="*/ 109 w 295"/>
                <a:gd name="T39" fmla="*/ 147 h 268"/>
                <a:gd name="T40" fmla="*/ 97 w 295"/>
                <a:gd name="T41" fmla="*/ 133 h 268"/>
                <a:gd name="T42" fmla="*/ 97 w 295"/>
                <a:gd name="T43" fmla="*/ 158 h 268"/>
                <a:gd name="T44" fmla="*/ 148 w 295"/>
                <a:gd name="T45" fmla="*/ 201 h 268"/>
                <a:gd name="T46" fmla="*/ 134 w 295"/>
                <a:gd name="T47" fmla="*/ 214 h 268"/>
                <a:gd name="T48" fmla="*/ 109 w 295"/>
                <a:gd name="T49" fmla="*/ 240 h 268"/>
                <a:gd name="T50" fmla="*/ 140 w 295"/>
                <a:gd name="T51" fmla="*/ 224 h 268"/>
                <a:gd name="T52" fmla="*/ 158 w 295"/>
                <a:gd name="T53" fmla="*/ 215 h 268"/>
                <a:gd name="T54" fmla="*/ 146 w 295"/>
                <a:gd name="T55" fmla="*/ 153 h 268"/>
                <a:gd name="T56" fmla="*/ 159 w 295"/>
                <a:gd name="T57" fmla="*/ 159 h 268"/>
                <a:gd name="T58" fmla="*/ 164 w 295"/>
                <a:gd name="T59" fmla="*/ 136 h 268"/>
                <a:gd name="T60" fmla="*/ 200 w 295"/>
                <a:gd name="T61" fmla="*/ 129 h 268"/>
                <a:gd name="T62" fmla="*/ 193 w 295"/>
                <a:gd name="T63" fmla="*/ 120 h 268"/>
                <a:gd name="T64" fmla="*/ 200 w 295"/>
                <a:gd name="T65" fmla="*/ 129 h 268"/>
                <a:gd name="T66" fmla="*/ 242 w 295"/>
                <a:gd name="T67" fmla="*/ 133 h 268"/>
                <a:gd name="T68" fmla="*/ 263 w 295"/>
                <a:gd name="T69" fmla="*/ 206 h 268"/>
                <a:gd name="T70" fmla="*/ 244 w 295"/>
                <a:gd name="T71" fmla="*/ 168 h 268"/>
                <a:gd name="T72" fmla="*/ 241 w 295"/>
                <a:gd name="T73" fmla="*/ 177 h 268"/>
                <a:gd name="T74" fmla="*/ 270 w 295"/>
                <a:gd name="T75" fmla="*/ 155 h 268"/>
                <a:gd name="T76" fmla="*/ 255 w 295"/>
                <a:gd name="T77" fmla="*/ 155 h 268"/>
                <a:gd name="T78" fmla="*/ 270 w 295"/>
                <a:gd name="T79" fmla="*/ 183 h 268"/>
                <a:gd name="T80" fmla="*/ 270 w 295"/>
                <a:gd name="T81" fmla="*/ 183 h 268"/>
                <a:gd name="T82" fmla="*/ 283 w 295"/>
                <a:gd name="T83" fmla="*/ 252 h 268"/>
                <a:gd name="T84" fmla="*/ 231 w 295"/>
                <a:gd name="T85" fmla="*/ 217 h 268"/>
                <a:gd name="T86" fmla="*/ 160 w 295"/>
                <a:gd name="T87" fmla="*/ 264 h 268"/>
                <a:gd name="T88" fmla="*/ 107 w 295"/>
                <a:gd name="T89" fmla="*/ 224 h 268"/>
                <a:gd name="T90" fmla="*/ 30 w 295"/>
                <a:gd name="T91" fmla="*/ 258 h 268"/>
                <a:gd name="T92" fmla="*/ 19 w 295"/>
                <a:gd name="T93" fmla="*/ 224 h 268"/>
                <a:gd name="T94" fmla="*/ 64 w 295"/>
                <a:gd name="T95" fmla="*/ 48 h 268"/>
                <a:gd name="T96" fmla="*/ 85 w 295"/>
                <a:gd name="T97" fmla="*/ 5 h 268"/>
                <a:gd name="T98" fmla="*/ 160 w 295"/>
                <a:gd name="T99" fmla="*/ 76 h 268"/>
                <a:gd name="T100" fmla="*/ 208 w 295"/>
                <a:gd name="T101" fmla="*/ 107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95" h="268">
                  <a:moveTo>
                    <a:pt x="42" y="115"/>
                  </a:moveTo>
                  <a:cubicBezTo>
                    <a:pt x="49" y="117"/>
                    <a:pt x="50" y="105"/>
                    <a:pt x="47" y="102"/>
                  </a:cubicBezTo>
                  <a:cubicBezTo>
                    <a:pt x="44" y="106"/>
                    <a:pt x="41" y="109"/>
                    <a:pt x="42" y="115"/>
                  </a:cubicBezTo>
                  <a:close/>
                  <a:moveTo>
                    <a:pt x="56" y="77"/>
                  </a:moveTo>
                  <a:cubicBezTo>
                    <a:pt x="63" y="76"/>
                    <a:pt x="68" y="73"/>
                    <a:pt x="68" y="64"/>
                  </a:cubicBezTo>
                  <a:cubicBezTo>
                    <a:pt x="61" y="60"/>
                    <a:pt x="55" y="68"/>
                    <a:pt x="56" y="77"/>
                  </a:cubicBezTo>
                  <a:close/>
                  <a:moveTo>
                    <a:pt x="107" y="124"/>
                  </a:moveTo>
                  <a:cubicBezTo>
                    <a:pt x="107" y="116"/>
                    <a:pt x="98" y="112"/>
                    <a:pt x="92" y="116"/>
                  </a:cubicBezTo>
                  <a:cubicBezTo>
                    <a:pt x="91" y="122"/>
                    <a:pt x="97" y="124"/>
                    <a:pt x="97" y="129"/>
                  </a:cubicBezTo>
                  <a:cubicBezTo>
                    <a:pt x="102" y="129"/>
                    <a:pt x="103" y="125"/>
                    <a:pt x="107" y="124"/>
                  </a:cubicBezTo>
                  <a:close/>
                  <a:moveTo>
                    <a:pt x="105" y="69"/>
                  </a:moveTo>
                  <a:cubicBezTo>
                    <a:pt x="107" y="59"/>
                    <a:pt x="83" y="59"/>
                    <a:pt x="83" y="69"/>
                  </a:cubicBezTo>
                  <a:cubicBezTo>
                    <a:pt x="90" y="72"/>
                    <a:pt x="97" y="67"/>
                    <a:pt x="105" y="69"/>
                  </a:cubicBezTo>
                  <a:close/>
                  <a:moveTo>
                    <a:pt x="119" y="55"/>
                  </a:moveTo>
                  <a:cubicBezTo>
                    <a:pt x="116" y="38"/>
                    <a:pt x="103" y="31"/>
                    <a:pt x="90" y="25"/>
                  </a:cubicBezTo>
                  <a:cubicBezTo>
                    <a:pt x="96" y="39"/>
                    <a:pt x="108" y="48"/>
                    <a:pt x="119" y="55"/>
                  </a:cubicBezTo>
                  <a:close/>
                  <a:moveTo>
                    <a:pt x="123" y="38"/>
                  </a:moveTo>
                  <a:cubicBezTo>
                    <a:pt x="118" y="33"/>
                    <a:pt x="120" y="20"/>
                    <a:pt x="114" y="16"/>
                  </a:cubicBezTo>
                  <a:cubicBezTo>
                    <a:pt x="109" y="25"/>
                    <a:pt x="115" y="36"/>
                    <a:pt x="123" y="38"/>
                  </a:cubicBezTo>
                  <a:close/>
                  <a:moveTo>
                    <a:pt x="143" y="133"/>
                  </a:moveTo>
                  <a:cubicBezTo>
                    <a:pt x="157" y="112"/>
                    <a:pt x="114" y="109"/>
                    <a:pt x="105" y="93"/>
                  </a:cubicBezTo>
                  <a:cubicBezTo>
                    <a:pt x="120" y="96"/>
                    <a:pt x="116" y="74"/>
                    <a:pt x="130" y="84"/>
                  </a:cubicBezTo>
                  <a:cubicBezTo>
                    <a:pt x="129" y="78"/>
                    <a:pt x="125" y="74"/>
                    <a:pt x="121" y="72"/>
                  </a:cubicBezTo>
                  <a:cubicBezTo>
                    <a:pt x="116" y="78"/>
                    <a:pt x="115" y="86"/>
                    <a:pt x="107" y="88"/>
                  </a:cubicBezTo>
                  <a:cubicBezTo>
                    <a:pt x="92" y="79"/>
                    <a:pt x="65" y="77"/>
                    <a:pt x="55" y="91"/>
                  </a:cubicBezTo>
                  <a:cubicBezTo>
                    <a:pt x="56" y="98"/>
                    <a:pt x="53" y="111"/>
                    <a:pt x="60" y="111"/>
                  </a:cubicBezTo>
                  <a:cubicBezTo>
                    <a:pt x="66" y="106"/>
                    <a:pt x="64" y="93"/>
                    <a:pt x="72" y="91"/>
                  </a:cubicBezTo>
                  <a:cubicBezTo>
                    <a:pt x="75" y="92"/>
                    <a:pt x="77" y="95"/>
                    <a:pt x="77" y="97"/>
                  </a:cubicBezTo>
                  <a:cubicBezTo>
                    <a:pt x="74" y="103"/>
                    <a:pt x="75" y="112"/>
                    <a:pt x="77" y="120"/>
                  </a:cubicBezTo>
                  <a:cubicBezTo>
                    <a:pt x="86" y="120"/>
                    <a:pt x="82" y="109"/>
                    <a:pt x="88" y="106"/>
                  </a:cubicBezTo>
                  <a:cubicBezTo>
                    <a:pt x="107" y="98"/>
                    <a:pt x="108" y="120"/>
                    <a:pt x="125" y="112"/>
                  </a:cubicBezTo>
                  <a:cubicBezTo>
                    <a:pt x="132" y="119"/>
                    <a:pt x="137" y="126"/>
                    <a:pt x="143" y="133"/>
                  </a:cubicBezTo>
                  <a:close/>
                  <a:moveTo>
                    <a:pt x="147" y="34"/>
                  </a:moveTo>
                  <a:cubicBezTo>
                    <a:pt x="148" y="30"/>
                    <a:pt x="147" y="28"/>
                    <a:pt x="146" y="25"/>
                  </a:cubicBezTo>
                  <a:cubicBezTo>
                    <a:pt x="143" y="25"/>
                    <a:pt x="142" y="25"/>
                    <a:pt x="140" y="25"/>
                  </a:cubicBezTo>
                  <a:cubicBezTo>
                    <a:pt x="141" y="29"/>
                    <a:pt x="142" y="34"/>
                    <a:pt x="147" y="34"/>
                  </a:cubicBezTo>
                  <a:close/>
                  <a:moveTo>
                    <a:pt x="148" y="201"/>
                  </a:moveTo>
                  <a:cubicBezTo>
                    <a:pt x="152" y="195"/>
                    <a:pt x="151" y="191"/>
                    <a:pt x="151" y="183"/>
                  </a:cubicBezTo>
                  <a:cubicBezTo>
                    <a:pt x="132" y="176"/>
                    <a:pt x="103" y="179"/>
                    <a:pt x="102" y="154"/>
                  </a:cubicBezTo>
                  <a:cubicBezTo>
                    <a:pt x="101" y="149"/>
                    <a:pt x="110" y="154"/>
                    <a:pt x="109" y="147"/>
                  </a:cubicBezTo>
                  <a:cubicBezTo>
                    <a:pt x="104" y="143"/>
                    <a:pt x="99" y="154"/>
                    <a:pt x="93" y="149"/>
                  </a:cubicBezTo>
                  <a:cubicBezTo>
                    <a:pt x="93" y="143"/>
                    <a:pt x="102" y="138"/>
                    <a:pt x="97" y="133"/>
                  </a:cubicBezTo>
                  <a:cubicBezTo>
                    <a:pt x="96" y="139"/>
                    <a:pt x="85" y="135"/>
                    <a:pt x="77" y="136"/>
                  </a:cubicBezTo>
                  <a:cubicBezTo>
                    <a:pt x="77" y="150"/>
                    <a:pt x="82" y="159"/>
                    <a:pt x="97" y="158"/>
                  </a:cubicBezTo>
                  <a:cubicBezTo>
                    <a:pt x="101" y="167"/>
                    <a:pt x="105" y="176"/>
                    <a:pt x="114" y="181"/>
                  </a:cubicBezTo>
                  <a:cubicBezTo>
                    <a:pt x="129" y="177"/>
                    <a:pt x="136" y="196"/>
                    <a:pt x="148" y="201"/>
                  </a:cubicBezTo>
                  <a:close/>
                  <a:moveTo>
                    <a:pt x="158" y="215"/>
                  </a:moveTo>
                  <a:cubicBezTo>
                    <a:pt x="148" y="221"/>
                    <a:pt x="143" y="207"/>
                    <a:pt x="134" y="214"/>
                  </a:cubicBezTo>
                  <a:cubicBezTo>
                    <a:pt x="129" y="211"/>
                    <a:pt x="136" y="198"/>
                    <a:pt x="127" y="198"/>
                  </a:cubicBezTo>
                  <a:cubicBezTo>
                    <a:pt x="130" y="219"/>
                    <a:pt x="121" y="231"/>
                    <a:pt x="109" y="240"/>
                  </a:cubicBezTo>
                  <a:cubicBezTo>
                    <a:pt x="119" y="244"/>
                    <a:pt x="125" y="244"/>
                    <a:pt x="135" y="240"/>
                  </a:cubicBezTo>
                  <a:cubicBezTo>
                    <a:pt x="138" y="236"/>
                    <a:pt x="135" y="225"/>
                    <a:pt x="140" y="224"/>
                  </a:cubicBezTo>
                  <a:cubicBezTo>
                    <a:pt x="151" y="224"/>
                    <a:pt x="140" y="245"/>
                    <a:pt x="151" y="244"/>
                  </a:cubicBezTo>
                  <a:cubicBezTo>
                    <a:pt x="149" y="227"/>
                    <a:pt x="149" y="224"/>
                    <a:pt x="158" y="215"/>
                  </a:cubicBezTo>
                  <a:close/>
                  <a:moveTo>
                    <a:pt x="159" y="159"/>
                  </a:moveTo>
                  <a:cubicBezTo>
                    <a:pt x="162" y="150"/>
                    <a:pt x="151" y="148"/>
                    <a:pt x="146" y="153"/>
                  </a:cubicBezTo>
                  <a:cubicBezTo>
                    <a:pt x="146" y="154"/>
                    <a:pt x="146" y="155"/>
                    <a:pt x="146" y="158"/>
                  </a:cubicBezTo>
                  <a:cubicBezTo>
                    <a:pt x="149" y="159"/>
                    <a:pt x="153" y="160"/>
                    <a:pt x="159" y="159"/>
                  </a:cubicBezTo>
                  <a:close/>
                  <a:moveTo>
                    <a:pt x="167" y="147"/>
                  </a:moveTo>
                  <a:cubicBezTo>
                    <a:pt x="170" y="145"/>
                    <a:pt x="170" y="136"/>
                    <a:pt x="164" y="136"/>
                  </a:cubicBezTo>
                  <a:cubicBezTo>
                    <a:pt x="163" y="138"/>
                    <a:pt x="159" y="149"/>
                    <a:pt x="167" y="147"/>
                  </a:cubicBezTo>
                  <a:close/>
                  <a:moveTo>
                    <a:pt x="200" y="129"/>
                  </a:moveTo>
                  <a:cubicBezTo>
                    <a:pt x="200" y="126"/>
                    <a:pt x="200" y="124"/>
                    <a:pt x="200" y="120"/>
                  </a:cubicBezTo>
                  <a:cubicBezTo>
                    <a:pt x="197" y="120"/>
                    <a:pt x="196" y="120"/>
                    <a:pt x="193" y="120"/>
                  </a:cubicBezTo>
                  <a:cubicBezTo>
                    <a:pt x="191" y="125"/>
                    <a:pt x="190" y="125"/>
                    <a:pt x="192" y="131"/>
                  </a:cubicBezTo>
                  <a:cubicBezTo>
                    <a:pt x="196" y="131"/>
                    <a:pt x="196" y="129"/>
                    <a:pt x="200" y="129"/>
                  </a:cubicBezTo>
                  <a:close/>
                  <a:moveTo>
                    <a:pt x="214" y="122"/>
                  </a:moveTo>
                  <a:cubicBezTo>
                    <a:pt x="217" y="134"/>
                    <a:pt x="233" y="140"/>
                    <a:pt x="242" y="133"/>
                  </a:cubicBezTo>
                  <a:cubicBezTo>
                    <a:pt x="237" y="120"/>
                    <a:pt x="228" y="122"/>
                    <a:pt x="214" y="122"/>
                  </a:cubicBezTo>
                  <a:close/>
                  <a:moveTo>
                    <a:pt x="263" y="206"/>
                  </a:moveTo>
                  <a:cubicBezTo>
                    <a:pt x="268" y="215"/>
                    <a:pt x="253" y="222"/>
                    <a:pt x="259" y="231"/>
                  </a:cubicBezTo>
                  <a:cubicBezTo>
                    <a:pt x="295" y="210"/>
                    <a:pt x="242" y="195"/>
                    <a:pt x="244" y="168"/>
                  </a:cubicBezTo>
                  <a:cubicBezTo>
                    <a:pt x="235" y="177"/>
                    <a:pt x="228" y="160"/>
                    <a:pt x="220" y="171"/>
                  </a:cubicBezTo>
                  <a:cubicBezTo>
                    <a:pt x="226" y="176"/>
                    <a:pt x="230" y="181"/>
                    <a:pt x="241" y="177"/>
                  </a:cubicBezTo>
                  <a:cubicBezTo>
                    <a:pt x="244" y="191"/>
                    <a:pt x="250" y="203"/>
                    <a:pt x="263" y="206"/>
                  </a:cubicBezTo>
                  <a:close/>
                  <a:moveTo>
                    <a:pt x="270" y="155"/>
                  </a:moveTo>
                  <a:cubicBezTo>
                    <a:pt x="270" y="147"/>
                    <a:pt x="262" y="145"/>
                    <a:pt x="256" y="141"/>
                  </a:cubicBezTo>
                  <a:cubicBezTo>
                    <a:pt x="257" y="148"/>
                    <a:pt x="256" y="152"/>
                    <a:pt x="255" y="155"/>
                  </a:cubicBezTo>
                  <a:cubicBezTo>
                    <a:pt x="259" y="155"/>
                    <a:pt x="264" y="155"/>
                    <a:pt x="270" y="155"/>
                  </a:cubicBezTo>
                  <a:close/>
                  <a:moveTo>
                    <a:pt x="270" y="183"/>
                  </a:moveTo>
                  <a:cubicBezTo>
                    <a:pt x="273" y="177"/>
                    <a:pt x="272" y="169"/>
                    <a:pt x="264" y="168"/>
                  </a:cubicBezTo>
                  <a:cubicBezTo>
                    <a:pt x="266" y="174"/>
                    <a:pt x="263" y="184"/>
                    <a:pt x="270" y="183"/>
                  </a:cubicBezTo>
                  <a:close/>
                  <a:moveTo>
                    <a:pt x="273" y="136"/>
                  </a:moveTo>
                  <a:cubicBezTo>
                    <a:pt x="291" y="164"/>
                    <a:pt x="274" y="217"/>
                    <a:pt x="283" y="252"/>
                  </a:cubicBezTo>
                  <a:cubicBezTo>
                    <a:pt x="269" y="260"/>
                    <a:pt x="246" y="268"/>
                    <a:pt x="225" y="264"/>
                  </a:cubicBezTo>
                  <a:cubicBezTo>
                    <a:pt x="211" y="248"/>
                    <a:pt x="228" y="230"/>
                    <a:pt x="231" y="217"/>
                  </a:cubicBezTo>
                  <a:cubicBezTo>
                    <a:pt x="221" y="207"/>
                    <a:pt x="207" y="222"/>
                    <a:pt x="193" y="222"/>
                  </a:cubicBezTo>
                  <a:cubicBezTo>
                    <a:pt x="190" y="244"/>
                    <a:pt x="176" y="254"/>
                    <a:pt x="160" y="264"/>
                  </a:cubicBezTo>
                  <a:cubicBezTo>
                    <a:pt x="138" y="265"/>
                    <a:pt x="88" y="268"/>
                    <a:pt x="88" y="244"/>
                  </a:cubicBezTo>
                  <a:cubicBezTo>
                    <a:pt x="88" y="230"/>
                    <a:pt x="102" y="236"/>
                    <a:pt x="107" y="224"/>
                  </a:cubicBezTo>
                  <a:cubicBezTo>
                    <a:pt x="101" y="212"/>
                    <a:pt x="83" y="211"/>
                    <a:pt x="76" y="214"/>
                  </a:cubicBezTo>
                  <a:cubicBezTo>
                    <a:pt x="55" y="220"/>
                    <a:pt x="60" y="260"/>
                    <a:pt x="30" y="258"/>
                  </a:cubicBezTo>
                  <a:cubicBezTo>
                    <a:pt x="19" y="258"/>
                    <a:pt x="0" y="249"/>
                    <a:pt x="1" y="230"/>
                  </a:cubicBezTo>
                  <a:cubicBezTo>
                    <a:pt x="5" y="225"/>
                    <a:pt x="14" y="227"/>
                    <a:pt x="19" y="224"/>
                  </a:cubicBezTo>
                  <a:cubicBezTo>
                    <a:pt x="35" y="207"/>
                    <a:pt x="35" y="169"/>
                    <a:pt x="15" y="158"/>
                  </a:cubicBezTo>
                  <a:cubicBezTo>
                    <a:pt x="5" y="95"/>
                    <a:pt x="44" y="81"/>
                    <a:pt x="64" y="48"/>
                  </a:cubicBezTo>
                  <a:cubicBezTo>
                    <a:pt x="65" y="39"/>
                    <a:pt x="60" y="35"/>
                    <a:pt x="60" y="25"/>
                  </a:cubicBezTo>
                  <a:cubicBezTo>
                    <a:pt x="66" y="16"/>
                    <a:pt x="85" y="16"/>
                    <a:pt x="85" y="5"/>
                  </a:cubicBezTo>
                  <a:cubicBezTo>
                    <a:pt x="101" y="3"/>
                    <a:pt x="115" y="3"/>
                    <a:pt x="131" y="0"/>
                  </a:cubicBezTo>
                  <a:cubicBezTo>
                    <a:pt x="152" y="11"/>
                    <a:pt x="165" y="47"/>
                    <a:pt x="160" y="76"/>
                  </a:cubicBezTo>
                  <a:cubicBezTo>
                    <a:pt x="159" y="88"/>
                    <a:pt x="147" y="96"/>
                    <a:pt x="148" y="110"/>
                  </a:cubicBezTo>
                  <a:cubicBezTo>
                    <a:pt x="168" y="125"/>
                    <a:pt x="190" y="109"/>
                    <a:pt x="208" y="107"/>
                  </a:cubicBezTo>
                  <a:cubicBezTo>
                    <a:pt x="231" y="106"/>
                    <a:pt x="261" y="117"/>
                    <a:pt x="273" y="1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D53D0014-50C5-CEE6-4B90-CD31E52DE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6248" y="4424998"/>
              <a:ext cx="282575" cy="149225"/>
            </a:xfrm>
            <a:custGeom>
              <a:avLst/>
              <a:gdLst>
                <a:gd name="T0" fmla="*/ 104 w 109"/>
                <a:gd name="T1" fmla="*/ 12 h 58"/>
                <a:gd name="T2" fmla="*/ 98 w 109"/>
                <a:gd name="T3" fmla="*/ 57 h 58"/>
                <a:gd name="T4" fmla="*/ 95 w 109"/>
                <a:gd name="T5" fmla="*/ 43 h 58"/>
                <a:gd name="T6" fmla="*/ 17 w 109"/>
                <a:gd name="T7" fmla="*/ 31 h 58"/>
                <a:gd name="T8" fmla="*/ 9 w 109"/>
                <a:gd name="T9" fmla="*/ 44 h 58"/>
                <a:gd name="T10" fmla="*/ 10 w 109"/>
                <a:gd name="T11" fmla="*/ 0 h 58"/>
                <a:gd name="T12" fmla="*/ 15 w 109"/>
                <a:gd name="T13" fmla="*/ 0 h 58"/>
                <a:gd name="T14" fmla="*/ 17 w 109"/>
                <a:gd name="T15" fmla="*/ 14 h 58"/>
                <a:gd name="T16" fmla="*/ 92 w 109"/>
                <a:gd name="T17" fmla="*/ 26 h 58"/>
                <a:gd name="T18" fmla="*/ 104 w 109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58">
                  <a:moveTo>
                    <a:pt x="104" y="12"/>
                  </a:moveTo>
                  <a:cubicBezTo>
                    <a:pt x="109" y="20"/>
                    <a:pt x="103" y="48"/>
                    <a:pt x="98" y="57"/>
                  </a:cubicBezTo>
                  <a:cubicBezTo>
                    <a:pt x="92" y="58"/>
                    <a:pt x="100" y="45"/>
                    <a:pt x="95" y="43"/>
                  </a:cubicBezTo>
                  <a:cubicBezTo>
                    <a:pt x="70" y="38"/>
                    <a:pt x="44" y="34"/>
                    <a:pt x="17" y="31"/>
                  </a:cubicBezTo>
                  <a:cubicBezTo>
                    <a:pt x="11" y="33"/>
                    <a:pt x="12" y="42"/>
                    <a:pt x="9" y="44"/>
                  </a:cubicBezTo>
                  <a:cubicBezTo>
                    <a:pt x="0" y="34"/>
                    <a:pt x="11" y="14"/>
                    <a:pt x="10" y="0"/>
                  </a:cubicBezTo>
                  <a:cubicBezTo>
                    <a:pt x="12" y="0"/>
                    <a:pt x="14" y="0"/>
                    <a:pt x="15" y="0"/>
                  </a:cubicBezTo>
                  <a:cubicBezTo>
                    <a:pt x="16" y="5"/>
                    <a:pt x="15" y="11"/>
                    <a:pt x="17" y="14"/>
                  </a:cubicBezTo>
                  <a:cubicBezTo>
                    <a:pt x="39" y="20"/>
                    <a:pt x="69" y="20"/>
                    <a:pt x="92" y="26"/>
                  </a:cubicBezTo>
                  <a:cubicBezTo>
                    <a:pt x="100" y="26"/>
                    <a:pt x="99" y="16"/>
                    <a:pt x="10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4517ED5D-3850-CB6C-51ED-96BDA14FB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985" y="4577398"/>
              <a:ext cx="312737" cy="236538"/>
            </a:xfrm>
            <a:custGeom>
              <a:avLst/>
              <a:gdLst>
                <a:gd name="T0" fmla="*/ 71 w 120"/>
                <a:gd name="T1" fmla="*/ 80 h 91"/>
                <a:gd name="T2" fmla="*/ 109 w 120"/>
                <a:gd name="T3" fmla="*/ 48 h 91"/>
                <a:gd name="T4" fmla="*/ 98 w 120"/>
                <a:gd name="T5" fmla="*/ 33 h 91"/>
                <a:gd name="T6" fmla="*/ 52 w 120"/>
                <a:gd name="T7" fmla="*/ 70 h 91"/>
                <a:gd name="T8" fmla="*/ 26 w 120"/>
                <a:gd name="T9" fmla="*/ 15 h 91"/>
                <a:gd name="T10" fmla="*/ 24 w 120"/>
                <a:gd name="T11" fmla="*/ 5 h 91"/>
                <a:gd name="T12" fmla="*/ 55 w 120"/>
                <a:gd name="T13" fmla="*/ 14 h 91"/>
                <a:gd name="T14" fmla="*/ 31 w 120"/>
                <a:gd name="T15" fmla="*/ 23 h 91"/>
                <a:gd name="T16" fmla="*/ 38 w 120"/>
                <a:gd name="T17" fmla="*/ 57 h 91"/>
                <a:gd name="T18" fmla="*/ 102 w 120"/>
                <a:gd name="T19" fmla="*/ 21 h 91"/>
                <a:gd name="T20" fmla="*/ 102 w 120"/>
                <a:gd name="T21" fmla="*/ 80 h 91"/>
                <a:gd name="T22" fmla="*/ 103 w 120"/>
                <a:gd name="T23" fmla="*/ 91 h 91"/>
                <a:gd name="T24" fmla="*/ 71 w 120"/>
                <a:gd name="T25" fmla="*/ 8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1">
                  <a:moveTo>
                    <a:pt x="71" y="80"/>
                  </a:moveTo>
                  <a:cubicBezTo>
                    <a:pt x="88" y="71"/>
                    <a:pt x="113" y="76"/>
                    <a:pt x="109" y="48"/>
                  </a:cubicBezTo>
                  <a:cubicBezTo>
                    <a:pt x="108" y="43"/>
                    <a:pt x="104" y="36"/>
                    <a:pt x="98" y="33"/>
                  </a:cubicBezTo>
                  <a:cubicBezTo>
                    <a:pt x="72" y="26"/>
                    <a:pt x="77" y="60"/>
                    <a:pt x="52" y="70"/>
                  </a:cubicBezTo>
                  <a:cubicBezTo>
                    <a:pt x="19" y="83"/>
                    <a:pt x="0" y="37"/>
                    <a:pt x="26" y="15"/>
                  </a:cubicBezTo>
                  <a:cubicBezTo>
                    <a:pt x="26" y="12"/>
                    <a:pt x="22" y="10"/>
                    <a:pt x="24" y="5"/>
                  </a:cubicBezTo>
                  <a:cubicBezTo>
                    <a:pt x="33" y="8"/>
                    <a:pt x="52" y="10"/>
                    <a:pt x="55" y="14"/>
                  </a:cubicBezTo>
                  <a:cubicBezTo>
                    <a:pt x="51" y="24"/>
                    <a:pt x="40" y="18"/>
                    <a:pt x="31" y="23"/>
                  </a:cubicBezTo>
                  <a:cubicBezTo>
                    <a:pt x="19" y="31"/>
                    <a:pt x="14" y="59"/>
                    <a:pt x="38" y="57"/>
                  </a:cubicBezTo>
                  <a:cubicBezTo>
                    <a:pt x="58" y="56"/>
                    <a:pt x="69" y="0"/>
                    <a:pt x="102" y="21"/>
                  </a:cubicBezTo>
                  <a:cubicBezTo>
                    <a:pt x="117" y="29"/>
                    <a:pt x="120" y="65"/>
                    <a:pt x="102" y="80"/>
                  </a:cubicBezTo>
                  <a:cubicBezTo>
                    <a:pt x="98" y="84"/>
                    <a:pt x="109" y="85"/>
                    <a:pt x="103" y="91"/>
                  </a:cubicBezTo>
                  <a:cubicBezTo>
                    <a:pt x="92" y="88"/>
                    <a:pt x="76" y="89"/>
                    <a:pt x="71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5" name="Freeform 22">
              <a:extLst>
                <a:ext uri="{FF2B5EF4-FFF2-40B4-BE49-F238E27FC236}">
                  <a16:creationId xmlns:a16="http://schemas.microsoft.com/office/drawing/2014/main" id="{88E89906-9E27-01A8-5BE6-356E10CBB7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0198" y="4723448"/>
              <a:ext cx="334962" cy="347663"/>
            </a:xfrm>
            <a:custGeom>
              <a:avLst/>
              <a:gdLst>
                <a:gd name="T0" fmla="*/ 56 w 129"/>
                <a:gd name="T1" fmla="*/ 85 h 134"/>
                <a:gd name="T2" fmla="*/ 32 w 129"/>
                <a:gd name="T3" fmla="*/ 44 h 134"/>
                <a:gd name="T4" fmla="*/ 19 w 129"/>
                <a:gd name="T5" fmla="*/ 66 h 134"/>
                <a:gd name="T6" fmla="*/ 56 w 129"/>
                <a:gd name="T7" fmla="*/ 85 h 134"/>
                <a:gd name="T8" fmla="*/ 128 w 129"/>
                <a:gd name="T9" fmla="*/ 48 h 134"/>
                <a:gd name="T10" fmla="*/ 115 w 129"/>
                <a:gd name="T11" fmla="*/ 75 h 134"/>
                <a:gd name="T12" fmla="*/ 61 w 129"/>
                <a:gd name="T13" fmla="*/ 85 h 134"/>
                <a:gd name="T14" fmla="*/ 90 w 129"/>
                <a:gd name="T15" fmla="*/ 105 h 134"/>
                <a:gd name="T16" fmla="*/ 102 w 129"/>
                <a:gd name="T17" fmla="*/ 96 h 134"/>
                <a:gd name="T18" fmla="*/ 83 w 129"/>
                <a:gd name="T19" fmla="*/ 134 h 134"/>
                <a:gd name="T20" fmla="*/ 83 w 129"/>
                <a:gd name="T21" fmla="*/ 121 h 134"/>
                <a:gd name="T22" fmla="*/ 16 w 129"/>
                <a:gd name="T23" fmla="*/ 82 h 134"/>
                <a:gd name="T24" fmla="*/ 0 w 129"/>
                <a:gd name="T25" fmla="*/ 89 h 134"/>
                <a:gd name="T26" fmla="*/ 70 w 129"/>
                <a:gd name="T27" fmla="*/ 46 h 134"/>
                <a:gd name="T28" fmla="*/ 68 w 129"/>
                <a:gd name="T29" fmla="*/ 63 h 134"/>
                <a:gd name="T30" fmla="*/ 128 w 129"/>
                <a:gd name="T31" fmla="*/ 48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9" h="134">
                  <a:moveTo>
                    <a:pt x="56" y="85"/>
                  </a:moveTo>
                  <a:cubicBezTo>
                    <a:pt x="67" y="67"/>
                    <a:pt x="59" y="39"/>
                    <a:pt x="32" y="44"/>
                  </a:cubicBezTo>
                  <a:cubicBezTo>
                    <a:pt x="27" y="51"/>
                    <a:pt x="21" y="56"/>
                    <a:pt x="19" y="66"/>
                  </a:cubicBezTo>
                  <a:cubicBezTo>
                    <a:pt x="32" y="72"/>
                    <a:pt x="43" y="80"/>
                    <a:pt x="56" y="85"/>
                  </a:cubicBezTo>
                  <a:close/>
                  <a:moveTo>
                    <a:pt x="128" y="48"/>
                  </a:moveTo>
                  <a:cubicBezTo>
                    <a:pt x="129" y="56"/>
                    <a:pt x="121" y="68"/>
                    <a:pt x="115" y="75"/>
                  </a:cubicBezTo>
                  <a:cubicBezTo>
                    <a:pt x="94" y="77"/>
                    <a:pt x="68" y="73"/>
                    <a:pt x="61" y="85"/>
                  </a:cubicBezTo>
                  <a:cubicBezTo>
                    <a:pt x="66" y="97"/>
                    <a:pt x="81" y="97"/>
                    <a:pt x="90" y="105"/>
                  </a:cubicBezTo>
                  <a:cubicBezTo>
                    <a:pt x="98" y="105"/>
                    <a:pt x="96" y="96"/>
                    <a:pt x="102" y="96"/>
                  </a:cubicBezTo>
                  <a:cubicBezTo>
                    <a:pt x="102" y="108"/>
                    <a:pt x="89" y="129"/>
                    <a:pt x="83" y="134"/>
                  </a:cubicBezTo>
                  <a:cubicBezTo>
                    <a:pt x="76" y="134"/>
                    <a:pt x="87" y="128"/>
                    <a:pt x="83" y="121"/>
                  </a:cubicBezTo>
                  <a:cubicBezTo>
                    <a:pt x="63" y="105"/>
                    <a:pt x="39" y="95"/>
                    <a:pt x="16" y="82"/>
                  </a:cubicBezTo>
                  <a:cubicBezTo>
                    <a:pt x="7" y="80"/>
                    <a:pt x="10" y="91"/>
                    <a:pt x="0" y="89"/>
                  </a:cubicBezTo>
                  <a:cubicBezTo>
                    <a:pt x="8" y="61"/>
                    <a:pt x="43" y="0"/>
                    <a:pt x="70" y="46"/>
                  </a:cubicBezTo>
                  <a:cubicBezTo>
                    <a:pt x="70" y="52"/>
                    <a:pt x="71" y="61"/>
                    <a:pt x="68" y="63"/>
                  </a:cubicBezTo>
                  <a:cubicBezTo>
                    <a:pt x="90" y="61"/>
                    <a:pt x="116" y="61"/>
                    <a:pt x="128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6" name="Freeform 23">
              <a:extLst>
                <a:ext uri="{FF2B5EF4-FFF2-40B4-BE49-F238E27FC236}">
                  <a16:creationId xmlns:a16="http://schemas.microsoft.com/office/drawing/2014/main" id="{9BFFB7F1-B13F-5D47-732E-817C752D49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7323" y="4993323"/>
              <a:ext cx="327025" cy="312738"/>
            </a:xfrm>
            <a:custGeom>
              <a:avLst/>
              <a:gdLst>
                <a:gd name="T0" fmla="*/ 103 w 126"/>
                <a:gd name="T1" fmla="*/ 40 h 121"/>
                <a:gd name="T2" fmla="*/ 126 w 126"/>
                <a:gd name="T3" fmla="*/ 58 h 121"/>
                <a:gd name="T4" fmla="*/ 71 w 126"/>
                <a:gd name="T5" fmla="*/ 121 h 121"/>
                <a:gd name="T6" fmla="*/ 74 w 126"/>
                <a:gd name="T7" fmla="*/ 107 h 121"/>
                <a:gd name="T8" fmla="*/ 16 w 126"/>
                <a:gd name="T9" fmla="*/ 55 h 121"/>
                <a:gd name="T10" fmla="*/ 0 w 126"/>
                <a:gd name="T11" fmla="*/ 60 h 121"/>
                <a:gd name="T12" fmla="*/ 46 w 126"/>
                <a:gd name="T13" fmla="*/ 0 h 121"/>
                <a:gd name="T14" fmla="*/ 63 w 126"/>
                <a:gd name="T15" fmla="*/ 15 h 121"/>
                <a:gd name="T16" fmla="*/ 43 w 126"/>
                <a:gd name="T17" fmla="*/ 17 h 121"/>
                <a:gd name="T18" fmla="*/ 22 w 126"/>
                <a:gd name="T19" fmla="*/ 39 h 121"/>
                <a:gd name="T20" fmla="*/ 50 w 126"/>
                <a:gd name="T21" fmla="*/ 64 h 121"/>
                <a:gd name="T22" fmla="*/ 57 w 126"/>
                <a:gd name="T23" fmla="*/ 31 h 121"/>
                <a:gd name="T24" fmla="*/ 90 w 126"/>
                <a:gd name="T25" fmla="*/ 55 h 121"/>
                <a:gd name="T26" fmla="*/ 57 w 126"/>
                <a:gd name="T27" fmla="*/ 67 h 121"/>
                <a:gd name="T28" fmla="*/ 87 w 126"/>
                <a:gd name="T29" fmla="*/ 92 h 121"/>
                <a:gd name="T30" fmla="*/ 103 w 126"/>
                <a:gd name="T31" fmla="*/ 4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6" h="121">
                  <a:moveTo>
                    <a:pt x="103" y="40"/>
                  </a:moveTo>
                  <a:cubicBezTo>
                    <a:pt x="111" y="39"/>
                    <a:pt x="116" y="55"/>
                    <a:pt x="126" y="58"/>
                  </a:cubicBezTo>
                  <a:cubicBezTo>
                    <a:pt x="107" y="78"/>
                    <a:pt x="92" y="110"/>
                    <a:pt x="71" y="121"/>
                  </a:cubicBezTo>
                  <a:cubicBezTo>
                    <a:pt x="71" y="115"/>
                    <a:pt x="78" y="111"/>
                    <a:pt x="74" y="107"/>
                  </a:cubicBezTo>
                  <a:cubicBezTo>
                    <a:pt x="57" y="87"/>
                    <a:pt x="35" y="72"/>
                    <a:pt x="16" y="55"/>
                  </a:cubicBezTo>
                  <a:cubicBezTo>
                    <a:pt x="8" y="54"/>
                    <a:pt x="6" y="66"/>
                    <a:pt x="0" y="60"/>
                  </a:cubicBezTo>
                  <a:cubicBezTo>
                    <a:pt x="13" y="38"/>
                    <a:pt x="33" y="21"/>
                    <a:pt x="46" y="0"/>
                  </a:cubicBezTo>
                  <a:cubicBezTo>
                    <a:pt x="52" y="4"/>
                    <a:pt x="63" y="11"/>
                    <a:pt x="63" y="15"/>
                  </a:cubicBezTo>
                  <a:cubicBezTo>
                    <a:pt x="62" y="24"/>
                    <a:pt x="51" y="14"/>
                    <a:pt x="43" y="17"/>
                  </a:cubicBezTo>
                  <a:cubicBezTo>
                    <a:pt x="41" y="20"/>
                    <a:pt x="22" y="34"/>
                    <a:pt x="22" y="39"/>
                  </a:cubicBezTo>
                  <a:cubicBezTo>
                    <a:pt x="23" y="49"/>
                    <a:pt x="44" y="54"/>
                    <a:pt x="50" y="64"/>
                  </a:cubicBezTo>
                  <a:cubicBezTo>
                    <a:pt x="63" y="60"/>
                    <a:pt x="65" y="41"/>
                    <a:pt x="57" y="31"/>
                  </a:cubicBezTo>
                  <a:cubicBezTo>
                    <a:pt x="68" y="31"/>
                    <a:pt x="78" y="49"/>
                    <a:pt x="90" y="55"/>
                  </a:cubicBezTo>
                  <a:cubicBezTo>
                    <a:pt x="81" y="58"/>
                    <a:pt x="61" y="52"/>
                    <a:pt x="57" y="67"/>
                  </a:cubicBezTo>
                  <a:cubicBezTo>
                    <a:pt x="66" y="76"/>
                    <a:pt x="74" y="93"/>
                    <a:pt x="87" y="92"/>
                  </a:cubicBezTo>
                  <a:cubicBezTo>
                    <a:pt x="105" y="92"/>
                    <a:pt x="116" y="60"/>
                    <a:pt x="103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7" name="Freeform 24">
              <a:extLst>
                <a:ext uri="{FF2B5EF4-FFF2-40B4-BE49-F238E27FC236}">
                  <a16:creationId xmlns:a16="http://schemas.microsoft.com/office/drawing/2014/main" id="{4A1C7C1D-52A6-7923-781C-F1C706F639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1535" y="3228023"/>
              <a:ext cx="2111375" cy="2195513"/>
            </a:xfrm>
            <a:custGeom>
              <a:avLst/>
              <a:gdLst>
                <a:gd name="T0" fmla="*/ 316 w 813"/>
                <a:gd name="T1" fmla="*/ 720 h 846"/>
                <a:gd name="T2" fmla="*/ 313 w 813"/>
                <a:gd name="T3" fmla="*/ 652 h 846"/>
                <a:gd name="T4" fmla="*/ 294 w 813"/>
                <a:gd name="T5" fmla="*/ 673 h 846"/>
                <a:gd name="T6" fmla="*/ 309 w 813"/>
                <a:gd name="T7" fmla="*/ 671 h 846"/>
                <a:gd name="T8" fmla="*/ 313 w 813"/>
                <a:gd name="T9" fmla="*/ 720 h 846"/>
                <a:gd name="T10" fmla="*/ 316 w 813"/>
                <a:gd name="T11" fmla="*/ 720 h 846"/>
                <a:gd name="T12" fmla="*/ 377 w 813"/>
                <a:gd name="T13" fmla="*/ 720 h 846"/>
                <a:gd name="T14" fmla="*/ 391 w 813"/>
                <a:gd name="T15" fmla="*/ 671 h 846"/>
                <a:gd name="T16" fmla="*/ 349 w 813"/>
                <a:gd name="T17" fmla="*/ 667 h 846"/>
                <a:gd name="T18" fmla="*/ 384 w 813"/>
                <a:gd name="T19" fmla="*/ 692 h 846"/>
                <a:gd name="T20" fmla="*/ 366 w 813"/>
                <a:gd name="T21" fmla="*/ 715 h 846"/>
                <a:gd name="T22" fmla="*/ 353 w 813"/>
                <a:gd name="T23" fmla="*/ 704 h 846"/>
                <a:gd name="T24" fmla="*/ 377 w 813"/>
                <a:gd name="T25" fmla="*/ 720 h 846"/>
                <a:gd name="T26" fmla="*/ 417 w 813"/>
                <a:gd name="T27" fmla="*/ 716 h 846"/>
                <a:gd name="T28" fmla="*/ 419 w 813"/>
                <a:gd name="T29" fmla="*/ 656 h 846"/>
                <a:gd name="T30" fmla="*/ 417 w 813"/>
                <a:gd name="T31" fmla="*/ 716 h 846"/>
                <a:gd name="T32" fmla="*/ 481 w 813"/>
                <a:gd name="T33" fmla="*/ 714 h 846"/>
                <a:gd name="T34" fmla="*/ 514 w 813"/>
                <a:gd name="T35" fmla="*/ 668 h 846"/>
                <a:gd name="T36" fmla="*/ 475 w 813"/>
                <a:gd name="T37" fmla="*/ 672 h 846"/>
                <a:gd name="T38" fmla="*/ 490 w 813"/>
                <a:gd name="T39" fmla="*/ 659 h 846"/>
                <a:gd name="T40" fmla="*/ 506 w 813"/>
                <a:gd name="T41" fmla="*/ 668 h 846"/>
                <a:gd name="T42" fmla="*/ 470 w 813"/>
                <a:gd name="T43" fmla="*/ 720 h 846"/>
                <a:gd name="T44" fmla="*/ 514 w 813"/>
                <a:gd name="T45" fmla="*/ 715 h 846"/>
                <a:gd name="T46" fmla="*/ 481 w 813"/>
                <a:gd name="T47" fmla="*/ 714 h 846"/>
                <a:gd name="T48" fmla="*/ 415 w 813"/>
                <a:gd name="T49" fmla="*/ 465 h 846"/>
                <a:gd name="T50" fmla="*/ 628 w 813"/>
                <a:gd name="T51" fmla="*/ 461 h 846"/>
                <a:gd name="T52" fmla="*/ 478 w 813"/>
                <a:gd name="T53" fmla="*/ 353 h 846"/>
                <a:gd name="T54" fmla="*/ 545 w 813"/>
                <a:gd name="T55" fmla="*/ 362 h 846"/>
                <a:gd name="T56" fmla="*/ 441 w 813"/>
                <a:gd name="T57" fmla="*/ 229 h 846"/>
                <a:gd name="T58" fmla="*/ 483 w 813"/>
                <a:gd name="T59" fmla="*/ 237 h 846"/>
                <a:gd name="T60" fmla="*/ 441 w 813"/>
                <a:gd name="T61" fmla="*/ 162 h 846"/>
                <a:gd name="T62" fmla="*/ 408 w 813"/>
                <a:gd name="T63" fmla="*/ 80 h 846"/>
                <a:gd name="T64" fmla="*/ 346 w 813"/>
                <a:gd name="T65" fmla="*/ 220 h 846"/>
                <a:gd name="T66" fmla="*/ 340 w 813"/>
                <a:gd name="T67" fmla="*/ 237 h 846"/>
                <a:gd name="T68" fmla="*/ 381 w 813"/>
                <a:gd name="T69" fmla="*/ 229 h 846"/>
                <a:gd name="T70" fmla="*/ 275 w 813"/>
                <a:gd name="T71" fmla="*/ 360 h 846"/>
                <a:gd name="T72" fmla="*/ 344 w 813"/>
                <a:gd name="T73" fmla="*/ 353 h 846"/>
                <a:gd name="T74" fmla="*/ 344 w 813"/>
                <a:gd name="T75" fmla="*/ 355 h 846"/>
                <a:gd name="T76" fmla="*/ 342 w 813"/>
                <a:gd name="T77" fmla="*/ 357 h 846"/>
                <a:gd name="T78" fmla="*/ 211 w 813"/>
                <a:gd name="T79" fmla="*/ 446 h 846"/>
                <a:gd name="T80" fmla="*/ 192 w 813"/>
                <a:gd name="T81" fmla="*/ 461 h 846"/>
                <a:gd name="T82" fmla="*/ 415 w 813"/>
                <a:gd name="T83" fmla="*/ 465 h 846"/>
                <a:gd name="T84" fmla="*/ 450 w 813"/>
                <a:gd name="T85" fmla="*/ 532 h 846"/>
                <a:gd name="T86" fmla="*/ 677 w 813"/>
                <a:gd name="T87" fmla="*/ 532 h 846"/>
                <a:gd name="T88" fmla="*/ 649 w 813"/>
                <a:gd name="T89" fmla="*/ 492 h 846"/>
                <a:gd name="T90" fmla="*/ 413 w 813"/>
                <a:gd name="T91" fmla="*/ 482 h 846"/>
                <a:gd name="T92" fmla="*/ 217 w 813"/>
                <a:gd name="T93" fmla="*/ 489 h 846"/>
                <a:gd name="T94" fmla="*/ 172 w 813"/>
                <a:gd name="T95" fmla="*/ 495 h 846"/>
                <a:gd name="T96" fmla="*/ 145 w 813"/>
                <a:gd name="T97" fmla="*/ 532 h 846"/>
                <a:gd name="T98" fmla="*/ 377 w 813"/>
                <a:gd name="T99" fmla="*/ 532 h 846"/>
                <a:gd name="T100" fmla="*/ 375 w 813"/>
                <a:gd name="T101" fmla="*/ 551 h 846"/>
                <a:gd name="T102" fmla="*/ 450 w 813"/>
                <a:gd name="T103" fmla="*/ 551 h 846"/>
                <a:gd name="T104" fmla="*/ 450 w 813"/>
                <a:gd name="T105" fmla="*/ 532 h 846"/>
                <a:gd name="T106" fmla="*/ 794 w 813"/>
                <a:gd name="T107" fmla="*/ 0 h 846"/>
                <a:gd name="T108" fmla="*/ 749 w 813"/>
                <a:gd name="T109" fmla="*/ 575 h 846"/>
                <a:gd name="T110" fmla="*/ 408 w 813"/>
                <a:gd name="T111" fmla="*/ 846 h 846"/>
                <a:gd name="T112" fmla="*/ 66 w 813"/>
                <a:gd name="T113" fmla="*/ 579 h 846"/>
                <a:gd name="T114" fmla="*/ 18 w 813"/>
                <a:gd name="T115" fmla="*/ 5 h 846"/>
                <a:gd name="T116" fmla="*/ 22 w 813"/>
                <a:gd name="T117" fmla="*/ 0 h 846"/>
                <a:gd name="T118" fmla="*/ 794 w 813"/>
                <a:gd name="T119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13" h="846">
                  <a:moveTo>
                    <a:pt x="316" y="720"/>
                  </a:moveTo>
                  <a:cubicBezTo>
                    <a:pt x="318" y="703"/>
                    <a:pt x="324" y="665"/>
                    <a:pt x="313" y="652"/>
                  </a:cubicBezTo>
                  <a:cubicBezTo>
                    <a:pt x="310" y="663"/>
                    <a:pt x="297" y="662"/>
                    <a:pt x="294" y="673"/>
                  </a:cubicBezTo>
                  <a:cubicBezTo>
                    <a:pt x="299" y="681"/>
                    <a:pt x="307" y="666"/>
                    <a:pt x="309" y="671"/>
                  </a:cubicBezTo>
                  <a:cubicBezTo>
                    <a:pt x="311" y="686"/>
                    <a:pt x="305" y="711"/>
                    <a:pt x="313" y="720"/>
                  </a:cubicBezTo>
                  <a:cubicBezTo>
                    <a:pt x="314" y="720"/>
                    <a:pt x="315" y="720"/>
                    <a:pt x="316" y="720"/>
                  </a:cubicBezTo>
                  <a:close/>
                  <a:moveTo>
                    <a:pt x="377" y="720"/>
                  </a:moveTo>
                  <a:cubicBezTo>
                    <a:pt x="392" y="716"/>
                    <a:pt x="395" y="684"/>
                    <a:pt x="391" y="671"/>
                  </a:cubicBezTo>
                  <a:cubicBezTo>
                    <a:pt x="385" y="644"/>
                    <a:pt x="353" y="653"/>
                    <a:pt x="349" y="667"/>
                  </a:cubicBezTo>
                  <a:cubicBezTo>
                    <a:pt x="340" y="705"/>
                    <a:pt x="376" y="699"/>
                    <a:pt x="384" y="692"/>
                  </a:cubicBezTo>
                  <a:cubicBezTo>
                    <a:pt x="382" y="704"/>
                    <a:pt x="380" y="715"/>
                    <a:pt x="366" y="715"/>
                  </a:cubicBezTo>
                  <a:cubicBezTo>
                    <a:pt x="358" y="716"/>
                    <a:pt x="362" y="704"/>
                    <a:pt x="353" y="704"/>
                  </a:cubicBezTo>
                  <a:cubicBezTo>
                    <a:pt x="349" y="720"/>
                    <a:pt x="364" y="724"/>
                    <a:pt x="377" y="720"/>
                  </a:cubicBezTo>
                  <a:close/>
                  <a:moveTo>
                    <a:pt x="417" y="716"/>
                  </a:moveTo>
                  <a:cubicBezTo>
                    <a:pt x="454" y="753"/>
                    <a:pt x="475" y="629"/>
                    <a:pt x="419" y="656"/>
                  </a:cubicBezTo>
                  <a:cubicBezTo>
                    <a:pt x="409" y="668"/>
                    <a:pt x="404" y="705"/>
                    <a:pt x="417" y="716"/>
                  </a:cubicBezTo>
                  <a:close/>
                  <a:moveTo>
                    <a:pt x="481" y="714"/>
                  </a:moveTo>
                  <a:cubicBezTo>
                    <a:pt x="489" y="696"/>
                    <a:pt x="517" y="692"/>
                    <a:pt x="514" y="668"/>
                  </a:cubicBezTo>
                  <a:cubicBezTo>
                    <a:pt x="511" y="646"/>
                    <a:pt x="469" y="648"/>
                    <a:pt x="475" y="672"/>
                  </a:cubicBezTo>
                  <a:cubicBezTo>
                    <a:pt x="485" y="671"/>
                    <a:pt x="481" y="661"/>
                    <a:pt x="490" y="659"/>
                  </a:cubicBezTo>
                  <a:cubicBezTo>
                    <a:pt x="497" y="658"/>
                    <a:pt x="503" y="661"/>
                    <a:pt x="506" y="668"/>
                  </a:cubicBezTo>
                  <a:cubicBezTo>
                    <a:pt x="511" y="690"/>
                    <a:pt x="468" y="699"/>
                    <a:pt x="470" y="720"/>
                  </a:cubicBezTo>
                  <a:cubicBezTo>
                    <a:pt x="484" y="718"/>
                    <a:pt x="509" y="727"/>
                    <a:pt x="514" y="715"/>
                  </a:cubicBezTo>
                  <a:cubicBezTo>
                    <a:pt x="506" y="711"/>
                    <a:pt x="491" y="714"/>
                    <a:pt x="481" y="714"/>
                  </a:cubicBezTo>
                  <a:close/>
                  <a:moveTo>
                    <a:pt x="415" y="465"/>
                  </a:moveTo>
                  <a:cubicBezTo>
                    <a:pt x="469" y="406"/>
                    <a:pt x="550" y="477"/>
                    <a:pt x="628" y="461"/>
                  </a:cubicBezTo>
                  <a:cubicBezTo>
                    <a:pt x="577" y="425"/>
                    <a:pt x="517" y="400"/>
                    <a:pt x="478" y="353"/>
                  </a:cubicBezTo>
                  <a:cubicBezTo>
                    <a:pt x="496" y="360"/>
                    <a:pt x="518" y="363"/>
                    <a:pt x="545" y="362"/>
                  </a:cubicBezTo>
                  <a:cubicBezTo>
                    <a:pt x="511" y="318"/>
                    <a:pt x="456" y="287"/>
                    <a:pt x="441" y="229"/>
                  </a:cubicBezTo>
                  <a:cubicBezTo>
                    <a:pt x="454" y="233"/>
                    <a:pt x="465" y="237"/>
                    <a:pt x="483" y="237"/>
                  </a:cubicBezTo>
                  <a:cubicBezTo>
                    <a:pt x="468" y="213"/>
                    <a:pt x="453" y="189"/>
                    <a:pt x="441" y="162"/>
                  </a:cubicBezTo>
                  <a:cubicBezTo>
                    <a:pt x="429" y="137"/>
                    <a:pt x="420" y="108"/>
                    <a:pt x="408" y="80"/>
                  </a:cubicBezTo>
                  <a:cubicBezTo>
                    <a:pt x="397" y="134"/>
                    <a:pt x="370" y="184"/>
                    <a:pt x="346" y="220"/>
                  </a:cubicBezTo>
                  <a:cubicBezTo>
                    <a:pt x="343" y="225"/>
                    <a:pt x="337" y="231"/>
                    <a:pt x="340" y="237"/>
                  </a:cubicBezTo>
                  <a:cubicBezTo>
                    <a:pt x="357" y="237"/>
                    <a:pt x="368" y="233"/>
                    <a:pt x="381" y="229"/>
                  </a:cubicBezTo>
                  <a:cubicBezTo>
                    <a:pt x="359" y="287"/>
                    <a:pt x="313" y="319"/>
                    <a:pt x="275" y="360"/>
                  </a:cubicBezTo>
                  <a:cubicBezTo>
                    <a:pt x="302" y="361"/>
                    <a:pt x="325" y="360"/>
                    <a:pt x="344" y="353"/>
                  </a:cubicBezTo>
                  <a:cubicBezTo>
                    <a:pt x="344" y="355"/>
                    <a:pt x="344" y="355"/>
                    <a:pt x="344" y="355"/>
                  </a:cubicBezTo>
                  <a:cubicBezTo>
                    <a:pt x="343" y="355"/>
                    <a:pt x="342" y="355"/>
                    <a:pt x="342" y="357"/>
                  </a:cubicBezTo>
                  <a:cubicBezTo>
                    <a:pt x="304" y="391"/>
                    <a:pt x="258" y="423"/>
                    <a:pt x="211" y="446"/>
                  </a:cubicBezTo>
                  <a:cubicBezTo>
                    <a:pt x="204" y="449"/>
                    <a:pt x="195" y="453"/>
                    <a:pt x="192" y="461"/>
                  </a:cubicBezTo>
                  <a:cubicBezTo>
                    <a:pt x="266" y="473"/>
                    <a:pt x="357" y="410"/>
                    <a:pt x="415" y="465"/>
                  </a:cubicBezTo>
                  <a:close/>
                  <a:moveTo>
                    <a:pt x="450" y="532"/>
                  </a:moveTo>
                  <a:cubicBezTo>
                    <a:pt x="525" y="532"/>
                    <a:pt x="601" y="532"/>
                    <a:pt x="677" y="532"/>
                  </a:cubicBezTo>
                  <a:cubicBezTo>
                    <a:pt x="670" y="517"/>
                    <a:pt x="659" y="505"/>
                    <a:pt x="649" y="492"/>
                  </a:cubicBezTo>
                  <a:cubicBezTo>
                    <a:pt x="572" y="496"/>
                    <a:pt x="480" y="424"/>
                    <a:pt x="413" y="482"/>
                  </a:cubicBezTo>
                  <a:cubicBezTo>
                    <a:pt x="357" y="433"/>
                    <a:pt x="277" y="479"/>
                    <a:pt x="217" y="489"/>
                  </a:cubicBezTo>
                  <a:cubicBezTo>
                    <a:pt x="201" y="492"/>
                    <a:pt x="183" y="490"/>
                    <a:pt x="172" y="495"/>
                  </a:cubicBezTo>
                  <a:cubicBezTo>
                    <a:pt x="159" y="500"/>
                    <a:pt x="151" y="523"/>
                    <a:pt x="145" y="532"/>
                  </a:cubicBezTo>
                  <a:cubicBezTo>
                    <a:pt x="222" y="532"/>
                    <a:pt x="299" y="532"/>
                    <a:pt x="377" y="532"/>
                  </a:cubicBezTo>
                  <a:cubicBezTo>
                    <a:pt x="377" y="539"/>
                    <a:pt x="374" y="542"/>
                    <a:pt x="375" y="551"/>
                  </a:cubicBezTo>
                  <a:cubicBezTo>
                    <a:pt x="401" y="551"/>
                    <a:pt x="425" y="551"/>
                    <a:pt x="450" y="551"/>
                  </a:cubicBezTo>
                  <a:cubicBezTo>
                    <a:pt x="451" y="544"/>
                    <a:pt x="445" y="537"/>
                    <a:pt x="450" y="532"/>
                  </a:cubicBezTo>
                  <a:close/>
                  <a:moveTo>
                    <a:pt x="794" y="0"/>
                  </a:moveTo>
                  <a:cubicBezTo>
                    <a:pt x="794" y="208"/>
                    <a:pt x="813" y="432"/>
                    <a:pt x="749" y="575"/>
                  </a:cubicBezTo>
                  <a:cubicBezTo>
                    <a:pt x="686" y="721"/>
                    <a:pt x="550" y="780"/>
                    <a:pt x="408" y="846"/>
                  </a:cubicBezTo>
                  <a:cubicBezTo>
                    <a:pt x="265" y="782"/>
                    <a:pt x="132" y="721"/>
                    <a:pt x="66" y="579"/>
                  </a:cubicBezTo>
                  <a:cubicBezTo>
                    <a:pt x="0" y="437"/>
                    <a:pt x="23" y="215"/>
                    <a:pt x="18" y="5"/>
                  </a:cubicBezTo>
                  <a:cubicBezTo>
                    <a:pt x="18" y="1"/>
                    <a:pt x="19" y="0"/>
                    <a:pt x="22" y="0"/>
                  </a:cubicBezTo>
                  <a:cubicBezTo>
                    <a:pt x="280" y="0"/>
                    <a:pt x="538" y="0"/>
                    <a:pt x="79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8" name="Freeform 25">
              <a:extLst>
                <a:ext uri="{FF2B5EF4-FFF2-40B4-BE49-F238E27FC236}">
                  <a16:creationId xmlns:a16="http://schemas.microsoft.com/office/drawing/2014/main" id="{E0297085-41AA-15ED-1EA8-C71AFE14FB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3010" y="5166360"/>
              <a:ext cx="269875" cy="298450"/>
            </a:xfrm>
            <a:custGeom>
              <a:avLst/>
              <a:gdLst>
                <a:gd name="T0" fmla="*/ 74 w 104"/>
                <a:gd name="T1" fmla="*/ 15 h 115"/>
                <a:gd name="T2" fmla="*/ 96 w 104"/>
                <a:gd name="T3" fmla="*/ 115 h 115"/>
                <a:gd name="T4" fmla="*/ 17 w 104"/>
                <a:gd name="T5" fmla="*/ 64 h 115"/>
                <a:gd name="T6" fmla="*/ 0 w 104"/>
                <a:gd name="T7" fmla="*/ 67 h 115"/>
                <a:gd name="T8" fmla="*/ 25 w 104"/>
                <a:gd name="T9" fmla="*/ 50 h 115"/>
                <a:gd name="T10" fmla="*/ 84 w 104"/>
                <a:gd name="T11" fmla="*/ 88 h 115"/>
                <a:gd name="T12" fmla="*/ 66 w 104"/>
                <a:gd name="T13" fmla="*/ 21 h 115"/>
                <a:gd name="T14" fmla="*/ 50 w 104"/>
                <a:gd name="T15" fmla="*/ 28 h 115"/>
                <a:gd name="T16" fmla="*/ 75 w 104"/>
                <a:gd name="T17" fmla="*/ 0 h 115"/>
                <a:gd name="T18" fmla="*/ 74 w 104"/>
                <a:gd name="T19" fmla="*/ 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5">
                  <a:moveTo>
                    <a:pt x="74" y="15"/>
                  </a:moveTo>
                  <a:cubicBezTo>
                    <a:pt x="73" y="47"/>
                    <a:pt x="104" y="86"/>
                    <a:pt x="96" y="115"/>
                  </a:cubicBezTo>
                  <a:cubicBezTo>
                    <a:pt x="71" y="99"/>
                    <a:pt x="43" y="82"/>
                    <a:pt x="17" y="64"/>
                  </a:cubicBezTo>
                  <a:cubicBezTo>
                    <a:pt x="8" y="63"/>
                    <a:pt x="5" y="71"/>
                    <a:pt x="0" y="67"/>
                  </a:cubicBezTo>
                  <a:cubicBezTo>
                    <a:pt x="6" y="54"/>
                    <a:pt x="46" y="26"/>
                    <a:pt x="25" y="50"/>
                  </a:cubicBezTo>
                  <a:cubicBezTo>
                    <a:pt x="43" y="66"/>
                    <a:pt x="64" y="77"/>
                    <a:pt x="84" y="88"/>
                  </a:cubicBezTo>
                  <a:cubicBezTo>
                    <a:pt x="84" y="67"/>
                    <a:pt x="73" y="42"/>
                    <a:pt x="66" y="21"/>
                  </a:cubicBezTo>
                  <a:cubicBezTo>
                    <a:pt x="60" y="23"/>
                    <a:pt x="56" y="26"/>
                    <a:pt x="50" y="28"/>
                  </a:cubicBezTo>
                  <a:cubicBezTo>
                    <a:pt x="50" y="16"/>
                    <a:pt x="69" y="10"/>
                    <a:pt x="75" y="0"/>
                  </a:cubicBezTo>
                  <a:cubicBezTo>
                    <a:pt x="83" y="6"/>
                    <a:pt x="74" y="7"/>
                    <a:pt x="7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9" name="Freeform 26">
              <a:extLst>
                <a:ext uri="{FF2B5EF4-FFF2-40B4-BE49-F238E27FC236}">
                  <a16:creationId xmlns:a16="http://schemas.microsoft.com/office/drawing/2014/main" id="{EBB78F13-E2EB-CC62-A6DF-4B59D1A4C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010" y="5358448"/>
              <a:ext cx="204787" cy="273050"/>
            </a:xfrm>
            <a:custGeom>
              <a:avLst/>
              <a:gdLst>
                <a:gd name="T0" fmla="*/ 62 w 79"/>
                <a:gd name="T1" fmla="*/ 84 h 105"/>
                <a:gd name="T2" fmla="*/ 79 w 79"/>
                <a:gd name="T3" fmla="*/ 87 h 105"/>
                <a:gd name="T4" fmla="*/ 40 w 79"/>
                <a:gd name="T5" fmla="*/ 105 h 105"/>
                <a:gd name="T6" fmla="*/ 50 w 79"/>
                <a:gd name="T7" fmla="*/ 93 h 105"/>
                <a:gd name="T8" fmla="*/ 16 w 79"/>
                <a:gd name="T9" fmla="*/ 19 h 105"/>
                <a:gd name="T10" fmla="*/ 0 w 79"/>
                <a:gd name="T11" fmla="*/ 19 h 105"/>
                <a:gd name="T12" fmla="*/ 40 w 79"/>
                <a:gd name="T13" fmla="*/ 0 h 105"/>
                <a:gd name="T14" fmla="*/ 29 w 79"/>
                <a:gd name="T15" fmla="*/ 12 h 105"/>
                <a:gd name="T16" fmla="*/ 62 w 79"/>
                <a:gd name="T17" fmla="*/ 8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105">
                  <a:moveTo>
                    <a:pt x="62" y="84"/>
                  </a:moveTo>
                  <a:cubicBezTo>
                    <a:pt x="68" y="89"/>
                    <a:pt x="76" y="81"/>
                    <a:pt x="79" y="87"/>
                  </a:cubicBezTo>
                  <a:cubicBezTo>
                    <a:pt x="71" y="95"/>
                    <a:pt x="52" y="104"/>
                    <a:pt x="40" y="105"/>
                  </a:cubicBezTo>
                  <a:cubicBezTo>
                    <a:pt x="40" y="98"/>
                    <a:pt x="50" y="100"/>
                    <a:pt x="50" y="93"/>
                  </a:cubicBezTo>
                  <a:cubicBezTo>
                    <a:pt x="40" y="68"/>
                    <a:pt x="28" y="43"/>
                    <a:pt x="16" y="19"/>
                  </a:cubicBezTo>
                  <a:cubicBezTo>
                    <a:pt x="10" y="17"/>
                    <a:pt x="3" y="25"/>
                    <a:pt x="0" y="19"/>
                  </a:cubicBezTo>
                  <a:cubicBezTo>
                    <a:pt x="10" y="11"/>
                    <a:pt x="28" y="0"/>
                    <a:pt x="40" y="0"/>
                  </a:cubicBezTo>
                  <a:cubicBezTo>
                    <a:pt x="38" y="6"/>
                    <a:pt x="32" y="7"/>
                    <a:pt x="29" y="12"/>
                  </a:cubicBezTo>
                  <a:cubicBezTo>
                    <a:pt x="40" y="36"/>
                    <a:pt x="52" y="60"/>
                    <a:pt x="6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0" name="Freeform 27">
              <a:extLst>
                <a:ext uri="{FF2B5EF4-FFF2-40B4-BE49-F238E27FC236}">
                  <a16:creationId xmlns:a16="http://schemas.microsoft.com/office/drawing/2014/main" id="{DB06C1E2-2BF8-422A-92C5-422B0EAAE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148" y="5423535"/>
              <a:ext cx="314325" cy="342900"/>
            </a:xfrm>
            <a:custGeom>
              <a:avLst/>
              <a:gdLst>
                <a:gd name="T0" fmla="*/ 121 w 121"/>
                <a:gd name="T1" fmla="*/ 98 h 132"/>
                <a:gd name="T2" fmla="*/ 78 w 121"/>
                <a:gd name="T3" fmla="*/ 79 h 132"/>
                <a:gd name="T4" fmla="*/ 33 w 121"/>
                <a:gd name="T5" fmla="*/ 54 h 132"/>
                <a:gd name="T6" fmla="*/ 59 w 121"/>
                <a:gd name="T7" fmla="*/ 115 h 132"/>
                <a:gd name="T8" fmla="*/ 78 w 121"/>
                <a:gd name="T9" fmla="*/ 116 h 132"/>
                <a:gd name="T10" fmla="*/ 39 w 121"/>
                <a:gd name="T11" fmla="*/ 132 h 132"/>
                <a:gd name="T12" fmla="*/ 48 w 121"/>
                <a:gd name="T13" fmla="*/ 118 h 132"/>
                <a:gd name="T14" fmla="*/ 17 w 121"/>
                <a:gd name="T15" fmla="*/ 46 h 132"/>
                <a:gd name="T16" fmla="*/ 1 w 121"/>
                <a:gd name="T17" fmla="*/ 46 h 132"/>
                <a:gd name="T18" fmla="*/ 25 w 121"/>
                <a:gd name="T19" fmla="*/ 32 h 132"/>
                <a:gd name="T20" fmla="*/ 102 w 121"/>
                <a:gd name="T21" fmla="*/ 77 h 132"/>
                <a:gd name="T22" fmla="*/ 78 w 121"/>
                <a:gd name="T23" fmla="*/ 20 h 132"/>
                <a:gd name="T24" fmla="*/ 60 w 121"/>
                <a:gd name="T25" fmla="*/ 20 h 132"/>
                <a:gd name="T26" fmla="*/ 95 w 121"/>
                <a:gd name="T27" fmla="*/ 0 h 132"/>
                <a:gd name="T28" fmla="*/ 88 w 121"/>
                <a:gd name="T29" fmla="*/ 16 h 132"/>
                <a:gd name="T30" fmla="*/ 121 w 121"/>
                <a:gd name="T31" fmla="*/ 9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1" h="132">
                  <a:moveTo>
                    <a:pt x="121" y="98"/>
                  </a:moveTo>
                  <a:cubicBezTo>
                    <a:pt x="105" y="103"/>
                    <a:pt x="92" y="87"/>
                    <a:pt x="78" y="79"/>
                  </a:cubicBezTo>
                  <a:cubicBezTo>
                    <a:pt x="62" y="70"/>
                    <a:pt x="47" y="62"/>
                    <a:pt x="33" y="54"/>
                  </a:cubicBezTo>
                  <a:cubicBezTo>
                    <a:pt x="39" y="77"/>
                    <a:pt x="48" y="96"/>
                    <a:pt x="59" y="115"/>
                  </a:cubicBezTo>
                  <a:cubicBezTo>
                    <a:pt x="65" y="116"/>
                    <a:pt x="73" y="113"/>
                    <a:pt x="78" y="116"/>
                  </a:cubicBezTo>
                  <a:cubicBezTo>
                    <a:pt x="67" y="124"/>
                    <a:pt x="50" y="132"/>
                    <a:pt x="39" y="132"/>
                  </a:cubicBezTo>
                  <a:cubicBezTo>
                    <a:pt x="39" y="126"/>
                    <a:pt x="48" y="126"/>
                    <a:pt x="48" y="118"/>
                  </a:cubicBezTo>
                  <a:cubicBezTo>
                    <a:pt x="51" y="98"/>
                    <a:pt x="23" y="63"/>
                    <a:pt x="17" y="46"/>
                  </a:cubicBezTo>
                  <a:cubicBezTo>
                    <a:pt x="11" y="44"/>
                    <a:pt x="5" y="51"/>
                    <a:pt x="1" y="46"/>
                  </a:cubicBezTo>
                  <a:cubicBezTo>
                    <a:pt x="0" y="39"/>
                    <a:pt x="18" y="37"/>
                    <a:pt x="25" y="32"/>
                  </a:cubicBezTo>
                  <a:cubicBezTo>
                    <a:pt x="51" y="45"/>
                    <a:pt x="75" y="63"/>
                    <a:pt x="102" y="77"/>
                  </a:cubicBezTo>
                  <a:cubicBezTo>
                    <a:pt x="97" y="55"/>
                    <a:pt x="87" y="37"/>
                    <a:pt x="78" y="20"/>
                  </a:cubicBezTo>
                  <a:cubicBezTo>
                    <a:pt x="70" y="17"/>
                    <a:pt x="65" y="24"/>
                    <a:pt x="60" y="20"/>
                  </a:cubicBezTo>
                  <a:cubicBezTo>
                    <a:pt x="67" y="8"/>
                    <a:pt x="86" y="8"/>
                    <a:pt x="95" y="0"/>
                  </a:cubicBezTo>
                  <a:cubicBezTo>
                    <a:pt x="104" y="7"/>
                    <a:pt x="88" y="7"/>
                    <a:pt x="88" y="16"/>
                  </a:cubicBezTo>
                  <a:cubicBezTo>
                    <a:pt x="97" y="46"/>
                    <a:pt x="110" y="72"/>
                    <a:pt x="121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174B0154-51A6-08DE-C1E0-52573FE1C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198" y="2524760"/>
              <a:ext cx="238125" cy="295275"/>
            </a:xfrm>
            <a:custGeom>
              <a:avLst/>
              <a:gdLst>
                <a:gd name="T0" fmla="*/ 74 w 92"/>
                <a:gd name="T1" fmla="*/ 19 h 114"/>
                <a:gd name="T2" fmla="*/ 71 w 92"/>
                <a:gd name="T3" fmla="*/ 114 h 114"/>
                <a:gd name="T4" fmla="*/ 65 w 92"/>
                <a:gd name="T5" fmla="*/ 100 h 114"/>
                <a:gd name="T6" fmla="*/ 3 w 92"/>
                <a:gd name="T7" fmla="*/ 79 h 114"/>
                <a:gd name="T8" fmla="*/ 69 w 92"/>
                <a:gd name="T9" fmla="*/ 83 h 114"/>
                <a:gd name="T10" fmla="*/ 51 w 92"/>
                <a:gd name="T11" fmla="*/ 66 h 114"/>
                <a:gd name="T12" fmla="*/ 2 w 92"/>
                <a:gd name="T13" fmla="*/ 52 h 114"/>
                <a:gd name="T14" fmla="*/ 69 w 92"/>
                <a:gd name="T15" fmla="*/ 54 h 114"/>
                <a:gd name="T16" fmla="*/ 2 w 92"/>
                <a:gd name="T17" fmla="*/ 24 h 114"/>
                <a:gd name="T18" fmla="*/ 62 w 92"/>
                <a:gd name="T19" fmla="*/ 23 h 114"/>
                <a:gd name="T20" fmla="*/ 74 w 92"/>
                <a:gd name="T21" fmla="*/ 1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4">
                  <a:moveTo>
                    <a:pt x="74" y="19"/>
                  </a:moveTo>
                  <a:cubicBezTo>
                    <a:pt x="88" y="36"/>
                    <a:pt x="92" y="103"/>
                    <a:pt x="71" y="114"/>
                  </a:cubicBezTo>
                  <a:cubicBezTo>
                    <a:pt x="63" y="114"/>
                    <a:pt x="64" y="107"/>
                    <a:pt x="65" y="100"/>
                  </a:cubicBezTo>
                  <a:cubicBezTo>
                    <a:pt x="51" y="86"/>
                    <a:pt x="14" y="99"/>
                    <a:pt x="3" y="79"/>
                  </a:cubicBezTo>
                  <a:cubicBezTo>
                    <a:pt x="24" y="65"/>
                    <a:pt x="49" y="83"/>
                    <a:pt x="69" y="83"/>
                  </a:cubicBezTo>
                  <a:cubicBezTo>
                    <a:pt x="73" y="69"/>
                    <a:pt x="58" y="69"/>
                    <a:pt x="51" y="66"/>
                  </a:cubicBezTo>
                  <a:cubicBezTo>
                    <a:pt x="36" y="61"/>
                    <a:pt x="14" y="62"/>
                    <a:pt x="2" y="52"/>
                  </a:cubicBezTo>
                  <a:cubicBezTo>
                    <a:pt x="14" y="31"/>
                    <a:pt x="49" y="52"/>
                    <a:pt x="69" y="54"/>
                  </a:cubicBezTo>
                  <a:cubicBezTo>
                    <a:pt x="65" y="24"/>
                    <a:pt x="22" y="36"/>
                    <a:pt x="2" y="24"/>
                  </a:cubicBezTo>
                  <a:cubicBezTo>
                    <a:pt x="0" y="0"/>
                    <a:pt x="48" y="18"/>
                    <a:pt x="62" y="23"/>
                  </a:cubicBezTo>
                  <a:cubicBezTo>
                    <a:pt x="68" y="24"/>
                    <a:pt x="70" y="13"/>
                    <a:pt x="74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F69CE534-E3E4-5AD8-B667-DE7ABE6498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0185" y="2210435"/>
              <a:ext cx="796925" cy="906463"/>
            </a:xfrm>
            <a:custGeom>
              <a:avLst/>
              <a:gdLst>
                <a:gd name="T0" fmla="*/ 220 w 307"/>
                <a:gd name="T1" fmla="*/ 268 h 349"/>
                <a:gd name="T2" fmla="*/ 111 w 307"/>
                <a:gd name="T3" fmla="*/ 268 h 349"/>
                <a:gd name="T4" fmla="*/ 220 w 307"/>
                <a:gd name="T5" fmla="*/ 268 h 349"/>
                <a:gd name="T6" fmla="*/ 173 w 307"/>
                <a:gd name="T7" fmla="*/ 123 h 349"/>
                <a:gd name="T8" fmla="*/ 194 w 307"/>
                <a:gd name="T9" fmla="*/ 123 h 349"/>
                <a:gd name="T10" fmla="*/ 162 w 307"/>
                <a:gd name="T11" fmla="*/ 45 h 349"/>
                <a:gd name="T12" fmla="*/ 137 w 307"/>
                <a:gd name="T13" fmla="*/ 123 h 349"/>
                <a:gd name="T14" fmla="*/ 156 w 307"/>
                <a:gd name="T15" fmla="*/ 123 h 349"/>
                <a:gd name="T16" fmla="*/ 168 w 307"/>
                <a:gd name="T17" fmla="*/ 105 h 349"/>
                <a:gd name="T18" fmla="*/ 173 w 307"/>
                <a:gd name="T19" fmla="*/ 123 h 349"/>
                <a:gd name="T20" fmla="*/ 253 w 307"/>
                <a:gd name="T21" fmla="*/ 300 h 349"/>
                <a:gd name="T22" fmla="*/ 286 w 307"/>
                <a:gd name="T23" fmla="*/ 257 h 349"/>
                <a:gd name="T24" fmla="*/ 45 w 307"/>
                <a:gd name="T25" fmla="*/ 259 h 349"/>
                <a:gd name="T26" fmla="*/ 79 w 307"/>
                <a:gd name="T27" fmla="*/ 300 h 349"/>
                <a:gd name="T28" fmla="*/ 109 w 307"/>
                <a:gd name="T29" fmla="*/ 294 h 349"/>
                <a:gd name="T30" fmla="*/ 83 w 307"/>
                <a:gd name="T31" fmla="*/ 264 h 349"/>
                <a:gd name="T32" fmla="*/ 178 w 307"/>
                <a:gd name="T33" fmla="*/ 244 h 349"/>
                <a:gd name="T34" fmla="*/ 248 w 307"/>
                <a:gd name="T35" fmla="*/ 266 h 349"/>
                <a:gd name="T36" fmla="*/ 222 w 307"/>
                <a:gd name="T37" fmla="*/ 291 h 349"/>
                <a:gd name="T38" fmla="*/ 253 w 307"/>
                <a:gd name="T39" fmla="*/ 300 h 349"/>
                <a:gd name="T40" fmla="*/ 274 w 307"/>
                <a:gd name="T41" fmla="*/ 75 h 349"/>
                <a:gd name="T42" fmla="*/ 302 w 307"/>
                <a:gd name="T43" fmla="*/ 133 h 349"/>
                <a:gd name="T44" fmla="*/ 264 w 307"/>
                <a:gd name="T45" fmla="*/ 85 h 349"/>
                <a:gd name="T46" fmla="*/ 187 w 307"/>
                <a:gd name="T47" fmla="*/ 47 h 349"/>
                <a:gd name="T48" fmla="*/ 210 w 307"/>
                <a:gd name="T49" fmla="*/ 121 h 349"/>
                <a:gd name="T50" fmla="*/ 175 w 307"/>
                <a:gd name="T51" fmla="*/ 139 h 349"/>
                <a:gd name="T52" fmla="*/ 173 w 307"/>
                <a:gd name="T53" fmla="*/ 173 h 349"/>
                <a:gd name="T54" fmla="*/ 225 w 307"/>
                <a:gd name="T55" fmla="*/ 175 h 349"/>
                <a:gd name="T56" fmla="*/ 173 w 307"/>
                <a:gd name="T57" fmla="*/ 188 h 349"/>
                <a:gd name="T58" fmla="*/ 166 w 307"/>
                <a:gd name="T59" fmla="*/ 219 h 349"/>
                <a:gd name="T60" fmla="*/ 305 w 307"/>
                <a:gd name="T61" fmla="*/ 250 h 349"/>
                <a:gd name="T62" fmla="*/ 256 w 307"/>
                <a:gd name="T63" fmla="*/ 318 h 349"/>
                <a:gd name="T64" fmla="*/ 192 w 307"/>
                <a:gd name="T65" fmla="*/ 338 h 349"/>
                <a:gd name="T66" fmla="*/ 232 w 307"/>
                <a:gd name="T67" fmla="*/ 312 h 349"/>
                <a:gd name="T68" fmla="*/ 183 w 307"/>
                <a:gd name="T69" fmla="*/ 304 h 349"/>
                <a:gd name="T70" fmla="*/ 181 w 307"/>
                <a:gd name="T71" fmla="*/ 343 h 349"/>
                <a:gd name="T72" fmla="*/ 132 w 307"/>
                <a:gd name="T73" fmla="*/ 334 h 349"/>
                <a:gd name="T74" fmla="*/ 168 w 307"/>
                <a:gd name="T75" fmla="*/ 330 h 349"/>
                <a:gd name="T76" fmla="*/ 166 w 307"/>
                <a:gd name="T77" fmla="*/ 304 h 349"/>
                <a:gd name="T78" fmla="*/ 100 w 307"/>
                <a:gd name="T79" fmla="*/ 311 h 349"/>
                <a:gd name="T80" fmla="*/ 123 w 307"/>
                <a:gd name="T81" fmla="*/ 334 h 349"/>
                <a:gd name="T82" fmla="*/ 25 w 307"/>
                <a:gd name="T83" fmla="*/ 252 h 349"/>
                <a:gd name="T84" fmla="*/ 161 w 307"/>
                <a:gd name="T85" fmla="*/ 221 h 349"/>
                <a:gd name="T86" fmla="*/ 157 w 307"/>
                <a:gd name="T87" fmla="*/ 191 h 349"/>
                <a:gd name="T88" fmla="*/ 104 w 307"/>
                <a:gd name="T89" fmla="*/ 182 h 349"/>
                <a:gd name="T90" fmla="*/ 156 w 307"/>
                <a:gd name="T91" fmla="*/ 173 h 349"/>
                <a:gd name="T92" fmla="*/ 157 w 307"/>
                <a:gd name="T93" fmla="*/ 140 h 349"/>
                <a:gd name="T94" fmla="*/ 104 w 307"/>
                <a:gd name="T95" fmla="*/ 132 h 349"/>
                <a:gd name="T96" fmla="*/ 121 w 307"/>
                <a:gd name="T97" fmla="*/ 123 h 349"/>
                <a:gd name="T98" fmla="*/ 144 w 307"/>
                <a:gd name="T99" fmla="*/ 51 h 349"/>
                <a:gd name="T100" fmla="*/ 34 w 307"/>
                <a:gd name="T101" fmla="*/ 143 h 349"/>
                <a:gd name="T102" fmla="*/ 95 w 307"/>
                <a:gd name="T103" fmla="*/ 140 h 349"/>
                <a:gd name="T104" fmla="*/ 28 w 307"/>
                <a:gd name="T105" fmla="*/ 173 h 349"/>
                <a:gd name="T106" fmla="*/ 95 w 307"/>
                <a:gd name="T107" fmla="*/ 171 h 349"/>
                <a:gd name="T108" fmla="*/ 28 w 307"/>
                <a:gd name="T109" fmla="*/ 204 h 349"/>
                <a:gd name="T110" fmla="*/ 91 w 307"/>
                <a:gd name="T111" fmla="*/ 201 h 349"/>
                <a:gd name="T112" fmla="*/ 33 w 307"/>
                <a:gd name="T113" fmla="*/ 221 h 349"/>
                <a:gd name="T114" fmla="*/ 28 w 307"/>
                <a:gd name="T115" fmla="*/ 239 h 349"/>
                <a:gd name="T116" fmla="*/ 12 w 307"/>
                <a:gd name="T117" fmla="*/ 213 h 349"/>
                <a:gd name="T118" fmla="*/ 150 w 307"/>
                <a:gd name="T119" fmla="*/ 29 h 349"/>
                <a:gd name="T120" fmla="*/ 177 w 307"/>
                <a:gd name="T121" fmla="*/ 29 h 349"/>
                <a:gd name="T122" fmla="*/ 274 w 307"/>
                <a:gd name="T123" fmla="*/ 75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7" h="349">
                  <a:moveTo>
                    <a:pt x="220" y="268"/>
                  </a:moveTo>
                  <a:cubicBezTo>
                    <a:pt x="190" y="258"/>
                    <a:pt x="144" y="258"/>
                    <a:pt x="111" y="268"/>
                  </a:cubicBezTo>
                  <a:cubicBezTo>
                    <a:pt x="129" y="292"/>
                    <a:pt x="201" y="292"/>
                    <a:pt x="220" y="268"/>
                  </a:cubicBezTo>
                  <a:close/>
                  <a:moveTo>
                    <a:pt x="173" y="123"/>
                  </a:moveTo>
                  <a:cubicBezTo>
                    <a:pt x="181" y="123"/>
                    <a:pt x="187" y="123"/>
                    <a:pt x="194" y="123"/>
                  </a:cubicBezTo>
                  <a:cubicBezTo>
                    <a:pt x="184" y="96"/>
                    <a:pt x="181" y="64"/>
                    <a:pt x="162" y="45"/>
                  </a:cubicBezTo>
                  <a:cubicBezTo>
                    <a:pt x="154" y="71"/>
                    <a:pt x="143" y="95"/>
                    <a:pt x="137" y="123"/>
                  </a:cubicBezTo>
                  <a:cubicBezTo>
                    <a:pt x="143" y="123"/>
                    <a:pt x="149" y="123"/>
                    <a:pt x="156" y="123"/>
                  </a:cubicBezTo>
                  <a:cubicBezTo>
                    <a:pt x="156" y="113"/>
                    <a:pt x="159" y="106"/>
                    <a:pt x="168" y="105"/>
                  </a:cubicBezTo>
                  <a:cubicBezTo>
                    <a:pt x="173" y="107"/>
                    <a:pt x="173" y="114"/>
                    <a:pt x="173" y="123"/>
                  </a:cubicBezTo>
                  <a:close/>
                  <a:moveTo>
                    <a:pt x="253" y="300"/>
                  </a:moveTo>
                  <a:cubicBezTo>
                    <a:pt x="266" y="288"/>
                    <a:pt x="278" y="276"/>
                    <a:pt x="286" y="257"/>
                  </a:cubicBezTo>
                  <a:cubicBezTo>
                    <a:pt x="219" y="230"/>
                    <a:pt x="105" y="229"/>
                    <a:pt x="45" y="259"/>
                  </a:cubicBezTo>
                  <a:cubicBezTo>
                    <a:pt x="54" y="276"/>
                    <a:pt x="67" y="287"/>
                    <a:pt x="79" y="300"/>
                  </a:cubicBezTo>
                  <a:cubicBezTo>
                    <a:pt x="90" y="299"/>
                    <a:pt x="96" y="292"/>
                    <a:pt x="109" y="294"/>
                  </a:cubicBezTo>
                  <a:cubicBezTo>
                    <a:pt x="105" y="280"/>
                    <a:pt x="85" y="281"/>
                    <a:pt x="83" y="264"/>
                  </a:cubicBezTo>
                  <a:cubicBezTo>
                    <a:pt x="100" y="247"/>
                    <a:pt x="143" y="242"/>
                    <a:pt x="178" y="244"/>
                  </a:cubicBezTo>
                  <a:cubicBezTo>
                    <a:pt x="205" y="247"/>
                    <a:pt x="238" y="249"/>
                    <a:pt x="248" y="266"/>
                  </a:cubicBezTo>
                  <a:cubicBezTo>
                    <a:pt x="244" y="280"/>
                    <a:pt x="228" y="281"/>
                    <a:pt x="222" y="291"/>
                  </a:cubicBezTo>
                  <a:cubicBezTo>
                    <a:pt x="232" y="294"/>
                    <a:pt x="243" y="297"/>
                    <a:pt x="253" y="300"/>
                  </a:cubicBezTo>
                  <a:close/>
                  <a:moveTo>
                    <a:pt x="274" y="75"/>
                  </a:moveTo>
                  <a:cubicBezTo>
                    <a:pt x="287" y="88"/>
                    <a:pt x="307" y="110"/>
                    <a:pt x="302" y="133"/>
                  </a:cubicBezTo>
                  <a:cubicBezTo>
                    <a:pt x="283" y="125"/>
                    <a:pt x="278" y="100"/>
                    <a:pt x="264" y="85"/>
                  </a:cubicBezTo>
                  <a:cubicBezTo>
                    <a:pt x="244" y="64"/>
                    <a:pt x="217" y="57"/>
                    <a:pt x="187" y="47"/>
                  </a:cubicBezTo>
                  <a:cubicBezTo>
                    <a:pt x="192" y="75"/>
                    <a:pt x="204" y="94"/>
                    <a:pt x="210" y="121"/>
                  </a:cubicBezTo>
                  <a:cubicBezTo>
                    <a:pt x="252" y="134"/>
                    <a:pt x="201" y="145"/>
                    <a:pt x="175" y="139"/>
                  </a:cubicBezTo>
                  <a:cubicBezTo>
                    <a:pt x="171" y="147"/>
                    <a:pt x="175" y="162"/>
                    <a:pt x="173" y="173"/>
                  </a:cubicBezTo>
                  <a:cubicBezTo>
                    <a:pt x="187" y="177"/>
                    <a:pt x="210" y="168"/>
                    <a:pt x="225" y="175"/>
                  </a:cubicBezTo>
                  <a:cubicBezTo>
                    <a:pt x="225" y="202"/>
                    <a:pt x="197" y="185"/>
                    <a:pt x="173" y="188"/>
                  </a:cubicBezTo>
                  <a:cubicBezTo>
                    <a:pt x="173" y="202"/>
                    <a:pt x="175" y="215"/>
                    <a:pt x="166" y="219"/>
                  </a:cubicBezTo>
                  <a:cubicBezTo>
                    <a:pt x="220" y="223"/>
                    <a:pt x="271" y="226"/>
                    <a:pt x="305" y="250"/>
                  </a:cubicBezTo>
                  <a:cubicBezTo>
                    <a:pt x="297" y="277"/>
                    <a:pt x="278" y="302"/>
                    <a:pt x="256" y="318"/>
                  </a:cubicBezTo>
                  <a:cubicBezTo>
                    <a:pt x="239" y="330"/>
                    <a:pt x="215" y="342"/>
                    <a:pt x="192" y="338"/>
                  </a:cubicBezTo>
                  <a:cubicBezTo>
                    <a:pt x="192" y="315"/>
                    <a:pt x="222" y="325"/>
                    <a:pt x="232" y="312"/>
                  </a:cubicBezTo>
                  <a:cubicBezTo>
                    <a:pt x="220" y="305"/>
                    <a:pt x="201" y="305"/>
                    <a:pt x="183" y="304"/>
                  </a:cubicBezTo>
                  <a:cubicBezTo>
                    <a:pt x="182" y="311"/>
                    <a:pt x="187" y="335"/>
                    <a:pt x="181" y="343"/>
                  </a:cubicBezTo>
                  <a:cubicBezTo>
                    <a:pt x="166" y="349"/>
                    <a:pt x="129" y="347"/>
                    <a:pt x="132" y="334"/>
                  </a:cubicBezTo>
                  <a:cubicBezTo>
                    <a:pt x="134" y="323"/>
                    <a:pt x="154" y="330"/>
                    <a:pt x="168" y="330"/>
                  </a:cubicBezTo>
                  <a:cubicBezTo>
                    <a:pt x="168" y="321"/>
                    <a:pt x="168" y="311"/>
                    <a:pt x="166" y="304"/>
                  </a:cubicBezTo>
                  <a:cubicBezTo>
                    <a:pt x="140" y="302"/>
                    <a:pt x="120" y="306"/>
                    <a:pt x="100" y="311"/>
                  </a:cubicBezTo>
                  <a:cubicBezTo>
                    <a:pt x="105" y="321"/>
                    <a:pt x="129" y="318"/>
                    <a:pt x="123" y="334"/>
                  </a:cubicBezTo>
                  <a:cubicBezTo>
                    <a:pt x="76" y="330"/>
                    <a:pt x="44" y="294"/>
                    <a:pt x="25" y="252"/>
                  </a:cubicBezTo>
                  <a:cubicBezTo>
                    <a:pt x="57" y="228"/>
                    <a:pt x="109" y="224"/>
                    <a:pt x="161" y="221"/>
                  </a:cubicBezTo>
                  <a:cubicBezTo>
                    <a:pt x="161" y="216"/>
                    <a:pt x="155" y="204"/>
                    <a:pt x="157" y="191"/>
                  </a:cubicBezTo>
                  <a:cubicBezTo>
                    <a:pt x="142" y="182"/>
                    <a:pt x="111" y="200"/>
                    <a:pt x="104" y="182"/>
                  </a:cubicBezTo>
                  <a:cubicBezTo>
                    <a:pt x="109" y="164"/>
                    <a:pt x="139" y="178"/>
                    <a:pt x="156" y="173"/>
                  </a:cubicBezTo>
                  <a:cubicBezTo>
                    <a:pt x="160" y="166"/>
                    <a:pt x="156" y="151"/>
                    <a:pt x="157" y="140"/>
                  </a:cubicBezTo>
                  <a:cubicBezTo>
                    <a:pt x="138" y="133"/>
                    <a:pt x="113" y="151"/>
                    <a:pt x="104" y="132"/>
                  </a:cubicBezTo>
                  <a:cubicBezTo>
                    <a:pt x="105" y="124"/>
                    <a:pt x="112" y="123"/>
                    <a:pt x="121" y="123"/>
                  </a:cubicBezTo>
                  <a:cubicBezTo>
                    <a:pt x="124" y="95"/>
                    <a:pt x="137" y="76"/>
                    <a:pt x="144" y="51"/>
                  </a:cubicBezTo>
                  <a:cubicBezTo>
                    <a:pt x="88" y="54"/>
                    <a:pt x="52" y="94"/>
                    <a:pt x="34" y="143"/>
                  </a:cubicBezTo>
                  <a:cubicBezTo>
                    <a:pt x="52" y="142"/>
                    <a:pt x="83" y="124"/>
                    <a:pt x="95" y="140"/>
                  </a:cubicBezTo>
                  <a:cubicBezTo>
                    <a:pt x="83" y="162"/>
                    <a:pt x="34" y="142"/>
                    <a:pt x="28" y="173"/>
                  </a:cubicBezTo>
                  <a:cubicBezTo>
                    <a:pt x="41" y="177"/>
                    <a:pt x="79" y="152"/>
                    <a:pt x="95" y="171"/>
                  </a:cubicBezTo>
                  <a:cubicBezTo>
                    <a:pt x="83" y="192"/>
                    <a:pt x="30" y="172"/>
                    <a:pt x="28" y="204"/>
                  </a:cubicBezTo>
                  <a:cubicBezTo>
                    <a:pt x="43" y="206"/>
                    <a:pt x="76" y="183"/>
                    <a:pt x="91" y="201"/>
                  </a:cubicBezTo>
                  <a:cubicBezTo>
                    <a:pt x="84" y="220"/>
                    <a:pt x="45" y="207"/>
                    <a:pt x="33" y="221"/>
                  </a:cubicBezTo>
                  <a:cubicBezTo>
                    <a:pt x="30" y="225"/>
                    <a:pt x="35" y="238"/>
                    <a:pt x="28" y="239"/>
                  </a:cubicBezTo>
                  <a:cubicBezTo>
                    <a:pt x="16" y="237"/>
                    <a:pt x="13" y="223"/>
                    <a:pt x="12" y="213"/>
                  </a:cubicBezTo>
                  <a:cubicBezTo>
                    <a:pt x="0" y="105"/>
                    <a:pt x="69" y="44"/>
                    <a:pt x="150" y="29"/>
                  </a:cubicBezTo>
                  <a:cubicBezTo>
                    <a:pt x="155" y="9"/>
                    <a:pt x="176" y="0"/>
                    <a:pt x="177" y="29"/>
                  </a:cubicBezTo>
                  <a:cubicBezTo>
                    <a:pt x="214" y="35"/>
                    <a:pt x="250" y="51"/>
                    <a:pt x="274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5F1C4576-0636-257B-45FF-96DDF954E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698" y="5542598"/>
              <a:ext cx="265112" cy="306388"/>
            </a:xfrm>
            <a:custGeom>
              <a:avLst/>
              <a:gdLst>
                <a:gd name="T0" fmla="*/ 100 w 102"/>
                <a:gd name="T1" fmla="*/ 5 h 118"/>
                <a:gd name="T2" fmla="*/ 89 w 102"/>
                <a:gd name="T3" fmla="*/ 13 h 118"/>
                <a:gd name="T4" fmla="*/ 86 w 102"/>
                <a:gd name="T5" fmla="*/ 83 h 118"/>
                <a:gd name="T6" fmla="*/ 21 w 102"/>
                <a:gd name="T7" fmla="*/ 99 h 118"/>
                <a:gd name="T8" fmla="*/ 12 w 102"/>
                <a:gd name="T9" fmla="*/ 16 h 118"/>
                <a:gd name="T10" fmla="*/ 0 w 102"/>
                <a:gd name="T11" fmla="*/ 8 h 118"/>
                <a:gd name="T12" fmla="*/ 42 w 102"/>
                <a:gd name="T13" fmla="*/ 5 h 118"/>
                <a:gd name="T14" fmla="*/ 30 w 102"/>
                <a:gd name="T15" fmla="*/ 13 h 118"/>
                <a:gd name="T16" fmla="*/ 48 w 102"/>
                <a:gd name="T17" fmla="*/ 99 h 118"/>
                <a:gd name="T18" fmla="*/ 74 w 102"/>
                <a:gd name="T19" fmla="*/ 13 h 118"/>
                <a:gd name="T20" fmla="*/ 61 w 102"/>
                <a:gd name="T21" fmla="*/ 8 h 118"/>
                <a:gd name="T22" fmla="*/ 100 w 102"/>
                <a:gd name="T23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" h="118">
                  <a:moveTo>
                    <a:pt x="100" y="5"/>
                  </a:moveTo>
                  <a:cubicBezTo>
                    <a:pt x="102" y="13"/>
                    <a:pt x="91" y="9"/>
                    <a:pt x="89" y="13"/>
                  </a:cubicBezTo>
                  <a:cubicBezTo>
                    <a:pt x="78" y="33"/>
                    <a:pt x="91" y="61"/>
                    <a:pt x="86" y="83"/>
                  </a:cubicBezTo>
                  <a:cubicBezTo>
                    <a:pt x="80" y="107"/>
                    <a:pt x="39" y="118"/>
                    <a:pt x="21" y="99"/>
                  </a:cubicBezTo>
                  <a:cubicBezTo>
                    <a:pt x="1" y="80"/>
                    <a:pt x="23" y="45"/>
                    <a:pt x="12" y="16"/>
                  </a:cubicBezTo>
                  <a:cubicBezTo>
                    <a:pt x="11" y="9"/>
                    <a:pt x="3" y="12"/>
                    <a:pt x="0" y="8"/>
                  </a:cubicBezTo>
                  <a:cubicBezTo>
                    <a:pt x="8" y="0"/>
                    <a:pt x="33" y="4"/>
                    <a:pt x="42" y="5"/>
                  </a:cubicBezTo>
                  <a:cubicBezTo>
                    <a:pt x="43" y="13"/>
                    <a:pt x="32" y="9"/>
                    <a:pt x="30" y="13"/>
                  </a:cubicBezTo>
                  <a:cubicBezTo>
                    <a:pt x="28" y="43"/>
                    <a:pt x="20" y="95"/>
                    <a:pt x="48" y="99"/>
                  </a:cubicBezTo>
                  <a:cubicBezTo>
                    <a:pt x="83" y="105"/>
                    <a:pt x="85" y="48"/>
                    <a:pt x="74" y="13"/>
                  </a:cubicBezTo>
                  <a:cubicBezTo>
                    <a:pt x="71" y="9"/>
                    <a:pt x="61" y="13"/>
                    <a:pt x="61" y="8"/>
                  </a:cubicBezTo>
                  <a:cubicBezTo>
                    <a:pt x="67" y="0"/>
                    <a:pt x="92" y="4"/>
                    <a:pt x="10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76B1A253-2401-611D-0EE7-364F22CED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685" y="4912360"/>
              <a:ext cx="98425" cy="196850"/>
            </a:xfrm>
            <a:custGeom>
              <a:avLst/>
              <a:gdLst>
                <a:gd name="T0" fmla="*/ 27 w 38"/>
                <a:gd name="T1" fmla="*/ 12 h 76"/>
                <a:gd name="T2" fmla="*/ 11 w 38"/>
                <a:gd name="T3" fmla="*/ 65 h 76"/>
                <a:gd name="T4" fmla="*/ 27 w 38"/>
                <a:gd name="T5" fmla="*/ 1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6">
                  <a:moveTo>
                    <a:pt x="27" y="12"/>
                  </a:moveTo>
                  <a:cubicBezTo>
                    <a:pt x="35" y="26"/>
                    <a:pt x="38" y="76"/>
                    <a:pt x="11" y="65"/>
                  </a:cubicBezTo>
                  <a:cubicBezTo>
                    <a:pt x="2" y="51"/>
                    <a:pt x="0" y="0"/>
                    <a:pt x="2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B7D2A7F2-BC50-DBB0-B39C-6D5F5D6A1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235" y="4909185"/>
              <a:ext cx="98425" cy="127000"/>
            </a:xfrm>
            <a:custGeom>
              <a:avLst/>
              <a:gdLst>
                <a:gd name="T0" fmla="*/ 32 w 38"/>
                <a:gd name="T1" fmla="*/ 13 h 49"/>
                <a:gd name="T2" fmla="*/ 30 w 38"/>
                <a:gd name="T3" fmla="*/ 42 h 49"/>
                <a:gd name="T4" fmla="*/ 32 w 38"/>
                <a:gd name="T5" fmla="*/ 1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49">
                  <a:moveTo>
                    <a:pt x="32" y="13"/>
                  </a:moveTo>
                  <a:cubicBezTo>
                    <a:pt x="38" y="23"/>
                    <a:pt x="38" y="34"/>
                    <a:pt x="30" y="42"/>
                  </a:cubicBezTo>
                  <a:cubicBezTo>
                    <a:pt x="0" y="49"/>
                    <a:pt x="7" y="0"/>
                    <a:pt x="32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F056DE5F-1258-3E5D-2E11-0993011CC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735" y="5240973"/>
              <a:ext cx="273050" cy="349250"/>
            </a:xfrm>
            <a:custGeom>
              <a:avLst/>
              <a:gdLst>
                <a:gd name="T0" fmla="*/ 96 w 105"/>
                <a:gd name="T1" fmla="*/ 51 h 134"/>
                <a:gd name="T2" fmla="*/ 105 w 105"/>
                <a:gd name="T3" fmla="*/ 51 h 134"/>
                <a:gd name="T4" fmla="*/ 85 w 105"/>
                <a:gd name="T5" fmla="*/ 81 h 134"/>
                <a:gd name="T6" fmla="*/ 73 w 105"/>
                <a:gd name="T7" fmla="*/ 33 h 134"/>
                <a:gd name="T8" fmla="*/ 15 w 105"/>
                <a:gd name="T9" fmla="*/ 81 h 134"/>
                <a:gd name="T10" fmla="*/ 60 w 105"/>
                <a:gd name="T11" fmla="*/ 97 h 134"/>
                <a:gd name="T12" fmla="*/ 51 w 105"/>
                <a:gd name="T13" fmla="*/ 81 h 134"/>
                <a:gd name="T14" fmla="*/ 87 w 105"/>
                <a:gd name="T15" fmla="*/ 107 h 134"/>
                <a:gd name="T16" fmla="*/ 76 w 105"/>
                <a:gd name="T17" fmla="*/ 106 h 134"/>
                <a:gd name="T18" fmla="*/ 56 w 105"/>
                <a:gd name="T19" fmla="*/ 132 h 134"/>
                <a:gd name="T20" fmla="*/ 1 w 105"/>
                <a:gd name="T21" fmla="*/ 77 h 134"/>
                <a:gd name="T22" fmla="*/ 96 w 105"/>
                <a:gd name="T23" fmla="*/ 5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5" h="134">
                  <a:moveTo>
                    <a:pt x="96" y="51"/>
                  </a:moveTo>
                  <a:cubicBezTo>
                    <a:pt x="100" y="51"/>
                    <a:pt x="101" y="47"/>
                    <a:pt x="105" y="51"/>
                  </a:cubicBezTo>
                  <a:cubicBezTo>
                    <a:pt x="104" y="59"/>
                    <a:pt x="95" y="75"/>
                    <a:pt x="85" y="81"/>
                  </a:cubicBezTo>
                  <a:cubicBezTo>
                    <a:pt x="88" y="64"/>
                    <a:pt x="89" y="39"/>
                    <a:pt x="73" y="33"/>
                  </a:cubicBezTo>
                  <a:cubicBezTo>
                    <a:pt x="51" y="23"/>
                    <a:pt x="17" y="52"/>
                    <a:pt x="15" y="81"/>
                  </a:cubicBezTo>
                  <a:cubicBezTo>
                    <a:pt x="12" y="114"/>
                    <a:pt x="51" y="134"/>
                    <a:pt x="60" y="97"/>
                  </a:cubicBezTo>
                  <a:cubicBezTo>
                    <a:pt x="60" y="88"/>
                    <a:pt x="49" y="91"/>
                    <a:pt x="51" y="81"/>
                  </a:cubicBezTo>
                  <a:cubicBezTo>
                    <a:pt x="63" y="88"/>
                    <a:pt x="78" y="95"/>
                    <a:pt x="87" y="107"/>
                  </a:cubicBezTo>
                  <a:cubicBezTo>
                    <a:pt x="83" y="113"/>
                    <a:pt x="81" y="105"/>
                    <a:pt x="76" y="106"/>
                  </a:cubicBezTo>
                  <a:cubicBezTo>
                    <a:pt x="66" y="111"/>
                    <a:pt x="62" y="123"/>
                    <a:pt x="56" y="132"/>
                  </a:cubicBezTo>
                  <a:cubicBezTo>
                    <a:pt x="27" y="124"/>
                    <a:pt x="1" y="110"/>
                    <a:pt x="1" y="77"/>
                  </a:cubicBezTo>
                  <a:cubicBezTo>
                    <a:pt x="0" y="25"/>
                    <a:pt x="73" y="0"/>
                    <a:pt x="96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FFD95E98-9BC0-DDC0-F69B-DC7437BF71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15148" y="2423160"/>
              <a:ext cx="771525" cy="731838"/>
            </a:xfrm>
            <a:custGeom>
              <a:avLst/>
              <a:gdLst>
                <a:gd name="T0" fmla="*/ 26 w 297"/>
                <a:gd name="T1" fmla="*/ 174 h 282"/>
                <a:gd name="T2" fmla="*/ 40 w 297"/>
                <a:gd name="T3" fmla="*/ 158 h 282"/>
                <a:gd name="T4" fmla="*/ 24 w 297"/>
                <a:gd name="T5" fmla="*/ 158 h 282"/>
                <a:gd name="T6" fmla="*/ 73 w 297"/>
                <a:gd name="T7" fmla="*/ 171 h 282"/>
                <a:gd name="T8" fmla="*/ 35 w 297"/>
                <a:gd name="T9" fmla="*/ 234 h 282"/>
                <a:gd name="T10" fmla="*/ 53 w 297"/>
                <a:gd name="T11" fmla="*/ 180 h 282"/>
                <a:gd name="T12" fmla="*/ 80 w 297"/>
                <a:gd name="T13" fmla="*/ 127 h 282"/>
                <a:gd name="T14" fmla="*/ 59 w 297"/>
                <a:gd name="T15" fmla="*/ 141 h 282"/>
                <a:gd name="T16" fmla="*/ 101 w 297"/>
                <a:gd name="T17" fmla="*/ 136 h 282"/>
                <a:gd name="T18" fmla="*/ 101 w 297"/>
                <a:gd name="T19" fmla="*/ 136 h 282"/>
                <a:gd name="T20" fmla="*/ 126 w 297"/>
                <a:gd name="T21" fmla="*/ 139 h 282"/>
                <a:gd name="T22" fmla="*/ 134 w 297"/>
                <a:gd name="T23" fmla="*/ 161 h 282"/>
                <a:gd name="T24" fmla="*/ 134 w 297"/>
                <a:gd name="T25" fmla="*/ 161 h 282"/>
                <a:gd name="T26" fmla="*/ 151 w 297"/>
                <a:gd name="T27" fmla="*/ 27 h 282"/>
                <a:gd name="T28" fmla="*/ 157 w 297"/>
                <a:gd name="T29" fmla="*/ 239 h 282"/>
                <a:gd name="T30" fmla="*/ 163 w 297"/>
                <a:gd name="T31" fmla="*/ 200 h 282"/>
                <a:gd name="T32" fmla="*/ 139 w 297"/>
                <a:gd name="T33" fmla="*/ 218 h 282"/>
                <a:gd name="T34" fmla="*/ 156 w 297"/>
                <a:gd name="T35" fmla="*/ 227 h 282"/>
                <a:gd name="T36" fmla="*/ 173 w 297"/>
                <a:gd name="T37" fmla="*/ 39 h 282"/>
                <a:gd name="T38" fmla="*/ 173 w 297"/>
                <a:gd name="T39" fmla="*/ 39 h 282"/>
                <a:gd name="T40" fmla="*/ 173 w 297"/>
                <a:gd name="T41" fmla="*/ 58 h 282"/>
                <a:gd name="T42" fmla="*/ 157 w 297"/>
                <a:gd name="T43" fmla="*/ 191 h 282"/>
                <a:gd name="T44" fmla="*/ 143 w 297"/>
                <a:gd name="T45" fmla="*/ 186 h 282"/>
                <a:gd name="T46" fmla="*/ 157 w 297"/>
                <a:gd name="T47" fmla="*/ 191 h 282"/>
                <a:gd name="T48" fmla="*/ 186 w 297"/>
                <a:gd name="T49" fmla="*/ 127 h 282"/>
                <a:gd name="T50" fmla="*/ 202 w 297"/>
                <a:gd name="T51" fmla="*/ 119 h 282"/>
                <a:gd name="T52" fmla="*/ 198 w 297"/>
                <a:gd name="T53" fmla="*/ 67 h 282"/>
                <a:gd name="T54" fmla="*/ 189 w 297"/>
                <a:gd name="T55" fmla="*/ 72 h 282"/>
                <a:gd name="T56" fmla="*/ 209 w 297"/>
                <a:gd name="T57" fmla="*/ 66 h 282"/>
                <a:gd name="T58" fmla="*/ 211 w 297"/>
                <a:gd name="T59" fmla="*/ 72 h 282"/>
                <a:gd name="T60" fmla="*/ 217 w 297"/>
                <a:gd name="T61" fmla="*/ 139 h 282"/>
                <a:gd name="T62" fmla="*/ 201 w 297"/>
                <a:gd name="T63" fmla="*/ 150 h 282"/>
                <a:gd name="T64" fmla="*/ 192 w 297"/>
                <a:gd name="T65" fmla="*/ 166 h 282"/>
                <a:gd name="T66" fmla="*/ 227 w 297"/>
                <a:gd name="T67" fmla="*/ 67 h 282"/>
                <a:gd name="T68" fmla="*/ 235 w 297"/>
                <a:gd name="T69" fmla="*/ 115 h 282"/>
                <a:gd name="T70" fmla="*/ 184 w 297"/>
                <a:gd name="T71" fmla="*/ 91 h 282"/>
                <a:gd name="T72" fmla="*/ 173 w 297"/>
                <a:gd name="T73" fmla="*/ 84 h 282"/>
                <a:gd name="T74" fmla="*/ 154 w 297"/>
                <a:gd name="T75" fmla="*/ 136 h 282"/>
                <a:gd name="T76" fmla="*/ 206 w 297"/>
                <a:gd name="T77" fmla="*/ 109 h 282"/>
                <a:gd name="T78" fmla="*/ 217 w 297"/>
                <a:gd name="T79" fmla="*/ 96 h 282"/>
                <a:gd name="T80" fmla="*/ 235 w 297"/>
                <a:gd name="T81" fmla="*/ 115 h 282"/>
                <a:gd name="T82" fmla="*/ 251 w 297"/>
                <a:gd name="T83" fmla="*/ 106 h 282"/>
                <a:gd name="T84" fmla="*/ 249 w 297"/>
                <a:gd name="T85" fmla="*/ 119 h 282"/>
                <a:gd name="T86" fmla="*/ 263 w 297"/>
                <a:gd name="T87" fmla="*/ 261 h 282"/>
                <a:gd name="T88" fmla="*/ 185 w 297"/>
                <a:gd name="T89" fmla="*/ 225 h 282"/>
                <a:gd name="T90" fmla="*/ 131 w 297"/>
                <a:gd name="T91" fmla="*/ 267 h 282"/>
                <a:gd name="T92" fmla="*/ 62 w 297"/>
                <a:gd name="T93" fmla="*/ 218 h 282"/>
                <a:gd name="T94" fmla="*/ 10 w 297"/>
                <a:gd name="T95" fmla="*/ 256 h 282"/>
                <a:gd name="T96" fmla="*/ 97 w 297"/>
                <a:gd name="T97" fmla="*/ 113 h 282"/>
                <a:gd name="T98" fmla="*/ 134 w 297"/>
                <a:gd name="T99" fmla="*/ 82 h 282"/>
                <a:gd name="T100" fmla="*/ 207 w 297"/>
                <a:gd name="T101" fmla="*/ 8 h 282"/>
                <a:gd name="T102" fmla="*/ 234 w 297"/>
                <a:gd name="T103" fmla="*/ 27 h 282"/>
                <a:gd name="T104" fmla="*/ 263 w 297"/>
                <a:gd name="T105" fmla="*/ 184 h 282"/>
                <a:gd name="T106" fmla="*/ 290 w 297"/>
                <a:gd name="T107" fmla="*/ 23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7" h="282">
                  <a:moveTo>
                    <a:pt x="24" y="186"/>
                  </a:moveTo>
                  <a:cubicBezTo>
                    <a:pt x="30" y="187"/>
                    <a:pt x="32" y="172"/>
                    <a:pt x="26" y="174"/>
                  </a:cubicBezTo>
                  <a:cubicBezTo>
                    <a:pt x="22" y="175"/>
                    <a:pt x="21" y="182"/>
                    <a:pt x="24" y="186"/>
                  </a:cubicBezTo>
                  <a:close/>
                  <a:moveTo>
                    <a:pt x="40" y="158"/>
                  </a:moveTo>
                  <a:cubicBezTo>
                    <a:pt x="40" y="155"/>
                    <a:pt x="37" y="152"/>
                    <a:pt x="38" y="147"/>
                  </a:cubicBezTo>
                  <a:cubicBezTo>
                    <a:pt x="30" y="147"/>
                    <a:pt x="24" y="151"/>
                    <a:pt x="24" y="158"/>
                  </a:cubicBezTo>
                  <a:cubicBezTo>
                    <a:pt x="32" y="160"/>
                    <a:pt x="31" y="160"/>
                    <a:pt x="40" y="158"/>
                  </a:cubicBezTo>
                  <a:close/>
                  <a:moveTo>
                    <a:pt x="73" y="171"/>
                  </a:moveTo>
                  <a:cubicBezTo>
                    <a:pt x="64" y="166"/>
                    <a:pt x="59" y="180"/>
                    <a:pt x="52" y="171"/>
                  </a:cubicBezTo>
                  <a:cubicBezTo>
                    <a:pt x="51" y="195"/>
                    <a:pt x="0" y="214"/>
                    <a:pt x="35" y="234"/>
                  </a:cubicBezTo>
                  <a:cubicBezTo>
                    <a:pt x="41" y="225"/>
                    <a:pt x="30" y="220"/>
                    <a:pt x="29" y="213"/>
                  </a:cubicBezTo>
                  <a:cubicBezTo>
                    <a:pt x="42" y="205"/>
                    <a:pt x="52" y="194"/>
                    <a:pt x="53" y="180"/>
                  </a:cubicBezTo>
                  <a:cubicBezTo>
                    <a:pt x="59" y="180"/>
                    <a:pt x="70" y="184"/>
                    <a:pt x="73" y="171"/>
                  </a:cubicBezTo>
                  <a:close/>
                  <a:moveTo>
                    <a:pt x="80" y="127"/>
                  </a:moveTo>
                  <a:cubicBezTo>
                    <a:pt x="70" y="120"/>
                    <a:pt x="55" y="125"/>
                    <a:pt x="52" y="136"/>
                  </a:cubicBezTo>
                  <a:cubicBezTo>
                    <a:pt x="57" y="134"/>
                    <a:pt x="54" y="142"/>
                    <a:pt x="59" y="141"/>
                  </a:cubicBezTo>
                  <a:cubicBezTo>
                    <a:pt x="66" y="137"/>
                    <a:pt x="76" y="136"/>
                    <a:pt x="80" y="127"/>
                  </a:cubicBezTo>
                  <a:close/>
                  <a:moveTo>
                    <a:pt x="101" y="136"/>
                  </a:moveTo>
                  <a:cubicBezTo>
                    <a:pt x="104" y="131"/>
                    <a:pt x="104" y="123"/>
                    <a:pt x="95" y="123"/>
                  </a:cubicBezTo>
                  <a:cubicBezTo>
                    <a:pt x="95" y="131"/>
                    <a:pt x="96" y="134"/>
                    <a:pt x="101" y="136"/>
                  </a:cubicBezTo>
                  <a:close/>
                  <a:moveTo>
                    <a:pt x="131" y="150"/>
                  </a:moveTo>
                  <a:cubicBezTo>
                    <a:pt x="131" y="144"/>
                    <a:pt x="131" y="139"/>
                    <a:pt x="126" y="139"/>
                  </a:cubicBezTo>
                  <a:cubicBezTo>
                    <a:pt x="124" y="144"/>
                    <a:pt x="124" y="151"/>
                    <a:pt x="131" y="150"/>
                  </a:cubicBezTo>
                  <a:close/>
                  <a:moveTo>
                    <a:pt x="134" y="161"/>
                  </a:moveTo>
                  <a:cubicBezTo>
                    <a:pt x="137" y="163"/>
                    <a:pt x="151" y="165"/>
                    <a:pt x="151" y="157"/>
                  </a:cubicBezTo>
                  <a:cubicBezTo>
                    <a:pt x="147" y="151"/>
                    <a:pt x="134" y="153"/>
                    <a:pt x="134" y="161"/>
                  </a:cubicBezTo>
                  <a:close/>
                  <a:moveTo>
                    <a:pt x="151" y="37"/>
                  </a:moveTo>
                  <a:cubicBezTo>
                    <a:pt x="152" y="36"/>
                    <a:pt x="158" y="25"/>
                    <a:pt x="151" y="27"/>
                  </a:cubicBezTo>
                  <a:cubicBezTo>
                    <a:pt x="148" y="28"/>
                    <a:pt x="142" y="37"/>
                    <a:pt x="151" y="37"/>
                  </a:cubicBezTo>
                  <a:close/>
                  <a:moveTo>
                    <a:pt x="157" y="239"/>
                  </a:moveTo>
                  <a:cubicBezTo>
                    <a:pt x="163" y="247"/>
                    <a:pt x="176" y="249"/>
                    <a:pt x="185" y="243"/>
                  </a:cubicBezTo>
                  <a:cubicBezTo>
                    <a:pt x="170" y="237"/>
                    <a:pt x="168" y="218"/>
                    <a:pt x="163" y="200"/>
                  </a:cubicBezTo>
                  <a:cubicBezTo>
                    <a:pt x="158" y="208"/>
                    <a:pt x="165" y="212"/>
                    <a:pt x="159" y="217"/>
                  </a:cubicBezTo>
                  <a:cubicBezTo>
                    <a:pt x="151" y="209"/>
                    <a:pt x="146" y="224"/>
                    <a:pt x="139" y="218"/>
                  </a:cubicBezTo>
                  <a:cubicBezTo>
                    <a:pt x="142" y="225"/>
                    <a:pt x="145" y="234"/>
                    <a:pt x="143" y="247"/>
                  </a:cubicBezTo>
                  <a:cubicBezTo>
                    <a:pt x="154" y="247"/>
                    <a:pt x="143" y="225"/>
                    <a:pt x="156" y="227"/>
                  </a:cubicBezTo>
                  <a:cubicBezTo>
                    <a:pt x="158" y="229"/>
                    <a:pt x="157" y="234"/>
                    <a:pt x="157" y="239"/>
                  </a:cubicBezTo>
                  <a:close/>
                  <a:moveTo>
                    <a:pt x="173" y="39"/>
                  </a:moveTo>
                  <a:cubicBezTo>
                    <a:pt x="181" y="37"/>
                    <a:pt x="187" y="25"/>
                    <a:pt x="178" y="20"/>
                  </a:cubicBezTo>
                  <a:cubicBezTo>
                    <a:pt x="176" y="28"/>
                    <a:pt x="174" y="32"/>
                    <a:pt x="173" y="39"/>
                  </a:cubicBezTo>
                  <a:close/>
                  <a:moveTo>
                    <a:pt x="202" y="28"/>
                  </a:moveTo>
                  <a:cubicBezTo>
                    <a:pt x="190" y="36"/>
                    <a:pt x="178" y="43"/>
                    <a:pt x="173" y="58"/>
                  </a:cubicBezTo>
                  <a:cubicBezTo>
                    <a:pt x="187" y="53"/>
                    <a:pt x="197" y="42"/>
                    <a:pt x="202" y="28"/>
                  </a:cubicBezTo>
                  <a:close/>
                  <a:moveTo>
                    <a:pt x="157" y="191"/>
                  </a:moveTo>
                  <a:cubicBezTo>
                    <a:pt x="168" y="186"/>
                    <a:pt x="196" y="181"/>
                    <a:pt x="189" y="170"/>
                  </a:cubicBezTo>
                  <a:cubicBezTo>
                    <a:pt x="175" y="177"/>
                    <a:pt x="163" y="182"/>
                    <a:pt x="143" y="186"/>
                  </a:cubicBezTo>
                  <a:cubicBezTo>
                    <a:pt x="143" y="193"/>
                    <a:pt x="142" y="200"/>
                    <a:pt x="145" y="204"/>
                  </a:cubicBezTo>
                  <a:cubicBezTo>
                    <a:pt x="154" y="205"/>
                    <a:pt x="153" y="195"/>
                    <a:pt x="157" y="191"/>
                  </a:cubicBezTo>
                  <a:close/>
                  <a:moveTo>
                    <a:pt x="202" y="119"/>
                  </a:moveTo>
                  <a:cubicBezTo>
                    <a:pt x="196" y="117"/>
                    <a:pt x="187" y="119"/>
                    <a:pt x="186" y="127"/>
                  </a:cubicBezTo>
                  <a:cubicBezTo>
                    <a:pt x="192" y="125"/>
                    <a:pt x="191" y="133"/>
                    <a:pt x="197" y="132"/>
                  </a:cubicBezTo>
                  <a:cubicBezTo>
                    <a:pt x="197" y="125"/>
                    <a:pt x="202" y="125"/>
                    <a:pt x="202" y="119"/>
                  </a:cubicBezTo>
                  <a:close/>
                  <a:moveTo>
                    <a:pt x="189" y="72"/>
                  </a:moveTo>
                  <a:cubicBezTo>
                    <a:pt x="194" y="72"/>
                    <a:pt x="198" y="74"/>
                    <a:pt x="198" y="67"/>
                  </a:cubicBezTo>
                  <a:cubicBezTo>
                    <a:pt x="197" y="66"/>
                    <a:pt x="195" y="66"/>
                    <a:pt x="189" y="66"/>
                  </a:cubicBezTo>
                  <a:cubicBezTo>
                    <a:pt x="189" y="69"/>
                    <a:pt x="189" y="71"/>
                    <a:pt x="189" y="72"/>
                  </a:cubicBezTo>
                  <a:close/>
                  <a:moveTo>
                    <a:pt x="211" y="72"/>
                  </a:moveTo>
                  <a:cubicBezTo>
                    <a:pt x="212" y="70"/>
                    <a:pt x="209" y="69"/>
                    <a:pt x="209" y="66"/>
                  </a:cubicBezTo>
                  <a:cubicBezTo>
                    <a:pt x="206" y="65"/>
                    <a:pt x="202" y="66"/>
                    <a:pt x="201" y="67"/>
                  </a:cubicBezTo>
                  <a:cubicBezTo>
                    <a:pt x="200" y="74"/>
                    <a:pt x="208" y="75"/>
                    <a:pt x="211" y="72"/>
                  </a:cubicBezTo>
                  <a:close/>
                  <a:moveTo>
                    <a:pt x="192" y="166"/>
                  </a:moveTo>
                  <a:cubicBezTo>
                    <a:pt x="202" y="160"/>
                    <a:pt x="219" y="160"/>
                    <a:pt x="217" y="139"/>
                  </a:cubicBezTo>
                  <a:cubicBezTo>
                    <a:pt x="208" y="139"/>
                    <a:pt x="201" y="139"/>
                    <a:pt x="196" y="137"/>
                  </a:cubicBezTo>
                  <a:cubicBezTo>
                    <a:pt x="195" y="144"/>
                    <a:pt x="200" y="144"/>
                    <a:pt x="201" y="150"/>
                  </a:cubicBezTo>
                  <a:cubicBezTo>
                    <a:pt x="195" y="156"/>
                    <a:pt x="191" y="148"/>
                    <a:pt x="185" y="148"/>
                  </a:cubicBezTo>
                  <a:cubicBezTo>
                    <a:pt x="186" y="156"/>
                    <a:pt x="195" y="155"/>
                    <a:pt x="192" y="166"/>
                  </a:cubicBezTo>
                  <a:close/>
                  <a:moveTo>
                    <a:pt x="238" y="80"/>
                  </a:moveTo>
                  <a:cubicBezTo>
                    <a:pt x="238" y="72"/>
                    <a:pt x="234" y="62"/>
                    <a:pt x="227" y="67"/>
                  </a:cubicBezTo>
                  <a:cubicBezTo>
                    <a:pt x="227" y="76"/>
                    <a:pt x="233" y="77"/>
                    <a:pt x="238" y="80"/>
                  </a:cubicBezTo>
                  <a:close/>
                  <a:moveTo>
                    <a:pt x="235" y="115"/>
                  </a:moveTo>
                  <a:cubicBezTo>
                    <a:pt x="239" y="110"/>
                    <a:pt x="240" y="104"/>
                    <a:pt x="239" y="94"/>
                  </a:cubicBezTo>
                  <a:cubicBezTo>
                    <a:pt x="228" y="79"/>
                    <a:pt x="200" y="84"/>
                    <a:pt x="184" y="91"/>
                  </a:cubicBezTo>
                  <a:cubicBezTo>
                    <a:pt x="180" y="81"/>
                    <a:pt x="167" y="69"/>
                    <a:pt x="164" y="87"/>
                  </a:cubicBezTo>
                  <a:cubicBezTo>
                    <a:pt x="169" y="87"/>
                    <a:pt x="169" y="85"/>
                    <a:pt x="173" y="84"/>
                  </a:cubicBezTo>
                  <a:cubicBezTo>
                    <a:pt x="176" y="90"/>
                    <a:pt x="180" y="96"/>
                    <a:pt x="189" y="98"/>
                  </a:cubicBezTo>
                  <a:cubicBezTo>
                    <a:pt x="180" y="106"/>
                    <a:pt x="132" y="122"/>
                    <a:pt x="154" y="136"/>
                  </a:cubicBezTo>
                  <a:cubicBezTo>
                    <a:pt x="156" y="122"/>
                    <a:pt x="167" y="115"/>
                    <a:pt x="181" y="118"/>
                  </a:cubicBezTo>
                  <a:cubicBezTo>
                    <a:pt x="187" y="109"/>
                    <a:pt x="192" y="106"/>
                    <a:pt x="206" y="109"/>
                  </a:cubicBezTo>
                  <a:cubicBezTo>
                    <a:pt x="211" y="112"/>
                    <a:pt x="208" y="123"/>
                    <a:pt x="217" y="123"/>
                  </a:cubicBezTo>
                  <a:cubicBezTo>
                    <a:pt x="220" y="113"/>
                    <a:pt x="218" y="106"/>
                    <a:pt x="217" y="96"/>
                  </a:cubicBezTo>
                  <a:cubicBezTo>
                    <a:pt x="218" y="95"/>
                    <a:pt x="219" y="94"/>
                    <a:pt x="223" y="94"/>
                  </a:cubicBezTo>
                  <a:cubicBezTo>
                    <a:pt x="230" y="99"/>
                    <a:pt x="227" y="113"/>
                    <a:pt x="235" y="115"/>
                  </a:cubicBezTo>
                  <a:close/>
                  <a:moveTo>
                    <a:pt x="249" y="119"/>
                  </a:moveTo>
                  <a:cubicBezTo>
                    <a:pt x="253" y="115"/>
                    <a:pt x="252" y="114"/>
                    <a:pt x="251" y="106"/>
                  </a:cubicBezTo>
                  <a:cubicBezTo>
                    <a:pt x="249" y="106"/>
                    <a:pt x="247" y="106"/>
                    <a:pt x="246" y="106"/>
                  </a:cubicBezTo>
                  <a:cubicBezTo>
                    <a:pt x="246" y="112"/>
                    <a:pt x="244" y="119"/>
                    <a:pt x="249" y="119"/>
                  </a:cubicBezTo>
                  <a:close/>
                  <a:moveTo>
                    <a:pt x="290" y="233"/>
                  </a:moveTo>
                  <a:cubicBezTo>
                    <a:pt x="297" y="251"/>
                    <a:pt x="272" y="261"/>
                    <a:pt x="263" y="261"/>
                  </a:cubicBezTo>
                  <a:cubicBezTo>
                    <a:pt x="235" y="262"/>
                    <a:pt x="235" y="227"/>
                    <a:pt x="219" y="217"/>
                  </a:cubicBezTo>
                  <a:cubicBezTo>
                    <a:pt x="206" y="218"/>
                    <a:pt x="190" y="215"/>
                    <a:pt x="185" y="225"/>
                  </a:cubicBezTo>
                  <a:cubicBezTo>
                    <a:pt x="187" y="239"/>
                    <a:pt x="203" y="232"/>
                    <a:pt x="206" y="243"/>
                  </a:cubicBezTo>
                  <a:cubicBezTo>
                    <a:pt x="211" y="266"/>
                    <a:pt x="157" y="273"/>
                    <a:pt x="131" y="267"/>
                  </a:cubicBezTo>
                  <a:cubicBezTo>
                    <a:pt x="113" y="262"/>
                    <a:pt x="104" y="241"/>
                    <a:pt x="98" y="224"/>
                  </a:cubicBezTo>
                  <a:cubicBezTo>
                    <a:pt x="85" y="224"/>
                    <a:pt x="75" y="213"/>
                    <a:pt x="62" y="218"/>
                  </a:cubicBezTo>
                  <a:cubicBezTo>
                    <a:pt x="60" y="232"/>
                    <a:pt x="73" y="233"/>
                    <a:pt x="74" y="247"/>
                  </a:cubicBezTo>
                  <a:cubicBezTo>
                    <a:pt x="77" y="282"/>
                    <a:pt x="35" y="266"/>
                    <a:pt x="10" y="256"/>
                  </a:cubicBezTo>
                  <a:cubicBezTo>
                    <a:pt x="24" y="218"/>
                    <a:pt x="2" y="167"/>
                    <a:pt x="20" y="137"/>
                  </a:cubicBezTo>
                  <a:cubicBezTo>
                    <a:pt x="32" y="118"/>
                    <a:pt x="64" y="108"/>
                    <a:pt x="97" y="113"/>
                  </a:cubicBezTo>
                  <a:cubicBezTo>
                    <a:pt x="107" y="114"/>
                    <a:pt x="136" y="127"/>
                    <a:pt x="145" y="110"/>
                  </a:cubicBezTo>
                  <a:cubicBezTo>
                    <a:pt x="145" y="98"/>
                    <a:pt x="139" y="90"/>
                    <a:pt x="134" y="82"/>
                  </a:cubicBezTo>
                  <a:cubicBezTo>
                    <a:pt x="137" y="63"/>
                    <a:pt x="131" y="50"/>
                    <a:pt x="135" y="36"/>
                  </a:cubicBezTo>
                  <a:cubicBezTo>
                    <a:pt x="143" y="0"/>
                    <a:pt x="173" y="3"/>
                    <a:pt x="207" y="8"/>
                  </a:cubicBezTo>
                  <a:cubicBezTo>
                    <a:pt x="213" y="6"/>
                    <a:pt x="211" y="14"/>
                    <a:pt x="211" y="18"/>
                  </a:cubicBezTo>
                  <a:cubicBezTo>
                    <a:pt x="216" y="18"/>
                    <a:pt x="228" y="22"/>
                    <a:pt x="234" y="27"/>
                  </a:cubicBezTo>
                  <a:cubicBezTo>
                    <a:pt x="224" y="61"/>
                    <a:pt x="251" y="79"/>
                    <a:pt x="269" y="96"/>
                  </a:cubicBezTo>
                  <a:cubicBezTo>
                    <a:pt x="282" y="123"/>
                    <a:pt x="285" y="167"/>
                    <a:pt x="263" y="184"/>
                  </a:cubicBezTo>
                  <a:cubicBezTo>
                    <a:pt x="262" y="204"/>
                    <a:pt x="268" y="218"/>
                    <a:pt x="275" y="229"/>
                  </a:cubicBezTo>
                  <a:cubicBezTo>
                    <a:pt x="282" y="229"/>
                    <a:pt x="289" y="228"/>
                    <a:pt x="290" y="2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64D7D37B-57C4-FDA1-A004-15E32BF59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098" y="5055235"/>
              <a:ext cx="357187" cy="352425"/>
            </a:xfrm>
            <a:custGeom>
              <a:avLst/>
              <a:gdLst>
                <a:gd name="T0" fmla="*/ 138 w 138"/>
                <a:gd name="T1" fmla="*/ 77 h 136"/>
                <a:gd name="T2" fmla="*/ 125 w 138"/>
                <a:gd name="T3" fmla="*/ 72 h 136"/>
                <a:gd name="T4" fmla="*/ 58 w 138"/>
                <a:gd name="T5" fmla="*/ 136 h 136"/>
                <a:gd name="T6" fmla="*/ 67 w 138"/>
                <a:gd name="T7" fmla="*/ 36 h 136"/>
                <a:gd name="T8" fmla="*/ 29 w 138"/>
                <a:gd name="T9" fmla="*/ 101 h 136"/>
                <a:gd name="T10" fmla="*/ 0 w 138"/>
                <a:gd name="T11" fmla="*/ 72 h 136"/>
                <a:gd name="T12" fmla="*/ 41 w 138"/>
                <a:gd name="T13" fmla="*/ 50 h 136"/>
                <a:gd name="T14" fmla="*/ 62 w 138"/>
                <a:gd name="T15" fmla="*/ 2 h 136"/>
                <a:gd name="T16" fmla="*/ 84 w 138"/>
                <a:gd name="T17" fmla="*/ 20 h 136"/>
                <a:gd name="T18" fmla="*/ 72 w 138"/>
                <a:gd name="T19" fmla="*/ 110 h 136"/>
                <a:gd name="T20" fmla="*/ 113 w 138"/>
                <a:gd name="T21" fmla="*/ 67 h 136"/>
                <a:gd name="T22" fmla="*/ 108 w 138"/>
                <a:gd name="T23" fmla="*/ 49 h 136"/>
                <a:gd name="T24" fmla="*/ 138 w 138"/>
                <a:gd name="T25" fmla="*/ 77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136">
                  <a:moveTo>
                    <a:pt x="138" y="77"/>
                  </a:moveTo>
                  <a:cubicBezTo>
                    <a:pt x="134" y="81"/>
                    <a:pt x="130" y="73"/>
                    <a:pt x="125" y="72"/>
                  </a:cubicBezTo>
                  <a:cubicBezTo>
                    <a:pt x="99" y="88"/>
                    <a:pt x="84" y="117"/>
                    <a:pt x="58" y="136"/>
                  </a:cubicBezTo>
                  <a:cubicBezTo>
                    <a:pt x="56" y="105"/>
                    <a:pt x="66" y="71"/>
                    <a:pt x="67" y="36"/>
                  </a:cubicBezTo>
                  <a:cubicBezTo>
                    <a:pt x="50" y="52"/>
                    <a:pt x="15" y="74"/>
                    <a:pt x="29" y="101"/>
                  </a:cubicBezTo>
                  <a:cubicBezTo>
                    <a:pt x="18" y="98"/>
                    <a:pt x="7" y="83"/>
                    <a:pt x="0" y="72"/>
                  </a:cubicBezTo>
                  <a:cubicBezTo>
                    <a:pt x="15" y="82"/>
                    <a:pt x="26" y="67"/>
                    <a:pt x="41" y="50"/>
                  </a:cubicBezTo>
                  <a:cubicBezTo>
                    <a:pt x="57" y="33"/>
                    <a:pt x="72" y="24"/>
                    <a:pt x="62" y="2"/>
                  </a:cubicBezTo>
                  <a:cubicBezTo>
                    <a:pt x="70" y="0"/>
                    <a:pt x="75" y="16"/>
                    <a:pt x="84" y="20"/>
                  </a:cubicBezTo>
                  <a:cubicBezTo>
                    <a:pt x="79" y="49"/>
                    <a:pt x="78" y="82"/>
                    <a:pt x="72" y="110"/>
                  </a:cubicBezTo>
                  <a:cubicBezTo>
                    <a:pt x="90" y="100"/>
                    <a:pt x="100" y="82"/>
                    <a:pt x="113" y="67"/>
                  </a:cubicBezTo>
                  <a:cubicBezTo>
                    <a:pt x="114" y="58"/>
                    <a:pt x="108" y="57"/>
                    <a:pt x="108" y="49"/>
                  </a:cubicBezTo>
                  <a:cubicBezTo>
                    <a:pt x="117" y="52"/>
                    <a:pt x="136" y="68"/>
                    <a:pt x="138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C6007C09-2AD0-472D-BDBD-1A57B1542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873" y="4920298"/>
              <a:ext cx="265112" cy="242888"/>
            </a:xfrm>
            <a:custGeom>
              <a:avLst/>
              <a:gdLst>
                <a:gd name="T0" fmla="*/ 74 w 102"/>
                <a:gd name="T1" fmla="*/ 0 h 94"/>
                <a:gd name="T2" fmla="*/ 102 w 102"/>
                <a:gd name="T3" fmla="*/ 37 h 94"/>
                <a:gd name="T4" fmla="*/ 87 w 102"/>
                <a:gd name="T5" fmla="*/ 29 h 94"/>
                <a:gd name="T6" fmla="*/ 25 w 102"/>
                <a:gd name="T7" fmla="*/ 80 h 94"/>
                <a:gd name="T8" fmla="*/ 28 w 102"/>
                <a:gd name="T9" fmla="*/ 94 h 94"/>
                <a:gd name="T10" fmla="*/ 0 w 102"/>
                <a:gd name="T11" fmla="*/ 58 h 94"/>
                <a:gd name="T12" fmla="*/ 15 w 102"/>
                <a:gd name="T13" fmla="*/ 64 h 94"/>
                <a:gd name="T14" fmla="*/ 77 w 102"/>
                <a:gd name="T15" fmla="*/ 15 h 94"/>
                <a:gd name="T16" fmla="*/ 74 w 102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94">
                  <a:moveTo>
                    <a:pt x="74" y="0"/>
                  </a:moveTo>
                  <a:cubicBezTo>
                    <a:pt x="85" y="2"/>
                    <a:pt x="99" y="25"/>
                    <a:pt x="102" y="37"/>
                  </a:cubicBezTo>
                  <a:cubicBezTo>
                    <a:pt x="94" y="35"/>
                    <a:pt x="94" y="29"/>
                    <a:pt x="87" y="29"/>
                  </a:cubicBezTo>
                  <a:cubicBezTo>
                    <a:pt x="66" y="44"/>
                    <a:pt x="44" y="61"/>
                    <a:pt x="25" y="80"/>
                  </a:cubicBezTo>
                  <a:cubicBezTo>
                    <a:pt x="25" y="86"/>
                    <a:pt x="32" y="88"/>
                    <a:pt x="28" y="94"/>
                  </a:cubicBezTo>
                  <a:cubicBezTo>
                    <a:pt x="16" y="85"/>
                    <a:pt x="9" y="72"/>
                    <a:pt x="0" y="58"/>
                  </a:cubicBezTo>
                  <a:cubicBezTo>
                    <a:pt x="6" y="53"/>
                    <a:pt x="9" y="64"/>
                    <a:pt x="15" y="64"/>
                  </a:cubicBezTo>
                  <a:cubicBezTo>
                    <a:pt x="36" y="49"/>
                    <a:pt x="59" y="34"/>
                    <a:pt x="77" y="15"/>
                  </a:cubicBezTo>
                  <a:cubicBezTo>
                    <a:pt x="79" y="7"/>
                    <a:pt x="74" y="6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216554D5-76E3-BCEC-1982-B21040AE53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710" y="4769485"/>
              <a:ext cx="320675" cy="184150"/>
            </a:xfrm>
            <a:custGeom>
              <a:avLst/>
              <a:gdLst>
                <a:gd name="T0" fmla="*/ 124 w 124"/>
                <a:gd name="T1" fmla="*/ 36 h 71"/>
                <a:gd name="T2" fmla="*/ 113 w 124"/>
                <a:gd name="T3" fmla="*/ 30 h 71"/>
                <a:gd name="T4" fmla="*/ 36 w 124"/>
                <a:gd name="T5" fmla="*/ 64 h 71"/>
                <a:gd name="T6" fmla="*/ 38 w 124"/>
                <a:gd name="T7" fmla="*/ 11 h 71"/>
                <a:gd name="T8" fmla="*/ 43 w 124"/>
                <a:gd name="T9" fmla="*/ 24 h 71"/>
                <a:gd name="T10" fmla="*/ 41 w 124"/>
                <a:gd name="T11" fmla="*/ 28 h 71"/>
                <a:gd name="T12" fmla="*/ 22 w 124"/>
                <a:gd name="T13" fmla="*/ 30 h 71"/>
                <a:gd name="T14" fmla="*/ 27 w 124"/>
                <a:gd name="T15" fmla="*/ 52 h 71"/>
                <a:gd name="T16" fmla="*/ 103 w 124"/>
                <a:gd name="T17" fmla="*/ 14 h 71"/>
                <a:gd name="T18" fmla="*/ 102 w 124"/>
                <a:gd name="T19" fmla="*/ 0 h 71"/>
                <a:gd name="T20" fmla="*/ 124 w 124"/>
                <a:gd name="T21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4" h="71">
                  <a:moveTo>
                    <a:pt x="124" y="36"/>
                  </a:moveTo>
                  <a:cubicBezTo>
                    <a:pt x="119" y="41"/>
                    <a:pt x="119" y="29"/>
                    <a:pt x="113" y="30"/>
                  </a:cubicBezTo>
                  <a:cubicBezTo>
                    <a:pt x="91" y="30"/>
                    <a:pt x="65" y="71"/>
                    <a:pt x="36" y="64"/>
                  </a:cubicBezTo>
                  <a:cubicBezTo>
                    <a:pt x="15" y="59"/>
                    <a:pt x="0" y="14"/>
                    <a:pt x="38" y="11"/>
                  </a:cubicBezTo>
                  <a:cubicBezTo>
                    <a:pt x="39" y="16"/>
                    <a:pt x="43" y="17"/>
                    <a:pt x="43" y="24"/>
                  </a:cubicBezTo>
                  <a:cubicBezTo>
                    <a:pt x="41" y="24"/>
                    <a:pt x="42" y="26"/>
                    <a:pt x="41" y="28"/>
                  </a:cubicBezTo>
                  <a:cubicBezTo>
                    <a:pt x="33" y="31"/>
                    <a:pt x="28" y="31"/>
                    <a:pt x="22" y="30"/>
                  </a:cubicBezTo>
                  <a:cubicBezTo>
                    <a:pt x="17" y="38"/>
                    <a:pt x="23" y="47"/>
                    <a:pt x="27" y="52"/>
                  </a:cubicBezTo>
                  <a:cubicBezTo>
                    <a:pt x="63" y="48"/>
                    <a:pt x="80" y="28"/>
                    <a:pt x="103" y="14"/>
                  </a:cubicBezTo>
                  <a:cubicBezTo>
                    <a:pt x="107" y="6"/>
                    <a:pt x="97" y="2"/>
                    <a:pt x="102" y="0"/>
                  </a:cubicBezTo>
                  <a:cubicBezTo>
                    <a:pt x="110" y="2"/>
                    <a:pt x="121" y="28"/>
                    <a:pt x="124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C120D236-18D4-02A2-C772-D59A6B0BE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560" y="4437698"/>
              <a:ext cx="307975" cy="287338"/>
            </a:xfrm>
            <a:custGeom>
              <a:avLst/>
              <a:gdLst>
                <a:gd name="T0" fmla="*/ 119 w 119"/>
                <a:gd name="T1" fmla="*/ 107 h 111"/>
                <a:gd name="T2" fmla="*/ 104 w 119"/>
                <a:gd name="T3" fmla="*/ 95 h 111"/>
                <a:gd name="T4" fmla="*/ 19 w 119"/>
                <a:gd name="T5" fmla="*/ 111 h 111"/>
                <a:gd name="T6" fmla="*/ 78 w 119"/>
                <a:gd name="T7" fmla="*/ 32 h 111"/>
                <a:gd name="T8" fmla="*/ 16 w 119"/>
                <a:gd name="T9" fmla="*/ 47 h 111"/>
                <a:gd name="T10" fmla="*/ 12 w 119"/>
                <a:gd name="T11" fmla="*/ 64 h 111"/>
                <a:gd name="T12" fmla="*/ 0 w 119"/>
                <a:gd name="T13" fmla="*/ 23 h 111"/>
                <a:gd name="T14" fmla="*/ 15 w 119"/>
                <a:gd name="T15" fmla="*/ 35 h 111"/>
                <a:gd name="T16" fmla="*/ 94 w 119"/>
                <a:gd name="T17" fmla="*/ 0 h 111"/>
                <a:gd name="T18" fmla="*/ 44 w 119"/>
                <a:gd name="T19" fmla="*/ 99 h 111"/>
                <a:gd name="T20" fmla="*/ 103 w 119"/>
                <a:gd name="T21" fmla="*/ 85 h 111"/>
                <a:gd name="T22" fmla="*/ 107 w 119"/>
                <a:gd name="T23" fmla="*/ 66 h 111"/>
                <a:gd name="T24" fmla="*/ 119 w 119"/>
                <a:gd name="T25" fmla="*/ 107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" h="111">
                  <a:moveTo>
                    <a:pt x="119" y="107"/>
                  </a:moveTo>
                  <a:cubicBezTo>
                    <a:pt x="108" y="109"/>
                    <a:pt x="111" y="96"/>
                    <a:pt x="104" y="95"/>
                  </a:cubicBezTo>
                  <a:cubicBezTo>
                    <a:pt x="77" y="96"/>
                    <a:pt x="45" y="110"/>
                    <a:pt x="19" y="111"/>
                  </a:cubicBezTo>
                  <a:cubicBezTo>
                    <a:pt x="33" y="80"/>
                    <a:pt x="61" y="61"/>
                    <a:pt x="78" y="32"/>
                  </a:cubicBezTo>
                  <a:cubicBezTo>
                    <a:pt x="61" y="33"/>
                    <a:pt x="34" y="39"/>
                    <a:pt x="16" y="47"/>
                  </a:cubicBezTo>
                  <a:cubicBezTo>
                    <a:pt x="14" y="51"/>
                    <a:pt x="16" y="61"/>
                    <a:pt x="12" y="64"/>
                  </a:cubicBezTo>
                  <a:cubicBezTo>
                    <a:pt x="4" y="56"/>
                    <a:pt x="5" y="37"/>
                    <a:pt x="0" y="23"/>
                  </a:cubicBezTo>
                  <a:cubicBezTo>
                    <a:pt x="11" y="21"/>
                    <a:pt x="8" y="34"/>
                    <a:pt x="15" y="35"/>
                  </a:cubicBezTo>
                  <a:cubicBezTo>
                    <a:pt x="45" y="29"/>
                    <a:pt x="88" y="33"/>
                    <a:pt x="94" y="0"/>
                  </a:cubicBezTo>
                  <a:cubicBezTo>
                    <a:pt x="118" y="42"/>
                    <a:pt x="56" y="68"/>
                    <a:pt x="44" y="99"/>
                  </a:cubicBezTo>
                  <a:cubicBezTo>
                    <a:pt x="65" y="95"/>
                    <a:pt x="85" y="91"/>
                    <a:pt x="103" y="85"/>
                  </a:cubicBezTo>
                  <a:cubicBezTo>
                    <a:pt x="105" y="80"/>
                    <a:pt x="103" y="71"/>
                    <a:pt x="107" y="66"/>
                  </a:cubicBezTo>
                  <a:cubicBezTo>
                    <a:pt x="115" y="75"/>
                    <a:pt x="114" y="95"/>
                    <a:pt x="119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8" name="Freeform 39">
              <a:extLst>
                <a:ext uri="{FF2B5EF4-FFF2-40B4-BE49-F238E27FC236}">
                  <a16:creationId xmlns:a16="http://schemas.microsoft.com/office/drawing/2014/main" id="{91236ABD-5C50-5FC5-5A89-DC0E014F36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635" y="3866198"/>
              <a:ext cx="269875" cy="282575"/>
            </a:xfrm>
            <a:custGeom>
              <a:avLst/>
              <a:gdLst>
                <a:gd name="T0" fmla="*/ 100 w 104"/>
                <a:gd name="T1" fmla="*/ 0 h 109"/>
                <a:gd name="T2" fmla="*/ 100 w 104"/>
                <a:gd name="T3" fmla="*/ 30 h 109"/>
                <a:gd name="T4" fmla="*/ 29 w 104"/>
                <a:gd name="T5" fmla="*/ 83 h 109"/>
                <a:gd name="T6" fmla="*/ 96 w 104"/>
                <a:gd name="T7" fmla="*/ 68 h 109"/>
                <a:gd name="T8" fmla="*/ 99 w 104"/>
                <a:gd name="T9" fmla="*/ 109 h 109"/>
                <a:gd name="T10" fmla="*/ 87 w 104"/>
                <a:gd name="T11" fmla="*/ 92 h 109"/>
                <a:gd name="T12" fmla="*/ 1 w 104"/>
                <a:gd name="T13" fmla="*/ 91 h 109"/>
                <a:gd name="T14" fmla="*/ 78 w 104"/>
                <a:gd name="T15" fmla="*/ 26 h 109"/>
                <a:gd name="T16" fmla="*/ 13 w 104"/>
                <a:gd name="T17" fmla="*/ 28 h 109"/>
                <a:gd name="T18" fmla="*/ 7 w 104"/>
                <a:gd name="T19" fmla="*/ 43 h 109"/>
                <a:gd name="T20" fmla="*/ 5 w 104"/>
                <a:gd name="T21" fmla="*/ 1 h 109"/>
                <a:gd name="T22" fmla="*/ 12 w 104"/>
                <a:gd name="T23" fmla="*/ 15 h 109"/>
                <a:gd name="T24" fmla="*/ 88 w 104"/>
                <a:gd name="T25" fmla="*/ 15 h 109"/>
                <a:gd name="T26" fmla="*/ 95 w 104"/>
                <a:gd name="T27" fmla="*/ 0 h 109"/>
                <a:gd name="T28" fmla="*/ 100 w 104"/>
                <a:gd name="T2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9">
                  <a:moveTo>
                    <a:pt x="100" y="0"/>
                  </a:moveTo>
                  <a:cubicBezTo>
                    <a:pt x="100" y="10"/>
                    <a:pt x="100" y="20"/>
                    <a:pt x="100" y="30"/>
                  </a:cubicBezTo>
                  <a:cubicBezTo>
                    <a:pt x="76" y="47"/>
                    <a:pt x="52" y="66"/>
                    <a:pt x="29" y="83"/>
                  </a:cubicBezTo>
                  <a:cubicBezTo>
                    <a:pt x="52" y="86"/>
                    <a:pt x="95" y="93"/>
                    <a:pt x="96" y="68"/>
                  </a:cubicBezTo>
                  <a:cubicBezTo>
                    <a:pt x="104" y="73"/>
                    <a:pt x="100" y="100"/>
                    <a:pt x="99" y="109"/>
                  </a:cubicBezTo>
                  <a:cubicBezTo>
                    <a:pt x="91" y="107"/>
                    <a:pt x="94" y="93"/>
                    <a:pt x="87" y="92"/>
                  </a:cubicBezTo>
                  <a:cubicBezTo>
                    <a:pt x="58" y="91"/>
                    <a:pt x="27" y="95"/>
                    <a:pt x="1" y="91"/>
                  </a:cubicBezTo>
                  <a:cubicBezTo>
                    <a:pt x="22" y="63"/>
                    <a:pt x="55" y="50"/>
                    <a:pt x="78" y="26"/>
                  </a:cubicBezTo>
                  <a:cubicBezTo>
                    <a:pt x="62" y="28"/>
                    <a:pt x="29" y="24"/>
                    <a:pt x="13" y="28"/>
                  </a:cubicBezTo>
                  <a:cubicBezTo>
                    <a:pt x="10" y="30"/>
                    <a:pt x="11" y="39"/>
                    <a:pt x="7" y="43"/>
                  </a:cubicBezTo>
                  <a:cubicBezTo>
                    <a:pt x="0" y="36"/>
                    <a:pt x="3" y="10"/>
                    <a:pt x="5" y="1"/>
                  </a:cubicBezTo>
                  <a:cubicBezTo>
                    <a:pt x="12" y="1"/>
                    <a:pt x="8" y="12"/>
                    <a:pt x="12" y="15"/>
                  </a:cubicBezTo>
                  <a:cubicBezTo>
                    <a:pt x="35" y="19"/>
                    <a:pt x="66" y="21"/>
                    <a:pt x="88" y="15"/>
                  </a:cubicBezTo>
                  <a:cubicBezTo>
                    <a:pt x="91" y="11"/>
                    <a:pt x="95" y="7"/>
                    <a:pt x="95" y="0"/>
                  </a:cubicBezTo>
                  <a:cubicBezTo>
                    <a:pt x="96" y="0"/>
                    <a:pt x="99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9" name="Freeform 40">
              <a:extLst>
                <a:ext uri="{FF2B5EF4-FFF2-40B4-BE49-F238E27FC236}">
                  <a16:creationId xmlns:a16="http://schemas.microsoft.com/office/drawing/2014/main" id="{F59DD760-8169-ED66-4491-0FB99772C7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78635" y="4175760"/>
              <a:ext cx="269875" cy="271463"/>
            </a:xfrm>
            <a:custGeom>
              <a:avLst/>
              <a:gdLst>
                <a:gd name="T0" fmla="*/ 46 w 104"/>
                <a:gd name="T1" fmla="*/ 58 h 105"/>
                <a:gd name="T2" fmla="*/ 79 w 104"/>
                <a:gd name="T3" fmla="*/ 40 h 105"/>
                <a:gd name="T4" fmla="*/ 43 w 104"/>
                <a:gd name="T5" fmla="*/ 33 h 105"/>
                <a:gd name="T6" fmla="*/ 46 w 104"/>
                <a:gd name="T7" fmla="*/ 58 h 105"/>
                <a:gd name="T8" fmla="*/ 104 w 104"/>
                <a:gd name="T9" fmla="*/ 41 h 105"/>
                <a:gd name="T10" fmla="*/ 62 w 104"/>
                <a:gd name="T11" fmla="*/ 67 h 105"/>
                <a:gd name="T12" fmla="*/ 19 w 104"/>
                <a:gd name="T13" fmla="*/ 89 h 105"/>
                <a:gd name="T14" fmla="*/ 11 w 104"/>
                <a:gd name="T15" fmla="*/ 105 h 105"/>
                <a:gd name="T16" fmla="*/ 8 w 104"/>
                <a:gd name="T17" fmla="*/ 62 h 105"/>
                <a:gd name="T18" fmla="*/ 16 w 104"/>
                <a:gd name="T19" fmla="*/ 74 h 105"/>
                <a:gd name="T20" fmla="*/ 40 w 104"/>
                <a:gd name="T21" fmla="*/ 63 h 105"/>
                <a:gd name="T22" fmla="*/ 38 w 104"/>
                <a:gd name="T23" fmla="*/ 31 h 105"/>
                <a:gd name="T24" fmla="*/ 13 w 104"/>
                <a:gd name="T25" fmla="*/ 24 h 105"/>
                <a:gd name="T26" fmla="*/ 8 w 104"/>
                <a:gd name="T27" fmla="*/ 38 h 105"/>
                <a:gd name="T28" fmla="*/ 1 w 104"/>
                <a:gd name="T29" fmla="*/ 1 h 105"/>
                <a:gd name="T30" fmla="*/ 12 w 104"/>
                <a:gd name="T31" fmla="*/ 14 h 105"/>
                <a:gd name="T32" fmla="*/ 104 w 104"/>
                <a:gd name="T3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4" h="105">
                  <a:moveTo>
                    <a:pt x="46" y="58"/>
                  </a:moveTo>
                  <a:cubicBezTo>
                    <a:pt x="60" y="54"/>
                    <a:pt x="69" y="48"/>
                    <a:pt x="79" y="40"/>
                  </a:cubicBezTo>
                  <a:cubicBezTo>
                    <a:pt x="67" y="39"/>
                    <a:pt x="55" y="29"/>
                    <a:pt x="43" y="33"/>
                  </a:cubicBezTo>
                  <a:cubicBezTo>
                    <a:pt x="46" y="39"/>
                    <a:pt x="45" y="50"/>
                    <a:pt x="46" y="58"/>
                  </a:cubicBezTo>
                  <a:close/>
                  <a:moveTo>
                    <a:pt x="104" y="41"/>
                  </a:moveTo>
                  <a:cubicBezTo>
                    <a:pt x="95" y="55"/>
                    <a:pt x="77" y="59"/>
                    <a:pt x="62" y="67"/>
                  </a:cubicBezTo>
                  <a:cubicBezTo>
                    <a:pt x="47" y="74"/>
                    <a:pt x="34" y="83"/>
                    <a:pt x="19" y="89"/>
                  </a:cubicBezTo>
                  <a:cubicBezTo>
                    <a:pt x="17" y="96"/>
                    <a:pt x="17" y="105"/>
                    <a:pt x="11" y="105"/>
                  </a:cubicBezTo>
                  <a:cubicBezTo>
                    <a:pt x="12" y="89"/>
                    <a:pt x="5" y="73"/>
                    <a:pt x="8" y="62"/>
                  </a:cubicBezTo>
                  <a:cubicBezTo>
                    <a:pt x="14" y="62"/>
                    <a:pt x="12" y="71"/>
                    <a:pt x="16" y="74"/>
                  </a:cubicBezTo>
                  <a:cubicBezTo>
                    <a:pt x="25" y="72"/>
                    <a:pt x="32" y="67"/>
                    <a:pt x="40" y="63"/>
                  </a:cubicBezTo>
                  <a:cubicBezTo>
                    <a:pt x="41" y="50"/>
                    <a:pt x="38" y="43"/>
                    <a:pt x="38" y="31"/>
                  </a:cubicBezTo>
                  <a:cubicBezTo>
                    <a:pt x="32" y="22"/>
                    <a:pt x="25" y="25"/>
                    <a:pt x="13" y="24"/>
                  </a:cubicBezTo>
                  <a:cubicBezTo>
                    <a:pt x="7" y="24"/>
                    <a:pt x="13" y="36"/>
                    <a:pt x="8" y="38"/>
                  </a:cubicBezTo>
                  <a:cubicBezTo>
                    <a:pt x="0" y="33"/>
                    <a:pt x="3" y="14"/>
                    <a:pt x="1" y="1"/>
                  </a:cubicBezTo>
                  <a:cubicBezTo>
                    <a:pt x="10" y="0"/>
                    <a:pt x="8" y="10"/>
                    <a:pt x="12" y="14"/>
                  </a:cubicBezTo>
                  <a:cubicBezTo>
                    <a:pt x="41" y="24"/>
                    <a:pt x="76" y="29"/>
                    <a:pt x="104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7422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10CBD28-E545-863A-3DB8-A5FF5997B4E4}"/>
              </a:ext>
            </a:extLst>
          </p:cNvPr>
          <p:cNvSpPr/>
          <p:nvPr userDrawn="1"/>
        </p:nvSpPr>
        <p:spPr>
          <a:xfrm>
            <a:off x="-1" y="479320"/>
            <a:ext cx="12192001" cy="617959"/>
          </a:xfrm>
          <a:prstGeom prst="rect">
            <a:avLst/>
          </a:prstGeom>
          <a:ln>
            <a:noFill/>
          </a:ln>
          <a:effectLst>
            <a:outerShdw blurRad="127000" dist="63500" dir="5400000" algn="t" rotWithShape="0">
              <a:schemeClr val="accent1">
                <a:lumMod val="75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76B31C-484D-1243-346E-0D8FEF10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36020" y="6538913"/>
            <a:ext cx="601472" cy="319088"/>
          </a:xfrm>
        </p:spPr>
        <p:txBody>
          <a:bodyPr/>
          <a:lstStyle>
            <a:lvl1pPr>
              <a:defRPr lang="en-US" altLang="zh-CN" sz="1600" kern="1200" dirty="0" smtClean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05389D-C31E-4256-1684-8F4385C7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2112" y="6538913"/>
            <a:ext cx="673608" cy="319088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C87181AA-4DAD-42D9-B724-3F8AD1554AD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4" name="内容占位符 13">
            <a:extLst>
              <a:ext uri="{FF2B5EF4-FFF2-40B4-BE49-F238E27FC236}">
                <a16:creationId xmlns:a16="http://schemas.microsoft.com/office/drawing/2014/main" id="{F3CCA5ED-9F0D-EC59-7F20-BFD49ABF22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0400" y="479429"/>
            <a:ext cx="5636491" cy="6179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EFA5507-70AD-BED1-AFE4-F394B888A6A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0399" y="1559770"/>
            <a:ext cx="5201921" cy="4260928"/>
          </a:xfrm>
        </p:spPr>
        <p:txBody>
          <a:bodyPr>
            <a:normAutofit/>
          </a:bodyPr>
          <a:lstStyle>
            <a:lvl1pPr marL="324000" indent="-324000">
              <a:lnSpc>
                <a:spcPct val="110000"/>
              </a:lnSpc>
              <a:spcBef>
                <a:spcPts val="1000"/>
              </a:spcBef>
              <a:defRPr sz="2400"/>
            </a:lvl1pPr>
            <a:lvl2pPr>
              <a:lnSpc>
                <a:spcPct val="110000"/>
              </a:lnSpc>
              <a:spcBef>
                <a:spcPts val="1000"/>
              </a:spcBef>
              <a:defRPr sz="2000"/>
            </a:lvl2pPr>
            <a:lvl3pPr>
              <a:lnSpc>
                <a:spcPct val="110000"/>
              </a:lnSpc>
              <a:spcBef>
                <a:spcPts val="1000"/>
              </a:spcBef>
              <a:defRPr sz="1800"/>
            </a:lvl3pPr>
            <a:lvl4pPr>
              <a:lnSpc>
                <a:spcPct val="110000"/>
              </a:lnSpc>
              <a:spcBef>
                <a:spcPts val="1000"/>
              </a:spcBef>
              <a:defRPr sz="1600"/>
            </a:lvl4pPr>
            <a:lvl5pPr>
              <a:lnSpc>
                <a:spcPct val="110000"/>
              </a:lnSpc>
              <a:spcBef>
                <a:spcPts val="1000"/>
              </a:spcBef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图片占位符 6">
            <a:extLst>
              <a:ext uri="{FF2B5EF4-FFF2-40B4-BE49-F238E27FC236}">
                <a16:creationId xmlns:a16="http://schemas.microsoft.com/office/drawing/2014/main" id="{64EC1BD4-F74C-8715-31E0-96D507DA189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1559770"/>
            <a:ext cx="5435601" cy="4261593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4241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小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76B31C-484D-1243-346E-0D8FEF10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36020" y="6538913"/>
            <a:ext cx="601472" cy="319088"/>
          </a:xfrm>
        </p:spPr>
        <p:txBody>
          <a:bodyPr/>
          <a:lstStyle>
            <a:lvl1pPr>
              <a:defRPr lang="en-US" altLang="zh-CN" sz="1600" kern="1200" dirty="0" smtClean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05389D-C31E-4256-1684-8F4385C7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2112" y="6538913"/>
            <a:ext cx="673608" cy="319088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C87181AA-4DAD-42D9-B724-3F8AD1554AD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8EC224A-60D3-3041-D2B7-8A3EFFA30928}"/>
              </a:ext>
            </a:extLst>
          </p:cNvPr>
          <p:cNvGrpSpPr/>
          <p:nvPr userDrawn="1"/>
        </p:nvGrpSpPr>
        <p:grpSpPr>
          <a:xfrm>
            <a:off x="11334517" y="5584463"/>
            <a:ext cx="607314" cy="771887"/>
            <a:chOff x="1508760" y="1972310"/>
            <a:chExt cx="3309937" cy="4206875"/>
          </a:xfrm>
        </p:grpSpPr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B1B0C16C-5953-AFF3-A85A-6BF2B1EB5F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08760" y="1972310"/>
              <a:ext cx="3309937" cy="4206875"/>
            </a:xfrm>
            <a:custGeom>
              <a:avLst/>
              <a:gdLst>
                <a:gd name="T0" fmla="*/ 1226 w 1275"/>
                <a:gd name="T1" fmla="*/ 588 h 1621"/>
                <a:gd name="T2" fmla="*/ 1228 w 1275"/>
                <a:gd name="T3" fmla="*/ 60 h 1621"/>
                <a:gd name="T4" fmla="*/ 935 w 1275"/>
                <a:gd name="T5" fmla="*/ 117 h 1621"/>
                <a:gd name="T6" fmla="*/ 644 w 1275"/>
                <a:gd name="T7" fmla="*/ 51 h 1621"/>
                <a:gd name="T8" fmla="*/ 88 w 1275"/>
                <a:gd name="T9" fmla="*/ 72 h 1621"/>
                <a:gd name="T10" fmla="*/ 59 w 1275"/>
                <a:gd name="T11" fmla="*/ 63 h 1621"/>
                <a:gd name="T12" fmla="*/ 61 w 1275"/>
                <a:gd name="T13" fmla="*/ 589 h 1621"/>
                <a:gd name="T14" fmla="*/ 96 w 1275"/>
                <a:gd name="T15" fmla="*/ 1079 h 1621"/>
                <a:gd name="T16" fmla="*/ 308 w 1275"/>
                <a:gd name="T17" fmla="*/ 1392 h 1621"/>
                <a:gd name="T18" fmla="*/ 646 w 1275"/>
                <a:gd name="T19" fmla="*/ 1572 h 1621"/>
                <a:gd name="T20" fmla="*/ 980 w 1275"/>
                <a:gd name="T21" fmla="*/ 1392 h 1621"/>
                <a:gd name="T22" fmla="*/ 1190 w 1275"/>
                <a:gd name="T23" fmla="*/ 1079 h 1621"/>
                <a:gd name="T24" fmla="*/ 1226 w 1275"/>
                <a:gd name="T25" fmla="*/ 588 h 1621"/>
                <a:gd name="T26" fmla="*/ 1267 w 1275"/>
                <a:gd name="T27" fmla="*/ 3 h 1621"/>
                <a:gd name="T28" fmla="*/ 1265 w 1275"/>
                <a:gd name="T29" fmla="*/ 566 h 1621"/>
                <a:gd name="T30" fmla="*/ 1228 w 1275"/>
                <a:gd name="T31" fmla="*/ 1092 h 1621"/>
                <a:gd name="T32" fmla="*/ 996 w 1275"/>
                <a:gd name="T33" fmla="*/ 1418 h 1621"/>
                <a:gd name="T34" fmla="*/ 643 w 1275"/>
                <a:gd name="T35" fmla="*/ 1621 h 1621"/>
                <a:gd name="T36" fmla="*/ 336 w 1275"/>
                <a:gd name="T37" fmla="*/ 1452 h 1621"/>
                <a:gd name="T38" fmla="*/ 107 w 1275"/>
                <a:gd name="T39" fmla="*/ 1203 h 1621"/>
                <a:gd name="T40" fmla="*/ 41 w 1275"/>
                <a:gd name="T41" fmla="*/ 1028 h 1621"/>
                <a:gd name="T42" fmla="*/ 17 w 1275"/>
                <a:gd name="T43" fmla="*/ 318 h 1621"/>
                <a:gd name="T44" fmla="*/ 17 w 1275"/>
                <a:gd name="T45" fmla="*/ 0 h 1621"/>
                <a:gd name="T46" fmla="*/ 331 w 1275"/>
                <a:gd name="T47" fmla="*/ 82 h 1621"/>
                <a:gd name="T48" fmla="*/ 644 w 1275"/>
                <a:gd name="T49" fmla="*/ 7 h 1621"/>
                <a:gd name="T50" fmla="*/ 962 w 1275"/>
                <a:gd name="T51" fmla="*/ 82 h 1621"/>
                <a:gd name="T52" fmla="*/ 1238 w 1275"/>
                <a:gd name="T53" fmla="*/ 17 h 1621"/>
                <a:gd name="T54" fmla="*/ 1267 w 1275"/>
                <a:gd name="T55" fmla="*/ 3 h 1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5" h="1621">
                  <a:moveTo>
                    <a:pt x="1226" y="588"/>
                  </a:moveTo>
                  <a:cubicBezTo>
                    <a:pt x="1226" y="410"/>
                    <a:pt x="1227" y="232"/>
                    <a:pt x="1228" y="60"/>
                  </a:cubicBezTo>
                  <a:cubicBezTo>
                    <a:pt x="1146" y="96"/>
                    <a:pt x="1049" y="120"/>
                    <a:pt x="935" y="117"/>
                  </a:cubicBezTo>
                  <a:cubicBezTo>
                    <a:pt x="827" y="116"/>
                    <a:pt x="720" y="94"/>
                    <a:pt x="644" y="51"/>
                  </a:cubicBezTo>
                  <a:cubicBezTo>
                    <a:pt x="511" y="134"/>
                    <a:pt x="242" y="136"/>
                    <a:pt x="88" y="72"/>
                  </a:cubicBezTo>
                  <a:cubicBezTo>
                    <a:pt x="79" y="68"/>
                    <a:pt x="68" y="60"/>
                    <a:pt x="59" y="63"/>
                  </a:cubicBezTo>
                  <a:cubicBezTo>
                    <a:pt x="57" y="236"/>
                    <a:pt x="61" y="413"/>
                    <a:pt x="61" y="589"/>
                  </a:cubicBezTo>
                  <a:cubicBezTo>
                    <a:pt x="61" y="769"/>
                    <a:pt x="50" y="941"/>
                    <a:pt x="96" y="1079"/>
                  </a:cubicBezTo>
                  <a:cubicBezTo>
                    <a:pt x="140" y="1211"/>
                    <a:pt x="213" y="1316"/>
                    <a:pt x="308" y="1392"/>
                  </a:cubicBezTo>
                  <a:cubicBezTo>
                    <a:pt x="404" y="1466"/>
                    <a:pt x="529" y="1507"/>
                    <a:pt x="646" y="1572"/>
                  </a:cubicBezTo>
                  <a:cubicBezTo>
                    <a:pt x="760" y="1505"/>
                    <a:pt x="885" y="1467"/>
                    <a:pt x="980" y="1392"/>
                  </a:cubicBezTo>
                  <a:cubicBezTo>
                    <a:pt x="1074" y="1314"/>
                    <a:pt x="1148" y="1212"/>
                    <a:pt x="1190" y="1079"/>
                  </a:cubicBezTo>
                  <a:cubicBezTo>
                    <a:pt x="1233" y="940"/>
                    <a:pt x="1226" y="768"/>
                    <a:pt x="1226" y="588"/>
                  </a:cubicBezTo>
                  <a:close/>
                  <a:moveTo>
                    <a:pt x="1267" y="3"/>
                  </a:moveTo>
                  <a:cubicBezTo>
                    <a:pt x="1275" y="189"/>
                    <a:pt x="1259" y="379"/>
                    <a:pt x="1265" y="566"/>
                  </a:cubicBezTo>
                  <a:cubicBezTo>
                    <a:pt x="1270" y="752"/>
                    <a:pt x="1275" y="946"/>
                    <a:pt x="1228" y="1092"/>
                  </a:cubicBezTo>
                  <a:cubicBezTo>
                    <a:pt x="1183" y="1231"/>
                    <a:pt x="1098" y="1340"/>
                    <a:pt x="996" y="1418"/>
                  </a:cubicBezTo>
                  <a:cubicBezTo>
                    <a:pt x="891" y="1499"/>
                    <a:pt x="760" y="1545"/>
                    <a:pt x="643" y="1621"/>
                  </a:cubicBezTo>
                  <a:cubicBezTo>
                    <a:pt x="543" y="1551"/>
                    <a:pt x="430" y="1514"/>
                    <a:pt x="336" y="1452"/>
                  </a:cubicBezTo>
                  <a:cubicBezTo>
                    <a:pt x="242" y="1390"/>
                    <a:pt x="165" y="1307"/>
                    <a:pt x="107" y="1203"/>
                  </a:cubicBezTo>
                  <a:cubicBezTo>
                    <a:pt x="78" y="1150"/>
                    <a:pt x="54" y="1092"/>
                    <a:pt x="41" y="1028"/>
                  </a:cubicBezTo>
                  <a:cubicBezTo>
                    <a:pt x="0" y="825"/>
                    <a:pt x="33" y="554"/>
                    <a:pt x="17" y="318"/>
                  </a:cubicBezTo>
                  <a:cubicBezTo>
                    <a:pt x="17" y="212"/>
                    <a:pt x="17" y="106"/>
                    <a:pt x="17" y="0"/>
                  </a:cubicBezTo>
                  <a:cubicBezTo>
                    <a:pt x="98" y="48"/>
                    <a:pt x="205" y="82"/>
                    <a:pt x="331" y="82"/>
                  </a:cubicBezTo>
                  <a:cubicBezTo>
                    <a:pt x="452" y="82"/>
                    <a:pt x="563" y="60"/>
                    <a:pt x="644" y="7"/>
                  </a:cubicBezTo>
                  <a:cubicBezTo>
                    <a:pt x="720" y="60"/>
                    <a:pt x="837" y="82"/>
                    <a:pt x="962" y="82"/>
                  </a:cubicBezTo>
                  <a:cubicBezTo>
                    <a:pt x="1067" y="82"/>
                    <a:pt x="1166" y="55"/>
                    <a:pt x="1238" y="17"/>
                  </a:cubicBezTo>
                  <a:cubicBezTo>
                    <a:pt x="1250" y="11"/>
                    <a:pt x="1260" y="2"/>
                    <a:pt x="1267" y="3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E8FFA7DF-B644-4817-3099-3219A1B2E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7523" y="3866198"/>
              <a:ext cx="269875" cy="249238"/>
            </a:xfrm>
            <a:custGeom>
              <a:avLst/>
              <a:gdLst>
                <a:gd name="T0" fmla="*/ 98 w 104"/>
                <a:gd name="T1" fmla="*/ 26 h 96"/>
                <a:gd name="T2" fmla="*/ 98 w 104"/>
                <a:gd name="T3" fmla="*/ 73 h 96"/>
                <a:gd name="T4" fmla="*/ 93 w 104"/>
                <a:gd name="T5" fmla="*/ 58 h 96"/>
                <a:gd name="T6" fmla="*/ 15 w 104"/>
                <a:gd name="T7" fmla="*/ 82 h 96"/>
                <a:gd name="T8" fmla="*/ 6 w 104"/>
                <a:gd name="T9" fmla="*/ 96 h 96"/>
                <a:gd name="T10" fmla="*/ 5 w 104"/>
                <a:gd name="T11" fmla="*/ 53 h 96"/>
                <a:gd name="T12" fmla="*/ 10 w 104"/>
                <a:gd name="T13" fmla="*/ 66 h 96"/>
                <a:gd name="T14" fmla="*/ 51 w 104"/>
                <a:gd name="T15" fmla="*/ 47 h 96"/>
                <a:gd name="T16" fmla="*/ 15 w 104"/>
                <a:gd name="T17" fmla="*/ 22 h 96"/>
                <a:gd name="T18" fmla="*/ 6 w 104"/>
                <a:gd name="T19" fmla="*/ 35 h 96"/>
                <a:gd name="T20" fmla="*/ 5 w 104"/>
                <a:gd name="T21" fmla="*/ 0 h 96"/>
                <a:gd name="T22" fmla="*/ 10 w 104"/>
                <a:gd name="T23" fmla="*/ 0 h 96"/>
                <a:gd name="T24" fmla="*/ 92 w 104"/>
                <a:gd name="T25" fmla="*/ 40 h 96"/>
                <a:gd name="T26" fmla="*/ 98 w 104"/>
                <a:gd name="T27" fmla="*/ 2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96">
                  <a:moveTo>
                    <a:pt x="98" y="26"/>
                  </a:moveTo>
                  <a:cubicBezTo>
                    <a:pt x="104" y="35"/>
                    <a:pt x="99" y="57"/>
                    <a:pt x="98" y="73"/>
                  </a:cubicBezTo>
                  <a:cubicBezTo>
                    <a:pt x="92" y="73"/>
                    <a:pt x="97" y="62"/>
                    <a:pt x="93" y="58"/>
                  </a:cubicBezTo>
                  <a:cubicBezTo>
                    <a:pt x="56" y="49"/>
                    <a:pt x="38" y="72"/>
                    <a:pt x="15" y="82"/>
                  </a:cubicBezTo>
                  <a:cubicBezTo>
                    <a:pt x="11" y="84"/>
                    <a:pt x="10" y="92"/>
                    <a:pt x="6" y="96"/>
                  </a:cubicBezTo>
                  <a:cubicBezTo>
                    <a:pt x="0" y="90"/>
                    <a:pt x="2" y="63"/>
                    <a:pt x="5" y="53"/>
                  </a:cubicBezTo>
                  <a:cubicBezTo>
                    <a:pt x="10" y="53"/>
                    <a:pt x="9" y="62"/>
                    <a:pt x="10" y="66"/>
                  </a:cubicBezTo>
                  <a:cubicBezTo>
                    <a:pt x="26" y="62"/>
                    <a:pt x="35" y="50"/>
                    <a:pt x="51" y="47"/>
                  </a:cubicBezTo>
                  <a:cubicBezTo>
                    <a:pt x="42" y="36"/>
                    <a:pt x="28" y="29"/>
                    <a:pt x="15" y="22"/>
                  </a:cubicBezTo>
                  <a:cubicBezTo>
                    <a:pt x="6" y="20"/>
                    <a:pt x="13" y="35"/>
                    <a:pt x="6" y="35"/>
                  </a:cubicBezTo>
                  <a:cubicBezTo>
                    <a:pt x="0" y="30"/>
                    <a:pt x="7" y="11"/>
                    <a:pt x="5" y="0"/>
                  </a:cubicBezTo>
                  <a:cubicBezTo>
                    <a:pt x="6" y="0"/>
                    <a:pt x="9" y="0"/>
                    <a:pt x="10" y="0"/>
                  </a:cubicBezTo>
                  <a:cubicBezTo>
                    <a:pt x="24" y="25"/>
                    <a:pt x="53" y="47"/>
                    <a:pt x="92" y="40"/>
                  </a:cubicBezTo>
                  <a:cubicBezTo>
                    <a:pt x="97" y="39"/>
                    <a:pt x="93" y="28"/>
                    <a:pt x="98" y="26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5DBCCBBB-5E1B-5C78-2097-9355459CD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348" y="4140835"/>
              <a:ext cx="265112" cy="244475"/>
            </a:xfrm>
            <a:custGeom>
              <a:avLst/>
              <a:gdLst>
                <a:gd name="T0" fmla="*/ 98 w 102"/>
                <a:gd name="T1" fmla="*/ 27 h 94"/>
                <a:gd name="T2" fmla="*/ 98 w 102"/>
                <a:gd name="T3" fmla="*/ 72 h 94"/>
                <a:gd name="T4" fmla="*/ 93 w 102"/>
                <a:gd name="T5" fmla="*/ 58 h 94"/>
                <a:gd name="T6" fmla="*/ 10 w 102"/>
                <a:gd name="T7" fmla="*/ 53 h 94"/>
                <a:gd name="T8" fmla="*/ 28 w 102"/>
                <a:gd name="T9" fmla="*/ 89 h 94"/>
                <a:gd name="T10" fmla="*/ 0 w 102"/>
                <a:gd name="T11" fmla="*/ 89 h 94"/>
                <a:gd name="T12" fmla="*/ 3 w 102"/>
                <a:gd name="T13" fmla="*/ 3 h 94"/>
                <a:gd name="T14" fmla="*/ 30 w 102"/>
                <a:gd name="T15" fmla="*/ 5 h 94"/>
                <a:gd name="T16" fmla="*/ 10 w 102"/>
                <a:gd name="T17" fmla="*/ 37 h 94"/>
                <a:gd name="T18" fmla="*/ 89 w 102"/>
                <a:gd name="T19" fmla="*/ 40 h 94"/>
                <a:gd name="T20" fmla="*/ 98 w 102"/>
                <a:gd name="T21" fmla="*/ 2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94">
                  <a:moveTo>
                    <a:pt x="98" y="27"/>
                  </a:moveTo>
                  <a:cubicBezTo>
                    <a:pt x="102" y="33"/>
                    <a:pt x="99" y="61"/>
                    <a:pt x="98" y="72"/>
                  </a:cubicBezTo>
                  <a:cubicBezTo>
                    <a:pt x="91" y="72"/>
                    <a:pt x="93" y="65"/>
                    <a:pt x="93" y="58"/>
                  </a:cubicBezTo>
                  <a:cubicBezTo>
                    <a:pt x="67" y="53"/>
                    <a:pt x="35" y="57"/>
                    <a:pt x="10" y="53"/>
                  </a:cubicBezTo>
                  <a:cubicBezTo>
                    <a:pt x="0" y="73"/>
                    <a:pt x="21" y="78"/>
                    <a:pt x="28" y="89"/>
                  </a:cubicBezTo>
                  <a:cubicBezTo>
                    <a:pt x="21" y="94"/>
                    <a:pt x="10" y="89"/>
                    <a:pt x="0" y="89"/>
                  </a:cubicBezTo>
                  <a:cubicBezTo>
                    <a:pt x="2" y="61"/>
                    <a:pt x="2" y="32"/>
                    <a:pt x="3" y="3"/>
                  </a:cubicBezTo>
                  <a:cubicBezTo>
                    <a:pt x="12" y="4"/>
                    <a:pt x="24" y="0"/>
                    <a:pt x="30" y="5"/>
                  </a:cubicBezTo>
                  <a:cubicBezTo>
                    <a:pt x="23" y="15"/>
                    <a:pt x="3" y="14"/>
                    <a:pt x="10" y="37"/>
                  </a:cubicBezTo>
                  <a:cubicBezTo>
                    <a:pt x="35" y="40"/>
                    <a:pt x="57" y="40"/>
                    <a:pt x="89" y="40"/>
                  </a:cubicBezTo>
                  <a:cubicBezTo>
                    <a:pt x="95" y="39"/>
                    <a:pt x="91" y="28"/>
                    <a:pt x="98" y="27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AC83772D-8A91-F3BD-5AC9-C5C530D2F8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2223" y="2431098"/>
              <a:ext cx="765175" cy="695325"/>
            </a:xfrm>
            <a:custGeom>
              <a:avLst/>
              <a:gdLst>
                <a:gd name="T0" fmla="*/ 47 w 295"/>
                <a:gd name="T1" fmla="*/ 102 h 268"/>
                <a:gd name="T2" fmla="*/ 56 w 295"/>
                <a:gd name="T3" fmla="*/ 77 h 268"/>
                <a:gd name="T4" fmla="*/ 56 w 295"/>
                <a:gd name="T5" fmla="*/ 77 h 268"/>
                <a:gd name="T6" fmla="*/ 92 w 295"/>
                <a:gd name="T7" fmla="*/ 116 h 268"/>
                <a:gd name="T8" fmla="*/ 107 w 295"/>
                <a:gd name="T9" fmla="*/ 124 h 268"/>
                <a:gd name="T10" fmla="*/ 83 w 295"/>
                <a:gd name="T11" fmla="*/ 69 h 268"/>
                <a:gd name="T12" fmla="*/ 119 w 295"/>
                <a:gd name="T13" fmla="*/ 55 h 268"/>
                <a:gd name="T14" fmla="*/ 119 w 295"/>
                <a:gd name="T15" fmla="*/ 55 h 268"/>
                <a:gd name="T16" fmla="*/ 114 w 295"/>
                <a:gd name="T17" fmla="*/ 16 h 268"/>
                <a:gd name="T18" fmla="*/ 143 w 295"/>
                <a:gd name="T19" fmla="*/ 133 h 268"/>
                <a:gd name="T20" fmla="*/ 130 w 295"/>
                <a:gd name="T21" fmla="*/ 84 h 268"/>
                <a:gd name="T22" fmla="*/ 107 w 295"/>
                <a:gd name="T23" fmla="*/ 88 h 268"/>
                <a:gd name="T24" fmla="*/ 60 w 295"/>
                <a:gd name="T25" fmla="*/ 111 h 268"/>
                <a:gd name="T26" fmla="*/ 77 w 295"/>
                <a:gd name="T27" fmla="*/ 97 h 268"/>
                <a:gd name="T28" fmla="*/ 88 w 295"/>
                <a:gd name="T29" fmla="*/ 106 h 268"/>
                <a:gd name="T30" fmla="*/ 143 w 295"/>
                <a:gd name="T31" fmla="*/ 133 h 268"/>
                <a:gd name="T32" fmla="*/ 146 w 295"/>
                <a:gd name="T33" fmla="*/ 25 h 268"/>
                <a:gd name="T34" fmla="*/ 147 w 295"/>
                <a:gd name="T35" fmla="*/ 34 h 268"/>
                <a:gd name="T36" fmla="*/ 151 w 295"/>
                <a:gd name="T37" fmla="*/ 183 h 268"/>
                <a:gd name="T38" fmla="*/ 109 w 295"/>
                <a:gd name="T39" fmla="*/ 147 h 268"/>
                <a:gd name="T40" fmla="*/ 97 w 295"/>
                <a:gd name="T41" fmla="*/ 133 h 268"/>
                <a:gd name="T42" fmla="*/ 97 w 295"/>
                <a:gd name="T43" fmla="*/ 158 h 268"/>
                <a:gd name="T44" fmla="*/ 148 w 295"/>
                <a:gd name="T45" fmla="*/ 201 h 268"/>
                <a:gd name="T46" fmla="*/ 134 w 295"/>
                <a:gd name="T47" fmla="*/ 214 h 268"/>
                <a:gd name="T48" fmla="*/ 109 w 295"/>
                <a:gd name="T49" fmla="*/ 240 h 268"/>
                <a:gd name="T50" fmla="*/ 140 w 295"/>
                <a:gd name="T51" fmla="*/ 224 h 268"/>
                <a:gd name="T52" fmla="*/ 158 w 295"/>
                <a:gd name="T53" fmla="*/ 215 h 268"/>
                <a:gd name="T54" fmla="*/ 146 w 295"/>
                <a:gd name="T55" fmla="*/ 153 h 268"/>
                <a:gd name="T56" fmla="*/ 159 w 295"/>
                <a:gd name="T57" fmla="*/ 159 h 268"/>
                <a:gd name="T58" fmla="*/ 164 w 295"/>
                <a:gd name="T59" fmla="*/ 136 h 268"/>
                <a:gd name="T60" fmla="*/ 200 w 295"/>
                <a:gd name="T61" fmla="*/ 129 h 268"/>
                <a:gd name="T62" fmla="*/ 193 w 295"/>
                <a:gd name="T63" fmla="*/ 120 h 268"/>
                <a:gd name="T64" fmla="*/ 200 w 295"/>
                <a:gd name="T65" fmla="*/ 129 h 268"/>
                <a:gd name="T66" fmla="*/ 242 w 295"/>
                <a:gd name="T67" fmla="*/ 133 h 268"/>
                <a:gd name="T68" fmla="*/ 263 w 295"/>
                <a:gd name="T69" fmla="*/ 206 h 268"/>
                <a:gd name="T70" fmla="*/ 244 w 295"/>
                <a:gd name="T71" fmla="*/ 168 h 268"/>
                <a:gd name="T72" fmla="*/ 241 w 295"/>
                <a:gd name="T73" fmla="*/ 177 h 268"/>
                <a:gd name="T74" fmla="*/ 270 w 295"/>
                <a:gd name="T75" fmla="*/ 155 h 268"/>
                <a:gd name="T76" fmla="*/ 255 w 295"/>
                <a:gd name="T77" fmla="*/ 155 h 268"/>
                <a:gd name="T78" fmla="*/ 270 w 295"/>
                <a:gd name="T79" fmla="*/ 183 h 268"/>
                <a:gd name="T80" fmla="*/ 270 w 295"/>
                <a:gd name="T81" fmla="*/ 183 h 268"/>
                <a:gd name="T82" fmla="*/ 283 w 295"/>
                <a:gd name="T83" fmla="*/ 252 h 268"/>
                <a:gd name="T84" fmla="*/ 231 w 295"/>
                <a:gd name="T85" fmla="*/ 217 h 268"/>
                <a:gd name="T86" fmla="*/ 160 w 295"/>
                <a:gd name="T87" fmla="*/ 264 h 268"/>
                <a:gd name="T88" fmla="*/ 107 w 295"/>
                <a:gd name="T89" fmla="*/ 224 h 268"/>
                <a:gd name="T90" fmla="*/ 30 w 295"/>
                <a:gd name="T91" fmla="*/ 258 h 268"/>
                <a:gd name="T92" fmla="*/ 19 w 295"/>
                <a:gd name="T93" fmla="*/ 224 h 268"/>
                <a:gd name="T94" fmla="*/ 64 w 295"/>
                <a:gd name="T95" fmla="*/ 48 h 268"/>
                <a:gd name="T96" fmla="*/ 85 w 295"/>
                <a:gd name="T97" fmla="*/ 5 h 268"/>
                <a:gd name="T98" fmla="*/ 160 w 295"/>
                <a:gd name="T99" fmla="*/ 76 h 268"/>
                <a:gd name="T100" fmla="*/ 208 w 295"/>
                <a:gd name="T101" fmla="*/ 107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95" h="268">
                  <a:moveTo>
                    <a:pt x="42" y="115"/>
                  </a:moveTo>
                  <a:cubicBezTo>
                    <a:pt x="49" y="117"/>
                    <a:pt x="50" y="105"/>
                    <a:pt x="47" y="102"/>
                  </a:cubicBezTo>
                  <a:cubicBezTo>
                    <a:pt x="44" y="106"/>
                    <a:pt x="41" y="109"/>
                    <a:pt x="42" y="115"/>
                  </a:cubicBezTo>
                  <a:close/>
                  <a:moveTo>
                    <a:pt x="56" y="77"/>
                  </a:moveTo>
                  <a:cubicBezTo>
                    <a:pt x="63" y="76"/>
                    <a:pt x="68" y="73"/>
                    <a:pt x="68" y="64"/>
                  </a:cubicBezTo>
                  <a:cubicBezTo>
                    <a:pt x="61" y="60"/>
                    <a:pt x="55" y="68"/>
                    <a:pt x="56" y="77"/>
                  </a:cubicBezTo>
                  <a:close/>
                  <a:moveTo>
                    <a:pt x="107" y="124"/>
                  </a:moveTo>
                  <a:cubicBezTo>
                    <a:pt x="107" y="116"/>
                    <a:pt x="98" y="112"/>
                    <a:pt x="92" y="116"/>
                  </a:cubicBezTo>
                  <a:cubicBezTo>
                    <a:pt x="91" y="122"/>
                    <a:pt x="97" y="124"/>
                    <a:pt x="97" y="129"/>
                  </a:cubicBezTo>
                  <a:cubicBezTo>
                    <a:pt x="102" y="129"/>
                    <a:pt x="103" y="125"/>
                    <a:pt x="107" y="124"/>
                  </a:cubicBezTo>
                  <a:close/>
                  <a:moveTo>
                    <a:pt x="105" y="69"/>
                  </a:moveTo>
                  <a:cubicBezTo>
                    <a:pt x="107" y="59"/>
                    <a:pt x="83" y="59"/>
                    <a:pt x="83" y="69"/>
                  </a:cubicBezTo>
                  <a:cubicBezTo>
                    <a:pt x="90" y="72"/>
                    <a:pt x="97" y="67"/>
                    <a:pt x="105" y="69"/>
                  </a:cubicBezTo>
                  <a:close/>
                  <a:moveTo>
                    <a:pt x="119" y="55"/>
                  </a:moveTo>
                  <a:cubicBezTo>
                    <a:pt x="116" y="38"/>
                    <a:pt x="103" y="31"/>
                    <a:pt x="90" y="25"/>
                  </a:cubicBezTo>
                  <a:cubicBezTo>
                    <a:pt x="96" y="39"/>
                    <a:pt x="108" y="48"/>
                    <a:pt x="119" y="55"/>
                  </a:cubicBezTo>
                  <a:close/>
                  <a:moveTo>
                    <a:pt x="123" y="38"/>
                  </a:moveTo>
                  <a:cubicBezTo>
                    <a:pt x="118" y="33"/>
                    <a:pt x="120" y="20"/>
                    <a:pt x="114" y="16"/>
                  </a:cubicBezTo>
                  <a:cubicBezTo>
                    <a:pt x="109" y="25"/>
                    <a:pt x="115" y="36"/>
                    <a:pt x="123" y="38"/>
                  </a:cubicBezTo>
                  <a:close/>
                  <a:moveTo>
                    <a:pt x="143" y="133"/>
                  </a:moveTo>
                  <a:cubicBezTo>
                    <a:pt x="157" y="112"/>
                    <a:pt x="114" y="109"/>
                    <a:pt x="105" y="93"/>
                  </a:cubicBezTo>
                  <a:cubicBezTo>
                    <a:pt x="120" y="96"/>
                    <a:pt x="116" y="74"/>
                    <a:pt x="130" y="84"/>
                  </a:cubicBezTo>
                  <a:cubicBezTo>
                    <a:pt x="129" y="78"/>
                    <a:pt x="125" y="74"/>
                    <a:pt x="121" y="72"/>
                  </a:cubicBezTo>
                  <a:cubicBezTo>
                    <a:pt x="116" y="78"/>
                    <a:pt x="115" y="86"/>
                    <a:pt x="107" y="88"/>
                  </a:cubicBezTo>
                  <a:cubicBezTo>
                    <a:pt x="92" y="79"/>
                    <a:pt x="65" y="77"/>
                    <a:pt x="55" y="91"/>
                  </a:cubicBezTo>
                  <a:cubicBezTo>
                    <a:pt x="56" y="98"/>
                    <a:pt x="53" y="111"/>
                    <a:pt x="60" y="111"/>
                  </a:cubicBezTo>
                  <a:cubicBezTo>
                    <a:pt x="66" y="106"/>
                    <a:pt x="64" y="93"/>
                    <a:pt x="72" y="91"/>
                  </a:cubicBezTo>
                  <a:cubicBezTo>
                    <a:pt x="75" y="92"/>
                    <a:pt x="77" y="95"/>
                    <a:pt x="77" y="97"/>
                  </a:cubicBezTo>
                  <a:cubicBezTo>
                    <a:pt x="74" y="103"/>
                    <a:pt x="75" y="112"/>
                    <a:pt x="77" y="120"/>
                  </a:cubicBezTo>
                  <a:cubicBezTo>
                    <a:pt x="86" y="120"/>
                    <a:pt x="82" y="109"/>
                    <a:pt x="88" y="106"/>
                  </a:cubicBezTo>
                  <a:cubicBezTo>
                    <a:pt x="107" y="98"/>
                    <a:pt x="108" y="120"/>
                    <a:pt x="125" y="112"/>
                  </a:cubicBezTo>
                  <a:cubicBezTo>
                    <a:pt x="132" y="119"/>
                    <a:pt x="137" y="126"/>
                    <a:pt x="143" y="133"/>
                  </a:cubicBezTo>
                  <a:close/>
                  <a:moveTo>
                    <a:pt x="147" y="34"/>
                  </a:moveTo>
                  <a:cubicBezTo>
                    <a:pt x="148" y="30"/>
                    <a:pt x="147" y="28"/>
                    <a:pt x="146" y="25"/>
                  </a:cubicBezTo>
                  <a:cubicBezTo>
                    <a:pt x="143" y="25"/>
                    <a:pt x="142" y="25"/>
                    <a:pt x="140" y="25"/>
                  </a:cubicBezTo>
                  <a:cubicBezTo>
                    <a:pt x="141" y="29"/>
                    <a:pt x="142" y="34"/>
                    <a:pt x="147" y="34"/>
                  </a:cubicBezTo>
                  <a:close/>
                  <a:moveTo>
                    <a:pt x="148" y="201"/>
                  </a:moveTo>
                  <a:cubicBezTo>
                    <a:pt x="152" y="195"/>
                    <a:pt x="151" y="191"/>
                    <a:pt x="151" y="183"/>
                  </a:cubicBezTo>
                  <a:cubicBezTo>
                    <a:pt x="132" y="176"/>
                    <a:pt x="103" y="179"/>
                    <a:pt x="102" y="154"/>
                  </a:cubicBezTo>
                  <a:cubicBezTo>
                    <a:pt x="101" y="149"/>
                    <a:pt x="110" y="154"/>
                    <a:pt x="109" y="147"/>
                  </a:cubicBezTo>
                  <a:cubicBezTo>
                    <a:pt x="104" y="143"/>
                    <a:pt x="99" y="154"/>
                    <a:pt x="93" y="149"/>
                  </a:cubicBezTo>
                  <a:cubicBezTo>
                    <a:pt x="93" y="143"/>
                    <a:pt x="102" y="138"/>
                    <a:pt x="97" y="133"/>
                  </a:cubicBezTo>
                  <a:cubicBezTo>
                    <a:pt x="96" y="139"/>
                    <a:pt x="85" y="135"/>
                    <a:pt x="77" y="136"/>
                  </a:cubicBezTo>
                  <a:cubicBezTo>
                    <a:pt x="77" y="150"/>
                    <a:pt x="82" y="159"/>
                    <a:pt x="97" y="158"/>
                  </a:cubicBezTo>
                  <a:cubicBezTo>
                    <a:pt x="101" y="167"/>
                    <a:pt x="105" y="176"/>
                    <a:pt x="114" y="181"/>
                  </a:cubicBezTo>
                  <a:cubicBezTo>
                    <a:pt x="129" y="177"/>
                    <a:pt x="136" y="196"/>
                    <a:pt x="148" y="201"/>
                  </a:cubicBezTo>
                  <a:close/>
                  <a:moveTo>
                    <a:pt x="158" y="215"/>
                  </a:moveTo>
                  <a:cubicBezTo>
                    <a:pt x="148" y="221"/>
                    <a:pt x="143" y="207"/>
                    <a:pt x="134" y="214"/>
                  </a:cubicBezTo>
                  <a:cubicBezTo>
                    <a:pt x="129" y="211"/>
                    <a:pt x="136" y="198"/>
                    <a:pt x="127" y="198"/>
                  </a:cubicBezTo>
                  <a:cubicBezTo>
                    <a:pt x="130" y="219"/>
                    <a:pt x="121" y="231"/>
                    <a:pt x="109" y="240"/>
                  </a:cubicBezTo>
                  <a:cubicBezTo>
                    <a:pt x="119" y="244"/>
                    <a:pt x="125" y="244"/>
                    <a:pt x="135" y="240"/>
                  </a:cubicBezTo>
                  <a:cubicBezTo>
                    <a:pt x="138" y="236"/>
                    <a:pt x="135" y="225"/>
                    <a:pt x="140" y="224"/>
                  </a:cubicBezTo>
                  <a:cubicBezTo>
                    <a:pt x="151" y="224"/>
                    <a:pt x="140" y="245"/>
                    <a:pt x="151" y="244"/>
                  </a:cubicBezTo>
                  <a:cubicBezTo>
                    <a:pt x="149" y="227"/>
                    <a:pt x="149" y="224"/>
                    <a:pt x="158" y="215"/>
                  </a:cubicBezTo>
                  <a:close/>
                  <a:moveTo>
                    <a:pt x="159" y="159"/>
                  </a:moveTo>
                  <a:cubicBezTo>
                    <a:pt x="162" y="150"/>
                    <a:pt x="151" y="148"/>
                    <a:pt x="146" y="153"/>
                  </a:cubicBezTo>
                  <a:cubicBezTo>
                    <a:pt x="146" y="154"/>
                    <a:pt x="146" y="155"/>
                    <a:pt x="146" y="158"/>
                  </a:cubicBezTo>
                  <a:cubicBezTo>
                    <a:pt x="149" y="159"/>
                    <a:pt x="153" y="160"/>
                    <a:pt x="159" y="159"/>
                  </a:cubicBezTo>
                  <a:close/>
                  <a:moveTo>
                    <a:pt x="167" y="147"/>
                  </a:moveTo>
                  <a:cubicBezTo>
                    <a:pt x="170" y="145"/>
                    <a:pt x="170" y="136"/>
                    <a:pt x="164" y="136"/>
                  </a:cubicBezTo>
                  <a:cubicBezTo>
                    <a:pt x="163" y="138"/>
                    <a:pt x="159" y="149"/>
                    <a:pt x="167" y="147"/>
                  </a:cubicBezTo>
                  <a:close/>
                  <a:moveTo>
                    <a:pt x="200" y="129"/>
                  </a:moveTo>
                  <a:cubicBezTo>
                    <a:pt x="200" y="126"/>
                    <a:pt x="200" y="124"/>
                    <a:pt x="200" y="120"/>
                  </a:cubicBezTo>
                  <a:cubicBezTo>
                    <a:pt x="197" y="120"/>
                    <a:pt x="196" y="120"/>
                    <a:pt x="193" y="120"/>
                  </a:cubicBezTo>
                  <a:cubicBezTo>
                    <a:pt x="191" y="125"/>
                    <a:pt x="190" y="125"/>
                    <a:pt x="192" y="131"/>
                  </a:cubicBezTo>
                  <a:cubicBezTo>
                    <a:pt x="196" y="131"/>
                    <a:pt x="196" y="129"/>
                    <a:pt x="200" y="129"/>
                  </a:cubicBezTo>
                  <a:close/>
                  <a:moveTo>
                    <a:pt x="214" y="122"/>
                  </a:moveTo>
                  <a:cubicBezTo>
                    <a:pt x="217" y="134"/>
                    <a:pt x="233" y="140"/>
                    <a:pt x="242" y="133"/>
                  </a:cubicBezTo>
                  <a:cubicBezTo>
                    <a:pt x="237" y="120"/>
                    <a:pt x="228" y="122"/>
                    <a:pt x="214" y="122"/>
                  </a:cubicBezTo>
                  <a:close/>
                  <a:moveTo>
                    <a:pt x="263" y="206"/>
                  </a:moveTo>
                  <a:cubicBezTo>
                    <a:pt x="268" y="215"/>
                    <a:pt x="253" y="222"/>
                    <a:pt x="259" y="231"/>
                  </a:cubicBezTo>
                  <a:cubicBezTo>
                    <a:pt x="295" y="210"/>
                    <a:pt x="242" y="195"/>
                    <a:pt x="244" y="168"/>
                  </a:cubicBezTo>
                  <a:cubicBezTo>
                    <a:pt x="235" y="177"/>
                    <a:pt x="228" y="160"/>
                    <a:pt x="220" y="171"/>
                  </a:cubicBezTo>
                  <a:cubicBezTo>
                    <a:pt x="226" y="176"/>
                    <a:pt x="230" y="181"/>
                    <a:pt x="241" y="177"/>
                  </a:cubicBezTo>
                  <a:cubicBezTo>
                    <a:pt x="244" y="191"/>
                    <a:pt x="250" y="203"/>
                    <a:pt x="263" y="206"/>
                  </a:cubicBezTo>
                  <a:close/>
                  <a:moveTo>
                    <a:pt x="270" y="155"/>
                  </a:moveTo>
                  <a:cubicBezTo>
                    <a:pt x="270" y="147"/>
                    <a:pt x="262" y="145"/>
                    <a:pt x="256" y="141"/>
                  </a:cubicBezTo>
                  <a:cubicBezTo>
                    <a:pt x="257" y="148"/>
                    <a:pt x="256" y="152"/>
                    <a:pt x="255" y="155"/>
                  </a:cubicBezTo>
                  <a:cubicBezTo>
                    <a:pt x="259" y="155"/>
                    <a:pt x="264" y="155"/>
                    <a:pt x="270" y="155"/>
                  </a:cubicBezTo>
                  <a:close/>
                  <a:moveTo>
                    <a:pt x="270" y="183"/>
                  </a:moveTo>
                  <a:cubicBezTo>
                    <a:pt x="273" y="177"/>
                    <a:pt x="272" y="169"/>
                    <a:pt x="264" y="168"/>
                  </a:cubicBezTo>
                  <a:cubicBezTo>
                    <a:pt x="266" y="174"/>
                    <a:pt x="263" y="184"/>
                    <a:pt x="270" y="183"/>
                  </a:cubicBezTo>
                  <a:close/>
                  <a:moveTo>
                    <a:pt x="273" y="136"/>
                  </a:moveTo>
                  <a:cubicBezTo>
                    <a:pt x="291" y="164"/>
                    <a:pt x="274" y="217"/>
                    <a:pt x="283" y="252"/>
                  </a:cubicBezTo>
                  <a:cubicBezTo>
                    <a:pt x="269" y="260"/>
                    <a:pt x="246" y="268"/>
                    <a:pt x="225" y="264"/>
                  </a:cubicBezTo>
                  <a:cubicBezTo>
                    <a:pt x="211" y="248"/>
                    <a:pt x="228" y="230"/>
                    <a:pt x="231" y="217"/>
                  </a:cubicBezTo>
                  <a:cubicBezTo>
                    <a:pt x="221" y="207"/>
                    <a:pt x="207" y="222"/>
                    <a:pt x="193" y="222"/>
                  </a:cubicBezTo>
                  <a:cubicBezTo>
                    <a:pt x="190" y="244"/>
                    <a:pt x="176" y="254"/>
                    <a:pt x="160" y="264"/>
                  </a:cubicBezTo>
                  <a:cubicBezTo>
                    <a:pt x="138" y="265"/>
                    <a:pt x="88" y="268"/>
                    <a:pt x="88" y="244"/>
                  </a:cubicBezTo>
                  <a:cubicBezTo>
                    <a:pt x="88" y="230"/>
                    <a:pt x="102" y="236"/>
                    <a:pt x="107" y="224"/>
                  </a:cubicBezTo>
                  <a:cubicBezTo>
                    <a:pt x="101" y="212"/>
                    <a:pt x="83" y="211"/>
                    <a:pt x="76" y="214"/>
                  </a:cubicBezTo>
                  <a:cubicBezTo>
                    <a:pt x="55" y="220"/>
                    <a:pt x="60" y="260"/>
                    <a:pt x="30" y="258"/>
                  </a:cubicBezTo>
                  <a:cubicBezTo>
                    <a:pt x="19" y="258"/>
                    <a:pt x="0" y="249"/>
                    <a:pt x="1" y="230"/>
                  </a:cubicBezTo>
                  <a:cubicBezTo>
                    <a:pt x="5" y="225"/>
                    <a:pt x="14" y="227"/>
                    <a:pt x="19" y="224"/>
                  </a:cubicBezTo>
                  <a:cubicBezTo>
                    <a:pt x="35" y="207"/>
                    <a:pt x="35" y="169"/>
                    <a:pt x="15" y="158"/>
                  </a:cubicBezTo>
                  <a:cubicBezTo>
                    <a:pt x="5" y="95"/>
                    <a:pt x="44" y="81"/>
                    <a:pt x="64" y="48"/>
                  </a:cubicBezTo>
                  <a:cubicBezTo>
                    <a:pt x="65" y="39"/>
                    <a:pt x="60" y="35"/>
                    <a:pt x="60" y="25"/>
                  </a:cubicBezTo>
                  <a:cubicBezTo>
                    <a:pt x="66" y="16"/>
                    <a:pt x="85" y="16"/>
                    <a:pt x="85" y="5"/>
                  </a:cubicBezTo>
                  <a:cubicBezTo>
                    <a:pt x="101" y="3"/>
                    <a:pt x="115" y="3"/>
                    <a:pt x="131" y="0"/>
                  </a:cubicBezTo>
                  <a:cubicBezTo>
                    <a:pt x="152" y="11"/>
                    <a:pt x="165" y="47"/>
                    <a:pt x="160" y="76"/>
                  </a:cubicBezTo>
                  <a:cubicBezTo>
                    <a:pt x="159" y="88"/>
                    <a:pt x="147" y="96"/>
                    <a:pt x="148" y="110"/>
                  </a:cubicBezTo>
                  <a:cubicBezTo>
                    <a:pt x="168" y="125"/>
                    <a:pt x="190" y="109"/>
                    <a:pt x="208" y="107"/>
                  </a:cubicBezTo>
                  <a:cubicBezTo>
                    <a:pt x="231" y="106"/>
                    <a:pt x="261" y="117"/>
                    <a:pt x="273" y="136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D074E224-9669-CCD2-CFFD-10B3D6103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6248" y="4424998"/>
              <a:ext cx="282575" cy="149225"/>
            </a:xfrm>
            <a:custGeom>
              <a:avLst/>
              <a:gdLst>
                <a:gd name="T0" fmla="*/ 104 w 109"/>
                <a:gd name="T1" fmla="*/ 12 h 58"/>
                <a:gd name="T2" fmla="*/ 98 w 109"/>
                <a:gd name="T3" fmla="*/ 57 h 58"/>
                <a:gd name="T4" fmla="*/ 95 w 109"/>
                <a:gd name="T5" fmla="*/ 43 h 58"/>
                <a:gd name="T6" fmla="*/ 17 w 109"/>
                <a:gd name="T7" fmla="*/ 31 h 58"/>
                <a:gd name="T8" fmla="*/ 9 w 109"/>
                <a:gd name="T9" fmla="*/ 44 h 58"/>
                <a:gd name="T10" fmla="*/ 10 w 109"/>
                <a:gd name="T11" fmla="*/ 0 h 58"/>
                <a:gd name="T12" fmla="*/ 15 w 109"/>
                <a:gd name="T13" fmla="*/ 0 h 58"/>
                <a:gd name="T14" fmla="*/ 17 w 109"/>
                <a:gd name="T15" fmla="*/ 14 h 58"/>
                <a:gd name="T16" fmla="*/ 92 w 109"/>
                <a:gd name="T17" fmla="*/ 26 h 58"/>
                <a:gd name="T18" fmla="*/ 104 w 109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58">
                  <a:moveTo>
                    <a:pt x="104" y="12"/>
                  </a:moveTo>
                  <a:cubicBezTo>
                    <a:pt x="109" y="20"/>
                    <a:pt x="103" y="48"/>
                    <a:pt x="98" y="57"/>
                  </a:cubicBezTo>
                  <a:cubicBezTo>
                    <a:pt x="92" y="58"/>
                    <a:pt x="100" y="45"/>
                    <a:pt x="95" y="43"/>
                  </a:cubicBezTo>
                  <a:cubicBezTo>
                    <a:pt x="70" y="38"/>
                    <a:pt x="44" y="34"/>
                    <a:pt x="17" y="31"/>
                  </a:cubicBezTo>
                  <a:cubicBezTo>
                    <a:pt x="11" y="33"/>
                    <a:pt x="12" y="42"/>
                    <a:pt x="9" y="44"/>
                  </a:cubicBezTo>
                  <a:cubicBezTo>
                    <a:pt x="0" y="34"/>
                    <a:pt x="11" y="14"/>
                    <a:pt x="10" y="0"/>
                  </a:cubicBezTo>
                  <a:cubicBezTo>
                    <a:pt x="12" y="0"/>
                    <a:pt x="14" y="0"/>
                    <a:pt x="15" y="0"/>
                  </a:cubicBezTo>
                  <a:cubicBezTo>
                    <a:pt x="16" y="5"/>
                    <a:pt x="15" y="11"/>
                    <a:pt x="17" y="14"/>
                  </a:cubicBezTo>
                  <a:cubicBezTo>
                    <a:pt x="39" y="20"/>
                    <a:pt x="69" y="20"/>
                    <a:pt x="92" y="26"/>
                  </a:cubicBezTo>
                  <a:cubicBezTo>
                    <a:pt x="100" y="26"/>
                    <a:pt x="99" y="16"/>
                    <a:pt x="104" y="12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1C7F82E7-E337-4359-7117-62B87B423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985" y="4577398"/>
              <a:ext cx="312737" cy="236538"/>
            </a:xfrm>
            <a:custGeom>
              <a:avLst/>
              <a:gdLst>
                <a:gd name="T0" fmla="*/ 71 w 120"/>
                <a:gd name="T1" fmla="*/ 80 h 91"/>
                <a:gd name="T2" fmla="*/ 109 w 120"/>
                <a:gd name="T3" fmla="*/ 48 h 91"/>
                <a:gd name="T4" fmla="*/ 98 w 120"/>
                <a:gd name="T5" fmla="*/ 33 h 91"/>
                <a:gd name="T6" fmla="*/ 52 w 120"/>
                <a:gd name="T7" fmla="*/ 70 h 91"/>
                <a:gd name="T8" fmla="*/ 26 w 120"/>
                <a:gd name="T9" fmla="*/ 15 h 91"/>
                <a:gd name="T10" fmla="*/ 24 w 120"/>
                <a:gd name="T11" fmla="*/ 5 h 91"/>
                <a:gd name="T12" fmla="*/ 55 w 120"/>
                <a:gd name="T13" fmla="*/ 14 h 91"/>
                <a:gd name="T14" fmla="*/ 31 w 120"/>
                <a:gd name="T15" fmla="*/ 23 h 91"/>
                <a:gd name="T16" fmla="*/ 38 w 120"/>
                <a:gd name="T17" fmla="*/ 57 h 91"/>
                <a:gd name="T18" fmla="*/ 102 w 120"/>
                <a:gd name="T19" fmla="*/ 21 h 91"/>
                <a:gd name="T20" fmla="*/ 102 w 120"/>
                <a:gd name="T21" fmla="*/ 80 h 91"/>
                <a:gd name="T22" fmla="*/ 103 w 120"/>
                <a:gd name="T23" fmla="*/ 91 h 91"/>
                <a:gd name="T24" fmla="*/ 71 w 120"/>
                <a:gd name="T25" fmla="*/ 8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1">
                  <a:moveTo>
                    <a:pt x="71" y="80"/>
                  </a:moveTo>
                  <a:cubicBezTo>
                    <a:pt x="88" y="71"/>
                    <a:pt x="113" y="76"/>
                    <a:pt x="109" y="48"/>
                  </a:cubicBezTo>
                  <a:cubicBezTo>
                    <a:pt x="108" y="43"/>
                    <a:pt x="104" y="36"/>
                    <a:pt x="98" y="33"/>
                  </a:cubicBezTo>
                  <a:cubicBezTo>
                    <a:pt x="72" y="26"/>
                    <a:pt x="77" y="60"/>
                    <a:pt x="52" y="70"/>
                  </a:cubicBezTo>
                  <a:cubicBezTo>
                    <a:pt x="19" y="83"/>
                    <a:pt x="0" y="37"/>
                    <a:pt x="26" y="15"/>
                  </a:cubicBezTo>
                  <a:cubicBezTo>
                    <a:pt x="26" y="12"/>
                    <a:pt x="22" y="10"/>
                    <a:pt x="24" y="5"/>
                  </a:cubicBezTo>
                  <a:cubicBezTo>
                    <a:pt x="33" y="8"/>
                    <a:pt x="52" y="10"/>
                    <a:pt x="55" y="14"/>
                  </a:cubicBezTo>
                  <a:cubicBezTo>
                    <a:pt x="51" y="24"/>
                    <a:pt x="40" y="18"/>
                    <a:pt x="31" y="23"/>
                  </a:cubicBezTo>
                  <a:cubicBezTo>
                    <a:pt x="19" y="31"/>
                    <a:pt x="14" y="59"/>
                    <a:pt x="38" y="57"/>
                  </a:cubicBezTo>
                  <a:cubicBezTo>
                    <a:pt x="58" y="56"/>
                    <a:pt x="69" y="0"/>
                    <a:pt x="102" y="21"/>
                  </a:cubicBezTo>
                  <a:cubicBezTo>
                    <a:pt x="117" y="29"/>
                    <a:pt x="120" y="65"/>
                    <a:pt x="102" y="80"/>
                  </a:cubicBezTo>
                  <a:cubicBezTo>
                    <a:pt x="98" y="84"/>
                    <a:pt x="109" y="85"/>
                    <a:pt x="103" y="91"/>
                  </a:cubicBezTo>
                  <a:cubicBezTo>
                    <a:pt x="92" y="88"/>
                    <a:pt x="76" y="89"/>
                    <a:pt x="71" y="80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651EC3F4-F241-AE7C-7CD4-261203C2EC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0198" y="4723448"/>
              <a:ext cx="334962" cy="347663"/>
            </a:xfrm>
            <a:custGeom>
              <a:avLst/>
              <a:gdLst>
                <a:gd name="T0" fmla="*/ 56 w 129"/>
                <a:gd name="T1" fmla="*/ 85 h 134"/>
                <a:gd name="T2" fmla="*/ 32 w 129"/>
                <a:gd name="T3" fmla="*/ 44 h 134"/>
                <a:gd name="T4" fmla="*/ 19 w 129"/>
                <a:gd name="T5" fmla="*/ 66 h 134"/>
                <a:gd name="T6" fmla="*/ 56 w 129"/>
                <a:gd name="T7" fmla="*/ 85 h 134"/>
                <a:gd name="T8" fmla="*/ 128 w 129"/>
                <a:gd name="T9" fmla="*/ 48 h 134"/>
                <a:gd name="T10" fmla="*/ 115 w 129"/>
                <a:gd name="T11" fmla="*/ 75 h 134"/>
                <a:gd name="T12" fmla="*/ 61 w 129"/>
                <a:gd name="T13" fmla="*/ 85 h 134"/>
                <a:gd name="T14" fmla="*/ 90 w 129"/>
                <a:gd name="T15" fmla="*/ 105 h 134"/>
                <a:gd name="T16" fmla="*/ 102 w 129"/>
                <a:gd name="T17" fmla="*/ 96 h 134"/>
                <a:gd name="T18" fmla="*/ 83 w 129"/>
                <a:gd name="T19" fmla="*/ 134 h 134"/>
                <a:gd name="T20" fmla="*/ 83 w 129"/>
                <a:gd name="T21" fmla="*/ 121 h 134"/>
                <a:gd name="T22" fmla="*/ 16 w 129"/>
                <a:gd name="T23" fmla="*/ 82 h 134"/>
                <a:gd name="T24" fmla="*/ 0 w 129"/>
                <a:gd name="T25" fmla="*/ 89 h 134"/>
                <a:gd name="T26" fmla="*/ 70 w 129"/>
                <a:gd name="T27" fmla="*/ 46 h 134"/>
                <a:gd name="T28" fmla="*/ 68 w 129"/>
                <a:gd name="T29" fmla="*/ 63 h 134"/>
                <a:gd name="T30" fmla="*/ 128 w 129"/>
                <a:gd name="T31" fmla="*/ 48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9" h="134">
                  <a:moveTo>
                    <a:pt x="56" y="85"/>
                  </a:moveTo>
                  <a:cubicBezTo>
                    <a:pt x="67" y="67"/>
                    <a:pt x="59" y="39"/>
                    <a:pt x="32" y="44"/>
                  </a:cubicBezTo>
                  <a:cubicBezTo>
                    <a:pt x="27" y="51"/>
                    <a:pt x="21" y="56"/>
                    <a:pt x="19" y="66"/>
                  </a:cubicBezTo>
                  <a:cubicBezTo>
                    <a:pt x="32" y="72"/>
                    <a:pt x="43" y="80"/>
                    <a:pt x="56" y="85"/>
                  </a:cubicBezTo>
                  <a:close/>
                  <a:moveTo>
                    <a:pt x="128" y="48"/>
                  </a:moveTo>
                  <a:cubicBezTo>
                    <a:pt x="129" y="56"/>
                    <a:pt x="121" y="68"/>
                    <a:pt x="115" y="75"/>
                  </a:cubicBezTo>
                  <a:cubicBezTo>
                    <a:pt x="94" y="77"/>
                    <a:pt x="68" y="73"/>
                    <a:pt x="61" y="85"/>
                  </a:cubicBezTo>
                  <a:cubicBezTo>
                    <a:pt x="66" y="97"/>
                    <a:pt x="81" y="97"/>
                    <a:pt x="90" y="105"/>
                  </a:cubicBezTo>
                  <a:cubicBezTo>
                    <a:pt x="98" y="105"/>
                    <a:pt x="96" y="96"/>
                    <a:pt x="102" y="96"/>
                  </a:cubicBezTo>
                  <a:cubicBezTo>
                    <a:pt x="102" y="108"/>
                    <a:pt x="89" y="129"/>
                    <a:pt x="83" y="134"/>
                  </a:cubicBezTo>
                  <a:cubicBezTo>
                    <a:pt x="76" y="134"/>
                    <a:pt x="87" y="128"/>
                    <a:pt x="83" y="121"/>
                  </a:cubicBezTo>
                  <a:cubicBezTo>
                    <a:pt x="63" y="105"/>
                    <a:pt x="39" y="95"/>
                    <a:pt x="16" y="82"/>
                  </a:cubicBezTo>
                  <a:cubicBezTo>
                    <a:pt x="7" y="80"/>
                    <a:pt x="10" y="91"/>
                    <a:pt x="0" y="89"/>
                  </a:cubicBezTo>
                  <a:cubicBezTo>
                    <a:pt x="8" y="61"/>
                    <a:pt x="43" y="0"/>
                    <a:pt x="70" y="46"/>
                  </a:cubicBezTo>
                  <a:cubicBezTo>
                    <a:pt x="70" y="52"/>
                    <a:pt x="71" y="61"/>
                    <a:pt x="68" y="63"/>
                  </a:cubicBezTo>
                  <a:cubicBezTo>
                    <a:pt x="90" y="61"/>
                    <a:pt x="116" y="61"/>
                    <a:pt x="128" y="48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8" name="Freeform 23">
              <a:extLst>
                <a:ext uri="{FF2B5EF4-FFF2-40B4-BE49-F238E27FC236}">
                  <a16:creationId xmlns:a16="http://schemas.microsoft.com/office/drawing/2014/main" id="{CD3B8DEF-4639-A650-CB7B-03FC30DD7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7323" y="4993323"/>
              <a:ext cx="327025" cy="312738"/>
            </a:xfrm>
            <a:custGeom>
              <a:avLst/>
              <a:gdLst>
                <a:gd name="T0" fmla="*/ 103 w 126"/>
                <a:gd name="T1" fmla="*/ 40 h 121"/>
                <a:gd name="T2" fmla="*/ 126 w 126"/>
                <a:gd name="T3" fmla="*/ 58 h 121"/>
                <a:gd name="T4" fmla="*/ 71 w 126"/>
                <a:gd name="T5" fmla="*/ 121 h 121"/>
                <a:gd name="T6" fmla="*/ 74 w 126"/>
                <a:gd name="T7" fmla="*/ 107 h 121"/>
                <a:gd name="T8" fmla="*/ 16 w 126"/>
                <a:gd name="T9" fmla="*/ 55 h 121"/>
                <a:gd name="T10" fmla="*/ 0 w 126"/>
                <a:gd name="T11" fmla="*/ 60 h 121"/>
                <a:gd name="T12" fmla="*/ 46 w 126"/>
                <a:gd name="T13" fmla="*/ 0 h 121"/>
                <a:gd name="T14" fmla="*/ 63 w 126"/>
                <a:gd name="T15" fmla="*/ 15 h 121"/>
                <a:gd name="T16" fmla="*/ 43 w 126"/>
                <a:gd name="T17" fmla="*/ 17 h 121"/>
                <a:gd name="T18" fmla="*/ 22 w 126"/>
                <a:gd name="T19" fmla="*/ 39 h 121"/>
                <a:gd name="T20" fmla="*/ 50 w 126"/>
                <a:gd name="T21" fmla="*/ 64 h 121"/>
                <a:gd name="T22" fmla="*/ 57 w 126"/>
                <a:gd name="T23" fmla="*/ 31 h 121"/>
                <a:gd name="T24" fmla="*/ 90 w 126"/>
                <a:gd name="T25" fmla="*/ 55 h 121"/>
                <a:gd name="T26" fmla="*/ 57 w 126"/>
                <a:gd name="T27" fmla="*/ 67 h 121"/>
                <a:gd name="T28" fmla="*/ 87 w 126"/>
                <a:gd name="T29" fmla="*/ 92 h 121"/>
                <a:gd name="T30" fmla="*/ 103 w 126"/>
                <a:gd name="T31" fmla="*/ 4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6" h="121">
                  <a:moveTo>
                    <a:pt x="103" y="40"/>
                  </a:moveTo>
                  <a:cubicBezTo>
                    <a:pt x="111" y="39"/>
                    <a:pt x="116" y="55"/>
                    <a:pt x="126" y="58"/>
                  </a:cubicBezTo>
                  <a:cubicBezTo>
                    <a:pt x="107" y="78"/>
                    <a:pt x="92" y="110"/>
                    <a:pt x="71" y="121"/>
                  </a:cubicBezTo>
                  <a:cubicBezTo>
                    <a:pt x="71" y="115"/>
                    <a:pt x="78" y="111"/>
                    <a:pt x="74" y="107"/>
                  </a:cubicBezTo>
                  <a:cubicBezTo>
                    <a:pt x="57" y="87"/>
                    <a:pt x="35" y="72"/>
                    <a:pt x="16" y="55"/>
                  </a:cubicBezTo>
                  <a:cubicBezTo>
                    <a:pt x="8" y="54"/>
                    <a:pt x="6" y="66"/>
                    <a:pt x="0" y="60"/>
                  </a:cubicBezTo>
                  <a:cubicBezTo>
                    <a:pt x="13" y="38"/>
                    <a:pt x="33" y="21"/>
                    <a:pt x="46" y="0"/>
                  </a:cubicBezTo>
                  <a:cubicBezTo>
                    <a:pt x="52" y="4"/>
                    <a:pt x="63" y="11"/>
                    <a:pt x="63" y="15"/>
                  </a:cubicBezTo>
                  <a:cubicBezTo>
                    <a:pt x="62" y="24"/>
                    <a:pt x="51" y="14"/>
                    <a:pt x="43" y="17"/>
                  </a:cubicBezTo>
                  <a:cubicBezTo>
                    <a:pt x="41" y="20"/>
                    <a:pt x="22" y="34"/>
                    <a:pt x="22" y="39"/>
                  </a:cubicBezTo>
                  <a:cubicBezTo>
                    <a:pt x="23" y="49"/>
                    <a:pt x="44" y="54"/>
                    <a:pt x="50" y="64"/>
                  </a:cubicBezTo>
                  <a:cubicBezTo>
                    <a:pt x="63" y="60"/>
                    <a:pt x="65" y="41"/>
                    <a:pt x="57" y="31"/>
                  </a:cubicBezTo>
                  <a:cubicBezTo>
                    <a:pt x="68" y="31"/>
                    <a:pt x="78" y="49"/>
                    <a:pt x="90" y="55"/>
                  </a:cubicBezTo>
                  <a:cubicBezTo>
                    <a:pt x="81" y="58"/>
                    <a:pt x="61" y="52"/>
                    <a:pt x="57" y="67"/>
                  </a:cubicBezTo>
                  <a:cubicBezTo>
                    <a:pt x="66" y="76"/>
                    <a:pt x="74" y="93"/>
                    <a:pt x="87" y="92"/>
                  </a:cubicBezTo>
                  <a:cubicBezTo>
                    <a:pt x="105" y="92"/>
                    <a:pt x="116" y="60"/>
                    <a:pt x="103" y="40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9" name="Freeform 24">
              <a:extLst>
                <a:ext uri="{FF2B5EF4-FFF2-40B4-BE49-F238E27FC236}">
                  <a16:creationId xmlns:a16="http://schemas.microsoft.com/office/drawing/2014/main" id="{523FE168-E3E4-0675-00A8-1C6BF4B273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1535" y="3228023"/>
              <a:ext cx="2111375" cy="2195513"/>
            </a:xfrm>
            <a:custGeom>
              <a:avLst/>
              <a:gdLst>
                <a:gd name="T0" fmla="*/ 316 w 813"/>
                <a:gd name="T1" fmla="*/ 720 h 846"/>
                <a:gd name="T2" fmla="*/ 313 w 813"/>
                <a:gd name="T3" fmla="*/ 652 h 846"/>
                <a:gd name="T4" fmla="*/ 294 w 813"/>
                <a:gd name="T5" fmla="*/ 673 h 846"/>
                <a:gd name="T6" fmla="*/ 309 w 813"/>
                <a:gd name="T7" fmla="*/ 671 h 846"/>
                <a:gd name="T8" fmla="*/ 313 w 813"/>
                <a:gd name="T9" fmla="*/ 720 h 846"/>
                <a:gd name="T10" fmla="*/ 316 w 813"/>
                <a:gd name="T11" fmla="*/ 720 h 846"/>
                <a:gd name="T12" fmla="*/ 377 w 813"/>
                <a:gd name="T13" fmla="*/ 720 h 846"/>
                <a:gd name="T14" fmla="*/ 391 w 813"/>
                <a:gd name="T15" fmla="*/ 671 h 846"/>
                <a:gd name="T16" fmla="*/ 349 w 813"/>
                <a:gd name="T17" fmla="*/ 667 h 846"/>
                <a:gd name="T18" fmla="*/ 384 w 813"/>
                <a:gd name="T19" fmla="*/ 692 h 846"/>
                <a:gd name="T20" fmla="*/ 366 w 813"/>
                <a:gd name="T21" fmla="*/ 715 h 846"/>
                <a:gd name="T22" fmla="*/ 353 w 813"/>
                <a:gd name="T23" fmla="*/ 704 h 846"/>
                <a:gd name="T24" fmla="*/ 377 w 813"/>
                <a:gd name="T25" fmla="*/ 720 h 846"/>
                <a:gd name="T26" fmla="*/ 417 w 813"/>
                <a:gd name="T27" fmla="*/ 716 h 846"/>
                <a:gd name="T28" fmla="*/ 419 w 813"/>
                <a:gd name="T29" fmla="*/ 656 h 846"/>
                <a:gd name="T30" fmla="*/ 417 w 813"/>
                <a:gd name="T31" fmla="*/ 716 h 846"/>
                <a:gd name="T32" fmla="*/ 481 w 813"/>
                <a:gd name="T33" fmla="*/ 714 h 846"/>
                <a:gd name="T34" fmla="*/ 514 w 813"/>
                <a:gd name="T35" fmla="*/ 668 h 846"/>
                <a:gd name="T36" fmla="*/ 475 w 813"/>
                <a:gd name="T37" fmla="*/ 672 h 846"/>
                <a:gd name="T38" fmla="*/ 490 w 813"/>
                <a:gd name="T39" fmla="*/ 659 h 846"/>
                <a:gd name="T40" fmla="*/ 506 w 813"/>
                <a:gd name="T41" fmla="*/ 668 h 846"/>
                <a:gd name="T42" fmla="*/ 470 w 813"/>
                <a:gd name="T43" fmla="*/ 720 h 846"/>
                <a:gd name="T44" fmla="*/ 514 w 813"/>
                <a:gd name="T45" fmla="*/ 715 h 846"/>
                <a:gd name="T46" fmla="*/ 481 w 813"/>
                <a:gd name="T47" fmla="*/ 714 h 846"/>
                <a:gd name="T48" fmla="*/ 415 w 813"/>
                <a:gd name="T49" fmla="*/ 465 h 846"/>
                <a:gd name="T50" fmla="*/ 628 w 813"/>
                <a:gd name="T51" fmla="*/ 461 h 846"/>
                <a:gd name="T52" fmla="*/ 478 w 813"/>
                <a:gd name="T53" fmla="*/ 353 h 846"/>
                <a:gd name="T54" fmla="*/ 545 w 813"/>
                <a:gd name="T55" fmla="*/ 362 h 846"/>
                <a:gd name="T56" fmla="*/ 441 w 813"/>
                <a:gd name="T57" fmla="*/ 229 h 846"/>
                <a:gd name="T58" fmla="*/ 483 w 813"/>
                <a:gd name="T59" fmla="*/ 237 h 846"/>
                <a:gd name="T60" fmla="*/ 441 w 813"/>
                <a:gd name="T61" fmla="*/ 162 h 846"/>
                <a:gd name="T62" fmla="*/ 408 w 813"/>
                <a:gd name="T63" fmla="*/ 80 h 846"/>
                <a:gd name="T64" fmla="*/ 346 w 813"/>
                <a:gd name="T65" fmla="*/ 220 h 846"/>
                <a:gd name="T66" fmla="*/ 340 w 813"/>
                <a:gd name="T67" fmla="*/ 237 h 846"/>
                <a:gd name="T68" fmla="*/ 381 w 813"/>
                <a:gd name="T69" fmla="*/ 229 h 846"/>
                <a:gd name="T70" fmla="*/ 275 w 813"/>
                <a:gd name="T71" fmla="*/ 360 h 846"/>
                <a:gd name="T72" fmla="*/ 344 w 813"/>
                <a:gd name="T73" fmla="*/ 353 h 846"/>
                <a:gd name="T74" fmla="*/ 344 w 813"/>
                <a:gd name="T75" fmla="*/ 355 h 846"/>
                <a:gd name="T76" fmla="*/ 342 w 813"/>
                <a:gd name="T77" fmla="*/ 357 h 846"/>
                <a:gd name="T78" fmla="*/ 211 w 813"/>
                <a:gd name="T79" fmla="*/ 446 h 846"/>
                <a:gd name="T80" fmla="*/ 192 w 813"/>
                <a:gd name="T81" fmla="*/ 461 h 846"/>
                <a:gd name="T82" fmla="*/ 415 w 813"/>
                <a:gd name="T83" fmla="*/ 465 h 846"/>
                <a:gd name="T84" fmla="*/ 450 w 813"/>
                <a:gd name="T85" fmla="*/ 532 h 846"/>
                <a:gd name="T86" fmla="*/ 677 w 813"/>
                <a:gd name="T87" fmla="*/ 532 h 846"/>
                <a:gd name="T88" fmla="*/ 649 w 813"/>
                <a:gd name="T89" fmla="*/ 492 h 846"/>
                <a:gd name="T90" fmla="*/ 413 w 813"/>
                <a:gd name="T91" fmla="*/ 482 h 846"/>
                <a:gd name="T92" fmla="*/ 217 w 813"/>
                <a:gd name="T93" fmla="*/ 489 h 846"/>
                <a:gd name="T94" fmla="*/ 172 w 813"/>
                <a:gd name="T95" fmla="*/ 495 h 846"/>
                <a:gd name="T96" fmla="*/ 145 w 813"/>
                <a:gd name="T97" fmla="*/ 532 h 846"/>
                <a:gd name="T98" fmla="*/ 377 w 813"/>
                <a:gd name="T99" fmla="*/ 532 h 846"/>
                <a:gd name="T100" fmla="*/ 375 w 813"/>
                <a:gd name="T101" fmla="*/ 551 h 846"/>
                <a:gd name="T102" fmla="*/ 450 w 813"/>
                <a:gd name="T103" fmla="*/ 551 h 846"/>
                <a:gd name="T104" fmla="*/ 450 w 813"/>
                <a:gd name="T105" fmla="*/ 532 h 846"/>
                <a:gd name="T106" fmla="*/ 794 w 813"/>
                <a:gd name="T107" fmla="*/ 0 h 846"/>
                <a:gd name="T108" fmla="*/ 749 w 813"/>
                <a:gd name="T109" fmla="*/ 575 h 846"/>
                <a:gd name="T110" fmla="*/ 408 w 813"/>
                <a:gd name="T111" fmla="*/ 846 h 846"/>
                <a:gd name="T112" fmla="*/ 66 w 813"/>
                <a:gd name="T113" fmla="*/ 579 h 846"/>
                <a:gd name="T114" fmla="*/ 18 w 813"/>
                <a:gd name="T115" fmla="*/ 5 h 846"/>
                <a:gd name="T116" fmla="*/ 22 w 813"/>
                <a:gd name="T117" fmla="*/ 0 h 846"/>
                <a:gd name="T118" fmla="*/ 794 w 813"/>
                <a:gd name="T119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13" h="846">
                  <a:moveTo>
                    <a:pt x="316" y="720"/>
                  </a:moveTo>
                  <a:cubicBezTo>
                    <a:pt x="318" y="703"/>
                    <a:pt x="324" y="665"/>
                    <a:pt x="313" y="652"/>
                  </a:cubicBezTo>
                  <a:cubicBezTo>
                    <a:pt x="310" y="663"/>
                    <a:pt x="297" y="662"/>
                    <a:pt x="294" y="673"/>
                  </a:cubicBezTo>
                  <a:cubicBezTo>
                    <a:pt x="299" y="681"/>
                    <a:pt x="307" y="666"/>
                    <a:pt x="309" y="671"/>
                  </a:cubicBezTo>
                  <a:cubicBezTo>
                    <a:pt x="311" y="686"/>
                    <a:pt x="305" y="711"/>
                    <a:pt x="313" y="720"/>
                  </a:cubicBezTo>
                  <a:cubicBezTo>
                    <a:pt x="314" y="720"/>
                    <a:pt x="315" y="720"/>
                    <a:pt x="316" y="720"/>
                  </a:cubicBezTo>
                  <a:close/>
                  <a:moveTo>
                    <a:pt x="377" y="720"/>
                  </a:moveTo>
                  <a:cubicBezTo>
                    <a:pt x="392" y="716"/>
                    <a:pt x="395" y="684"/>
                    <a:pt x="391" y="671"/>
                  </a:cubicBezTo>
                  <a:cubicBezTo>
                    <a:pt x="385" y="644"/>
                    <a:pt x="353" y="653"/>
                    <a:pt x="349" y="667"/>
                  </a:cubicBezTo>
                  <a:cubicBezTo>
                    <a:pt x="340" y="705"/>
                    <a:pt x="376" y="699"/>
                    <a:pt x="384" y="692"/>
                  </a:cubicBezTo>
                  <a:cubicBezTo>
                    <a:pt x="382" y="704"/>
                    <a:pt x="380" y="715"/>
                    <a:pt x="366" y="715"/>
                  </a:cubicBezTo>
                  <a:cubicBezTo>
                    <a:pt x="358" y="716"/>
                    <a:pt x="362" y="704"/>
                    <a:pt x="353" y="704"/>
                  </a:cubicBezTo>
                  <a:cubicBezTo>
                    <a:pt x="349" y="720"/>
                    <a:pt x="364" y="724"/>
                    <a:pt x="377" y="720"/>
                  </a:cubicBezTo>
                  <a:close/>
                  <a:moveTo>
                    <a:pt x="417" y="716"/>
                  </a:moveTo>
                  <a:cubicBezTo>
                    <a:pt x="454" y="753"/>
                    <a:pt x="475" y="629"/>
                    <a:pt x="419" y="656"/>
                  </a:cubicBezTo>
                  <a:cubicBezTo>
                    <a:pt x="409" y="668"/>
                    <a:pt x="404" y="705"/>
                    <a:pt x="417" y="716"/>
                  </a:cubicBezTo>
                  <a:close/>
                  <a:moveTo>
                    <a:pt x="481" y="714"/>
                  </a:moveTo>
                  <a:cubicBezTo>
                    <a:pt x="489" y="696"/>
                    <a:pt x="517" y="692"/>
                    <a:pt x="514" y="668"/>
                  </a:cubicBezTo>
                  <a:cubicBezTo>
                    <a:pt x="511" y="646"/>
                    <a:pt x="469" y="648"/>
                    <a:pt x="475" y="672"/>
                  </a:cubicBezTo>
                  <a:cubicBezTo>
                    <a:pt x="485" y="671"/>
                    <a:pt x="481" y="661"/>
                    <a:pt x="490" y="659"/>
                  </a:cubicBezTo>
                  <a:cubicBezTo>
                    <a:pt x="497" y="658"/>
                    <a:pt x="503" y="661"/>
                    <a:pt x="506" y="668"/>
                  </a:cubicBezTo>
                  <a:cubicBezTo>
                    <a:pt x="511" y="690"/>
                    <a:pt x="468" y="699"/>
                    <a:pt x="470" y="720"/>
                  </a:cubicBezTo>
                  <a:cubicBezTo>
                    <a:pt x="484" y="718"/>
                    <a:pt x="509" y="727"/>
                    <a:pt x="514" y="715"/>
                  </a:cubicBezTo>
                  <a:cubicBezTo>
                    <a:pt x="506" y="711"/>
                    <a:pt x="491" y="714"/>
                    <a:pt x="481" y="714"/>
                  </a:cubicBezTo>
                  <a:close/>
                  <a:moveTo>
                    <a:pt x="415" y="465"/>
                  </a:moveTo>
                  <a:cubicBezTo>
                    <a:pt x="469" y="406"/>
                    <a:pt x="550" y="477"/>
                    <a:pt x="628" y="461"/>
                  </a:cubicBezTo>
                  <a:cubicBezTo>
                    <a:pt x="577" y="425"/>
                    <a:pt x="517" y="400"/>
                    <a:pt x="478" y="353"/>
                  </a:cubicBezTo>
                  <a:cubicBezTo>
                    <a:pt x="496" y="360"/>
                    <a:pt x="518" y="363"/>
                    <a:pt x="545" y="362"/>
                  </a:cubicBezTo>
                  <a:cubicBezTo>
                    <a:pt x="511" y="318"/>
                    <a:pt x="456" y="287"/>
                    <a:pt x="441" y="229"/>
                  </a:cubicBezTo>
                  <a:cubicBezTo>
                    <a:pt x="454" y="233"/>
                    <a:pt x="465" y="237"/>
                    <a:pt x="483" y="237"/>
                  </a:cubicBezTo>
                  <a:cubicBezTo>
                    <a:pt x="468" y="213"/>
                    <a:pt x="453" y="189"/>
                    <a:pt x="441" y="162"/>
                  </a:cubicBezTo>
                  <a:cubicBezTo>
                    <a:pt x="429" y="137"/>
                    <a:pt x="420" y="108"/>
                    <a:pt x="408" y="80"/>
                  </a:cubicBezTo>
                  <a:cubicBezTo>
                    <a:pt x="397" y="134"/>
                    <a:pt x="370" y="184"/>
                    <a:pt x="346" y="220"/>
                  </a:cubicBezTo>
                  <a:cubicBezTo>
                    <a:pt x="343" y="225"/>
                    <a:pt x="337" y="231"/>
                    <a:pt x="340" y="237"/>
                  </a:cubicBezTo>
                  <a:cubicBezTo>
                    <a:pt x="357" y="237"/>
                    <a:pt x="368" y="233"/>
                    <a:pt x="381" y="229"/>
                  </a:cubicBezTo>
                  <a:cubicBezTo>
                    <a:pt x="359" y="287"/>
                    <a:pt x="313" y="319"/>
                    <a:pt x="275" y="360"/>
                  </a:cubicBezTo>
                  <a:cubicBezTo>
                    <a:pt x="302" y="361"/>
                    <a:pt x="325" y="360"/>
                    <a:pt x="344" y="353"/>
                  </a:cubicBezTo>
                  <a:cubicBezTo>
                    <a:pt x="344" y="355"/>
                    <a:pt x="344" y="355"/>
                    <a:pt x="344" y="355"/>
                  </a:cubicBezTo>
                  <a:cubicBezTo>
                    <a:pt x="343" y="355"/>
                    <a:pt x="342" y="355"/>
                    <a:pt x="342" y="357"/>
                  </a:cubicBezTo>
                  <a:cubicBezTo>
                    <a:pt x="304" y="391"/>
                    <a:pt x="258" y="423"/>
                    <a:pt x="211" y="446"/>
                  </a:cubicBezTo>
                  <a:cubicBezTo>
                    <a:pt x="204" y="449"/>
                    <a:pt x="195" y="453"/>
                    <a:pt x="192" y="461"/>
                  </a:cubicBezTo>
                  <a:cubicBezTo>
                    <a:pt x="266" y="473"/>
                    <a:pt x="357" y="410"/>
                    <a:pt x="415" y="465"/>
                  </a:cubicBezTo>
                  <a:close/>
                  <a:moveTo>
                    <a:pt x="450" y="532"/>
                  </a:moveTo>
                  <a:cubicBezTo>
                    <a:pt x="525" y="532"/>
                    <a:pt x="601" y="532"/>
                    <a:pt x="677" y="532"/>
                  </a:cubicBezTo>
                  <a:cubicBezTo>
                    <a:pt x="670" y="517"/>
                    <a:pt x="659" y="505"/>
                    <a:pt x="649" y="492"/>
                  </a:cubicBezTo>
                  <a:cubicBezTo>
                    <a:pt x="572" y="496"/>
                    <a:pt x="480" y="424"/>
                    <a:pt x="413" y="482"/>
                  </a:cubicBezTo>
                  <a:cubicBezTo>
                    <a:pt x="357" y="433"/>
                    <a:pt x="277" y="479"/>
                    <a:pt x="217" y="489"/>
                  </a:cubicBezTo>
                  <a:cubicBezTo>
                    <a:pt x="201" y="492"/>
                    <a:pt x="183" y="490"/>
                    <a:pt x="172" y="495"/>
                  </a:cubicBezTo>
                  <a:cubicBezTo>
                    <a:pt x="159" y="500"/>
                    <a:pt x="151" y="523"/>
                    <a:pt x="145" y="532"/>
                  </a:cubicBezTo>
                  <a:cubicBezTo>
                    <a:pt x="222" y="532"/>
                    <a:pt x="299" y="532"/>
                    <a:pt x="377" y="532"/>
                  </a:cubicBezTo>
                  <a:cubicBezTo>
                    <a:pt x="377" y="539"/>
                    <a:pt x="374" y="542"/>
                    <a:pt x="375" y="551"/>
                  </a:cubicBezTo>
                  <a:cubicBezTo>
                    <a:pt x="401" y="551"/>
                    <a:pt x="425" y="551"/>
                    <a:pt x="450" y="551"/>
                  </a:cubicBezTo>
                  <a:cubicBezTo>
                    <a:pt x="451" y="544"/>
                    <a:pt x="445" y="537"/>
                    <a:pt x="450" y="532"/>
                  </a:cubicBezTo>
                  <a:close/>
                  <a:moveTo>
                    <a:pt x="794" y="0"/>
                  </a:moveTo>
                  <a:cubicBezTo>
                    <a:pt x="794" y="208"/>
                    <a:pt x="813" y="432"/>
                    <a:pt x="749" y="575"/>
                  </a:cubicBezTo>
                  <a:cubicBezTo>
                    <a:pt x="686" y="721"/>
                    <a:pt x="550" y="780"/>
                    <a:pt x="408" y="846"/>
                  </a:cubicBezTo>
                  <a:cubicBezTo>
                    <a:pt x="265" y="782"/>
                    <a:pt x="132" y="721"/>
                    <a:pt x="66" y="579"/>
                  </a:cubicBezTo>
                  <a:cubicBezTo>
                    <a:pt x="0" y="437"/>
                    <a:pt x="23" y="215"/>
                    <a:pt x="18" y="5"/>
                  </a:cubicBezTo>
                  <a:cubicBezTo>
                    <a:pt x="18" y="1"/>
                    <a:pt x="19" y="0"/>
                    <a:pt x="22" y="0"/>
                  </a:cubicBezTo>
                  <a:cubicBezTo>
                    <a:pt x="280" y="0"/>
                    <a:pt x="538" y="0"/>
                    <a:pt x="794" y="0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0" name="Freeform 25">
              <a:extLst>
                <a:ext uri="{FF2B5EF4-FFF2-40B4-BE49-F238E27FC236}">
                  <a16:creationId xmlns:a16="http://schemas.microsoft.com/office/drawing/2014/main" id="{1113EAA8-B1BC-54F6-3B24-E7F027ADC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3010" y="5166360"/>
              <a:ext cx="269875" cy="298450"/>
            </a:xfrm>
            <a:custGeom>
              <a:avLst/>
              <a:gdLst>
                <a:gd name="T0" fmla="*/ 74 w 104"/>
                <a:gd name="T1" fmla="*/ 15 h 115"/>
                <a:gd name="T2" fmla="*/ 96 w 104"/>
                <a:gd name="T3" fmla="*/ 115 h 115"/>
                <a:gd name="T4" fmla="*/ 17 w 104"/>
                <a:gd name="T5" fmla="*/ 64 h 115"/>
                <a:gd name="T6" fmla="*/ 0 w 104"/>
                <a:gd name="T7" fmla="*/ 67 h 115"/>
                <a:gd name="T8" fmla="*/ 25 w 104"/>
                <a:gd name="T9" fmla="*/ 50 h 115"/>
                <a:gd name="T10" fmla="*/ 84 w 104"/>
                <a:gd name="T11" fmla="*/ 88 h 115"/>
                <a:gd name="T12" fmla="*/ 66 w 104"/>
                <a:gd name="T13" fmla="*/ 21 h 115"/>
                <a:gd name="T14" fmla="*/ 50 w 104"/>
                <a:gd name="T15" fmla="*/ 28 h 115"/>
                <a:gd name="T16" fmla="*/ 75 w 104"/>
                <a:gd name="T17" fmla="*/ 0 h 115"/>
                <a:gd name="T18" fmla="*/ 74 w 104"/>
                <a:gd name="T19" fmla="*/ 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5">
                  <a:moveTo>
                    <a:pt x="74" y="15"/>
                  </a:moveTo>
                  <a:cubicBezTo>
                    <a:pt x="73" y="47"/>
                    <a:pt x="104" y="86"/>
                    <a:pt x="96" y="115"/>
                  </a:cubicBezTo>
                  <a:cubicBezTo>
                    <a:pt x="71" y="99"/>
                    <a:pt x="43" y="82"/>
                    <a:pt x="17" y="64"/>
                  </a:cubicBezTo>
                  <a:cubicBezTo>
                    <a:pt x="8" y="63"/>
                    <a:pt x="5" y="71"/>
                    <a:pt x="0" y="67"/>
                  </a:cubicBezTo>
                  <a:cubicBezTo>
                    <a:pt x="6" y="54"/>
                    <a:pt x="46" y="26"/>
                    <a:pt x="25" y="50"/>
                  </a:cubicBezTo>
                  <a:cubicBezTo>
                    <a:pt x="43" y="66"/>
                    <a:pt x="64" y="77"/>
                    <a:pt x="84" y="88"/>
                  </a:cubicBezTo>
                  <a:cubicBezTo>
                    <a:pt x="84" y="67"/>
                    <a:pt x="73" y="42"/>
                    <a:pt x="66" y="21"/>
                  </a:cubicBezTo>
                  <a:cubicBezTo>
                    <a:pt x="60" y="23"/>
                    <a:pt x="56" y="26"/>
                    <a:pt x="50" y="28"/>
                  </a:cubicBezTo>
                  <a:cubicBezTo>
                    <a:pt x="50" y="16"/>
                    <a:pt x="69" y="10"/>
                    <a:pt x="75" y="0"/>
                  </a:cubicBezTo>
                  <a:cubicBezTo>
                    <a:pt x="83" y="6"/>
                    <a:pt x="74" y="7"/>
                    <a:pt x="74" y="15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1" name="Freeform 26">
              <a:extLst>
                <a:ext uri="{FF2B5EF4-FFF2-40B4-BE49-F238E27FC236}">
                  <a16:creationId xmlns:a16="http://schemas.microsoft.com/office/drawing/2014/main" id="{CB2FACE7-4F4E-D7A0-4B14-BFB212822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010" y="5358448"/>
              <a:ext cx="204787" cy="273050"/>
            </a:xfrm>
            <a:custGeom>
              <a:avLst/>
              <a:gdLst>
                <a:gd name="T0" fmla="*/ 62 w 79"/>
                <a:gd name="T1" fmla="*/ 84 h 105"/>
                <a:gd name="T2" fmla="*/ 79 w 79"/>
                <a:gd name="T3" fmla="*/ 87 h 105"/>
                <a:gd name="T4" fmla="*/ 40 w 79"/>
                <a:gd name="T5" fmla="*/ 105 h 105"/>
                <a:gd name="T6" fmla="*/ 50 w 79"/>
                <a:gd name="T7" fmla="*/ 93 h 105"/>
                <a:gd name="T8" fmla="*/ 16 w 79"/>
                <a:gd name="T9" fmla="*/ 19 h 105"/>
                <a:gd name="T10" fmla="*/ 0 w 79"/>
                <a:gd name="T11" fmla="*/ 19 h 105"/>
                <a:gd name="T12" fmla="*/ 40 w 79"/>
                <a:gd name="T13" fmla="*/ 0 h 105"/>
                <a:gd name="T14" fmla="*/ 29 w 79"/>
                <a:gd name="T15" fmla="*/ 12 h 105"/>
                <a:gd name="T16" fmla="*/ 62 w 79"/>
                <a:gd name="T17" fmla="*/ 8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105">
                  <a:moveTo>
                    <a:pt x="62" y="84"/>
                  </a:moveTo>
                  <a:cubicBezTo>
                    <a:pt x="68" y="89"/>
                    <a:pt x="76" y="81"/>
                    <a:pt x="79" y="87"/>
                  </a:cubicBezTo>
                  <a:cubicBezTo>
                    <a:pt x="71" y="95"/>
                    <a:pt x="52" y="104"/>
                    <a:pt x="40" y="105"/>
                  </a:cubicBezTo>
                  <a:cubicBezTo>
                    <a:pt x="40" y="98"/>
                    <a:pt x="50" y="100"/>
                    <a:pt x="50" y="93"/>
                  </a:cubicBezTo>
                  <a:cubicBezTo>
                    <a:pt x="40" y="68"/>
                    <a:pt x="28" y="43"/>
                    <a:pt x="16" y="19"/>
                  </a:cubicBezTo>
                  <a:cubicBezTo>
                    <a:pt x="10" y="17"/>
                    <a:pt x="3" y="25"/>
                    <a:pt x="0" y="19"/>
                  </a:cubicBezTo>
                  <a:cubicBezTo>
                    <a:pt x="10" y="11"/>
                    <a:pt x="28" y="0"/>
                    <a:pt x="40" y="0"/>
                  </a:cubicBezTo>
                  <a:cubicBezTo>
                    <a:pt x="38" y="6"/>
                    <a:pt x="32" y="7"/>
                    <a:pt x="29" y="12"/>
                  </a:cubicBezTo>
                  <a:cubicBezTo>
                    <a:pt x="40" y="36"/>
                    <a:pt x="52" y="60"/>
                    <a:pt x="62" y="84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2" name="Freeform 27">
              <a:extLst>
                <a:ext uri="{FF2B5EF4-FFF2-40B4-BE49-F238E27FC236}">
                  <a16:creationId xmlns:a16="http://schemas.microsoft.com/office/drawing/2014/main" id="{8847B595-3F71-C621-588D-223F76363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148" y="5423535"/>
              <a:ext cx="314325" cy="342900"/>
            </a:xfrm>
            <a:custGeom>
              <a:avLst/>
              <a:gdLst>
                <a:gd name="T0" fmla="*/ 121 w 121"/>
                <a:gd name="T1" fmla="*/ 98 h 132"/>
                <a:gd name="T2" fmla="*/ 78 w 121"/>
                <a:gd name="T3" fmla="*/ 79 h 132"/>
                <a:gd name="T4" fmla="*/ 33 w 121"/>
                <a:gd name="T5" fmla="*/ 54 h 132"/>
                <a:gd name="T6" fmla="*/ 59 w 121"/>
                <a:gd name="T7" fmla="*/ 115 h 132"/>
                <a:gd name="T8" fmla="*/ 78 w 121"/>
                <a:gd name="T9" fmla="*/ 116 h 132"/>
                <a:gd name="T10" fmla="*/ 39 w 121"/>
                <a:gd name="T11" fmla="*/ 132 h 132"/>
                <a:gd name="T12" fmla="*/ 48 w 121"/>
                <a:gd name="T13" fmla="*/ 118 h 132"/>
                <a:gd name="T14" fmla="*/ 17 w 121"/>
                <a:gd name="T15" fmla="*/ 46 h 132"/>
                <a:gd name="T16" fmla="*/ 1 w 121"/>
                <a:gd name="T17" fmla="*/ 46 h 132"/>
                <a:gd name="T18" fmla="*/ 25 w 121"/>
                <a:gd name="T19" fmla="*/ 32 h 132"/>
                <a:gd name="T20" fmla="*/ 102 w 121"/>
                <a:gd name="T21" fmla="*/ 77 h 132"/>
                <a:gd name="T22" fmla="*/ 78 w 121"/>
                <a:gd name="T23" fmla="*/ 20 h 132"/>
                <a:gd name="T24" fmla="*/ 60 w 121"/>
                <a:gd name="T25" fmla="*/ 20 h 132"/>
                <a:gd name="T26" fmla="*/ 95 w 121"/>
                <a:gd name="T27" fmla="*/ 0 h 132"/>
                <a:gd name="T28" fmla="*/ 88 w 121"/>
                <a:gd name="T29" fmla="*/ 16 h 132"/>
                <a:gd name="T30" fmla="*/ 121 w 121"/>
                <a:gd name="T31" fmla="*/ 9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1" h="132">
                  <a:moveTo>
                    <a:pt x="121" y="98"/>
                  </a:moveTo>
                  <a:cubicBezTo>
                    <a:pt x="105" y="103"/>
                    <a:pt x="92" y="87"/>
                    <a:pt x="78" y="79"/>
                  </a:cubicBezTo>
                  <a:cubicBezTo>
                    <a:pt x="62" y="70"/>
                    <a:pt x="47" y="62"/>
                    <a:pt x="33" y="54"/>
                  </a:cubicBezTo>
                  <a:cubicBezTo>
                    <a:pt x="39" y="77"/>
                    <a:pt x="48" y="96"/>
                    <a:pt x="59" y="115"/>
                  </a:cubicBezTo>
                  <a:cubicBezTo>
                    <a:pt x="65" y="116"/>
                    <a:pt x="73" y="113"/>
                    <a:pt x="78" y="116"/>
                  </a:cubicBezTo>
                  <a:cubicBezTo>
                    <a:pt x="67" y="124"/>
                    <a:pt x="50" y="132"/>
                    <a:pt x="39" y="132"/>
                  </a:cubicBezTo>
                  <a:cubicBezTo>
                    <a:pt x="39" y="126"/>
                    <a:pt x="48" y="126"/>
                    <a:pt x="48" y="118"/>
                  </a:cubicBezTo>
                  <a:cubicBezTo>
                    <a:pt x="51" y="98"/>
                    <a:pt x="23" y="63"/>
                    <a:pt x="17" y="46"/>
                  </a:cubicBezTo>
                  <a:cubicBezTo>
                    <a:pt x="11" y="44"/>
                    <a:pt x="5" y="51"/>
                    <a:pt x="1" y="46"/>
                  </a:cubicBezTo>
                  <a:cubicBezTo>
                    <a:pt x="0" y="39"/>
                    <a:pt x="18" y="37"/>
                    <a:pt x="25" y="32"/>
                  </a:cubicBezTo>
                  <a:cubicBezTo>
                    <a:pt x="51" y="45"/>
                    <a:pt x="75" y="63"/>
                    <a:pt x="102" y="77"/>
                  </a:cubicBezTo>
                  <a:cubicBezTo>
                    <a:pt x="97" y="55"/>
                    <a:pt x="87" y="37"/>
                    <a:pt x="78" y="20"/>
                  </a:cubicBezTo>
                  <a:cubicBezTo>
                    <a:pt x="70" y="17"/>
                    <a:pt x="65" y="24"/>
                    <a:pt x="60" y="20"/>
                  </a:cubicBezTo>
                  <a:cubicBezTo>
                    <a:pt x="67" y="8"/>
                    <a:pt x="86" y="8"/>
                    <a:pt x="95" y="0"/>
                  </a:cubicBezTo>
                  <a:cubicBezTo>
                    <a:pt x="104" y="7"/>
                    <a:pt x="88" y="7"/>
                    <a:pt x="88" y="16"/>
                  </a:cubicBezTo>
                  <a:cubicBezTo>
                    <a:pt x="97" y="46"/>
                    <a:pt x="110" y="72"/>
                    <a:pt x="121" y="98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3" name="Freeform 28">
              <a:extLst>
                <a:ext uri="{FF2B5EF4-FFF2-40B4-BE49-F238E27FC236}">
                  <a16:creationId xmlns:a16="http://schemas.microsoft.com/office/drawing/2014/main" id="{D6CC2DCF-188B-BCF2-0A9D-2DDD3BC63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198" y="2524760"/>
              <a:ext cx="238125" cy="295275"/>
            </a:xfrm>
            <a:custGeom>
              <a:avLst/>
              <a:gdLst>
                <a:gd name="T0" fmla="*/ 74 w 92"/>
                <a:gd name="T1" fmla="*/ 19 h 114"/>
                <a:gd name="T2" fmla="*/ 71 w 92"/>
                <a:gd name="T3" fmla="*/ 114 h 114"/>
                <a:gd name="T4" fmla="*/ 65 w 92"/>
                <a:gd name="T5" fmla="*/ 100 h 114"/>
                <a:gd name="T6" fmla="*/ 3 w 92"/>
                <a:gd name="T7" fmla="*/ 79 h 114"/>
                <a:gd name="T8" fmla="*/ 69 w 92"/>
                <a:gd name="T9" fmla="*/ 83 h 114"/>
                <a:gd name="T10" fmla="*/ 51 w 92"/>
                <a:gd name="T11" fmla="*/ 66 h 114"/>
                <a:gd name="T12" fmla="*/ 2 w 92"/>
                <a:gd name="T13" fmla="*/ 52 h 114"/>
                <a:gd name="T14" fmla="*/ 69 w 92"/>
                <a:gd name="T15" fmla="*/ 54 h 114"/>
                <a:gd name="T16" fmla="*/ 2 w 92"/>
                <a:gd name="T17" fmla="*/ 24 h 114"/>
                <a:gd name="T18" fmla="*/ 62 w 92"/>
                <a:gd name="T19" fmla="*/ 23 h 114"/>
                <a:gd name="T20" fmla="*/ 74 w 92"/>
                <a:gd name="T21" fmla="*/ 1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4">
                  <a:moveTo>
                    <a:pt x="74" y="19"/>
                  </a:moveTo>
                  <a:cubicBezTo>
                    <a:pt x="88" y="36"/>
                    <a:pt x="92" y="103"/>
                    <a:pt x="71" y="114"/>
                  </a:cubicBezTo>
                  <a:cubicBezTo>
                    <a:pt x="63" y="114"/>
                    <a:pt x="64" y="107"/>
                    <a:pt x="65" y="100"/>
                  </a:cubicBezTo>
                  <a:cubicBezTo>
                    <a:pt x="51" y="86"/>
                    <a:pt x="14" y="99"/>
                    <a:pt x="3" y="79"/>
                  </a:cubicBezTo>
                  <a:cubicBezTo>
                    <a:pt x="24" y="65"/>
                    <a:pt x="49" y="83"/>
                    <a:pt x="69" y="83"/>
                  </a:cubicBezTo>
                  <a:cubicBezTo>
                    <a:pt x="73" y="69"/>
                    <a:pt x="58" y="69"/>
                    <a:pt x="51" y="66"/>
                  </a:cubicBezTo>
                  <a:cubicBezTo>
                    <a:pt x="36" y="61"/>
                    <a:pt x="14" y="62"/>
                    <a:pt x="2" y="52"/>
                  </a:cubicBezTo>
                  <a:cubicBezTo>
                    <a:pt x="14" y="31"/>
                    <a:pt x="49" y="52"/>
                    <a:pt x="69" y="54"/>
                  </a:cubicBezTo>
                  <a:cubicBezTo>
                    <a:pt x="65" y="24"/>
                    <a:pt x="22" y="36"/>
                    <a:pt x="2" y="24"/>
                  </a:cubicBezTo>
                  <a:cubicBezTo>
                    <a:pt x="0" y="0"/>
                    <a:pt x="48" y="18"/>
                    <a:pt x="62" y="23"/>
                  </a:cubicBezTo>
                  <a:cubicBezTo>
                    <a:pt x="68" y="24"/>
                    <a:pt x="70" y="13"/>
                    <a:pt x="74" y="19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4" name="Freeform 29">
              <a:extLst>
                <a:ext uri="{FF2B5EF4-FFF2-40B4-BE49-F238E27FC236}">
                  <a16:creationId xmlns:a16="http://schemas.microsoft.com/office/drawing/2014/main" id="{EB752082-84C0-E697-7DD8-C16F744194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0185" y="2210435"/>
              <a:ext cx="796925" cy="906463"/>
            </a:xfrm>
            <a:custGeom>
              <a:avLst/>
              <a:gdLst>
                <a:gd name="T0" fmla="*/ 220 w 307"/>
                <a:gd name="T1" fmla="*/ 268 h 349"/>
                <a:gd name="T2" fmla="*/ 111 w 307"/>
                <a:gd name="T3" fmla="*/ 268 h 349"/>
                <a:gd name="T4" fmla="*/ 220 w 307"/>
                <a:gd name="T5" fmla="*/ 268 h 349"/>
                <a:gd name="T6" fmla="*/ 173 w 307"/>
                <a:gd name="T7" fmla="*/ 123 h 349"/>
                <a:gd name="T8" fmla="*/ 194 w 307"/>
                <a:gd name="T9" fmla="*/ 123 h 349"/>
                <a:gd name="T10" fmla="*/ 162 w 307"/>
                <a:gd name="T11" fmla="*/ 45 h 349"/>
                <a:gd name="T12" fmla="*/ 137 w 307"/>
                <a:gd name="T13" fmla="*/ 123 h 349"/>
                <a:gd name="T14" fmla="*/ 156 w 307"/>
                <a:gd name="T15" fmla="*/ 123 h 349"/>
                <a:gd name="T16" fmla="*/ 168 w 307"/>
                <a:gd name="T17" fmla="*/ 105 h 349"/>
                <a:gd name="T18" fmla="*/ 173 w 307"/>
                <a:gd name="T19" fmla="*/ 123 h 349"/>
                <a:gd name="T20" fmla="*/ 253 w 307"/>
                <a:gd name="T21" fmla="*/ 300 h 349"/>
                <a:gd name="T22" fmla="*/ 286 w 307"/>
                <a:gd name="T23" fmla="*/ 257 h 349"/>
                <a:gd name="T24" fmla="*/ 45 w 307"/>
                <a:gd name="T25" fmla="*/ 259 h 349"/>
                <a:gd name="T26" fmla="*/ 79 w 307"/>
                <a:gd name="T27" fmla="*/ 300 h 349"/>
                <a:gd name="T28" fmla="*/ 109 w 307"/>
                <a:gd name="T29" fmla="*/ 294 h 349"/>
                <a:gd name="T30" fmla="*/ 83 w 307"/>
                <a:gd name="T31" fmla="*/ 264 h 349"/>
                <a:gd name="T32" fmla="*/ 178 w 307"/>
                <a:gd name="T33" fmla="*/ 244 h 349"/>
                <a:gd name="T34" fmla="*/ 248 w 307"/>
                <a:gd name="T35" fmla="*/ 266 h 349"/>
                <a:gd name="T36" fmla="*/ 222 w 307"/>
                <a:gd name="T37" fmla="*/ 291 h 349"/>
                <a:gd name="T38" fmla="*/ 253 w 307"/>
                <a:gd name="T39" fmla="*/ 300 h 349"/>
                <a:gd name="T40" fmla="*/ 274 w 307"/>
                <a:gd name="T41" fmla="*/ 75 h 349"/>
                <a:gd name="T42" fmla="*/ 302 w 307"/>
                <a:gd name="T43" fmla="*/ 133 h 349"/>
                <a:gd name="T44" fmla="*/ 264 w 307"/>
                <a:gd name="T45" fmla="*/ 85 h 349"/>
                <a:gd name="T46" fmla="*/ 187 w 307"/>
                <a:gd name="T47" fmla="*/ 47 h 349"/>
                <a:gd name="T48" fmla="*/ 210 w 307"/>
                <a:gd name="T49" fmla="*/ 121 h 349"/>
                <a:gd name="T50" fmla="*/ 175 w 307"/>
                <a:gd name="T51" fmla="*/ 139 h 349"/>
                <a:gd name="T52" fmla="*/ 173 w 307"/>
                <a:gd name="T53" fmla="*/ 173 h 349"/>
                <a:gd name="T54" fmla="*/ 225 w 307"/>
                <a:gd name="T55" fmla="*/ 175 h 349"/>
                <a:gd name="T56" fmla="*/ 173 w 307"/>
                <a:gd name="T57" fmla="*/ 188 h 349"/>
                <a:gd name="T58" fmla="*/ 166 w 307"/>
                <a:gd name="T59" fmla="*/ 219 h 349"/>
                <a:gd name="T60" fmla="*/ 305 w 307"/>
                <a:gd name="T61" fmla="*/ 250 h 349"/>
                <a:gd name="T62" fmla="*/ 256 w 307"/>
                <a:gd name="T63" fmla="*/ 318 h 349"/>
                <a:gd name="T64" fmla="*/ 192 w 307"/>
                <a:gd name="T65" fmla="*/ 338 h 349"/>
                <a:gd name="T66" fmla="*/ 232 w 307"/>
                <a:gd name="T67" fmla="*/ 312 h 349"/>
                <a:gd name="T68" fmla="*/ 183 w 307"/>
                <a:gd name="T69" fmla="*/ 304 h 349"/>
                <a:gd name="T70" fmla="*/ 181 w 307"/>
                <a:gd name="T71" fmla="*/ 343 h 349"/>
                <a:gd name="T72" fmla="*/ 132 w 307"/>
                <a:gd name="T73" fmla="*/ 334 h 349"/>
                <a:gd name="T74" fmla="*/ 168 w 307"/>
                <a:gd name="T75" fmla="*/ 330 h 349"/>
                <a:gd name="T76" fmla="*/ 166 w 307"/>
                <a:gd name="T77" fmla="*/ 304 h 349"/>
                <a:gd name="T78" fmla="*/ 100 w 307"/>
                <a:gd name="T79" fmla="*/ 311 h 349"/>
                <a:gd name="T80" fmla="*/ 123 w 307"/>
                <a:gd name="T81" fmla="*/ 334 h 349"/>
                <a:gd name="T82" fmla="*/ 25 w 307"/>
                <a:gd name="T83" fmla="*/ 252 h 349"/>
                <a:gd name="T84" fmla="*/ 161 w 307"/>
                <a:gd name="T85" fmla="*/ 221 h 349"/>
                <a:gd name="T86" fmla="*/ 157 w 307"/>
                <a:gd name="T87" fmla="*/ 191 h 349"/>
                <a:gd name="T88" fmla="*/ 104 w 307"/>
                <a:gd name="T89" fmla="*/ 182 h 349"/>
                <a:gd name="T90" fmla="*/ 156 w 307"/>
                <a:gd name="T91" fmla="*/ 173 h 349"/>
                <a:gd name="T92" fmla="*/ 157 w 307"/>
                <a:gd name="T93" fmla="*/ 140 h 349"/>
                <a:gd name="T94" fmla="*/ 104 w 307"/>
                <a:gd name="T95" fmla="*/ 132 h 349"/>
                <a:gd name="T96" fmla="*/ 121 w 307"/>
                <a:gd name="T97" fmla="*/ 123 h 349"/>
                <a:gd name="T98" fmla="*/ 144 w 307"/>
                <a:gd name="T99" fmla="*/ 51 h 349"/>
                <a:gd name="T100" fmla="*/ 34 w 307"/>
                <a:gd name="T101" fmla="*/ 143 h 349"/>
                <a:gd name="T102" fmla="*/ 95 w 307"/>
                <a:gd name="T103" fmla="*/ 140 h 349"/>
                <a:gd name="T104" fmla="*/ 28 w 307"/>
                <a:gd name="T105" fmla="*/ 173 h 349"/>
                <a:gd name="T106" fmla="*/ 95 w 307"/>
                <a:gd name="T107" fmla="*/ 171 h 349"/>
                <a:gd name="T108" fmla="*/ 28 w 307"/>
                <a:gd name="T109" fmla="*/ 204 h 349"/>
                <a:gd name="T110" fmla="*/ 91 w 307"/>
                <a:gd name="T111" fmla="*/ 201 h 349"/>
                <a:gd name="T112" fmla="*/ 33 w 307"/>
                <a:gd name="T113" fmla="*/ 221 h 349"/>
                <a:gd name="T114" fmla="*/ 28 w 307"/>
                <a:gd name="T115" fmla="*/ 239 h 349"/>
                <a:gd name="T116" fmla="*/ 12 w 307"/>
                <a:gd name="T117" fmla="*/ 213 h 349"/>
                <a:gd name="T118" fmla="*/ 150 w 307"/>
                <a:gd name="T119" fmla="*/ 29 h 349"/>
                <a:gd name="T120" fmla="*/ 177 w 307"/>
                <a:gd name="T121" fmla="*/ 29 h 349"/>
                <a:gd name="T122" fmla="*/ 274 w 307"/>
                <a:gd name="T123" fmla="*/ 75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7" h="349">
                  <a:moveTo>
                    <a:pt x="220" y="268"/>
                  </a:moveTo>
                  <a:cubicBezTo>
                    <a:pt x="190" y="258"/>
                    <a:pt x="144" y="258"/>
                    <a:pt x="111" y="268"/>
                  </a:cubicBezTo>
                  <a:cubicBezTo>
                    <a:pt x="129" y="292"/>
                    <a:pt x="201" y="292"/>
                    <a:pt x="220" y="268"/>
                  </a:cubicBezTo>
                  <a:close/>
                  <a:moveTo>
                    <a:pt x="173" y="123"/>
                  </a:moveTo>
                  <a:cubicBezTo>
                    <a:pt x="181" y="123"/>
                    <a:pt x="187" y="123"/>
                    <a:pt x="194" y="123"/>
                  </a:cubicBezTo>
                  <a:cubicBezTo>
                    <a:pt x="184" y="96"/>
                    <a:pt x="181" y="64"/>
                    <a:pt x="162" y="45"/>
                  </a:cubicBezTo>
                  <a:cubicBezTo>
                    <a:pt x="154" y="71"/>
                    <a:pt x="143" y="95"/>
                    <a:pt x="137" y="123"/>
                  </a:cubicBezTo>
                  <a:cubicBezTo>
                    <a:pt x="143" y="123"/>
                    <a:pt x="149" y="123"/>
                    <a:pt x="156" y="123"/>
                  </a:cubicBezTo>
                  <a:cubicBezTo>
                    <a:pt x="156" y="113"/>
                    <a:pt x="159" y="106"/>
                    <a:pt x="168" y="105"/>
                  </a:cubicBezTo>
                  <a:cubicBezTo>
                    <a:pt x="173" y="107"/>
                    <a:pt x="173" y="114"/>
                    <a:pt x="173" y="123"/>
                  </a:cubicBezTo>
                  <a:close/>
                  <a:moveTo>
                    <a:pt x="253" y="300"/>
                  </a:moveTo>
                  <a:cubicBezTo>
                    <a:pt x="266" y="288"/>
                    <a:pt x="278" y="276"/>
                    <a:pt x="286" y="257"/>
                  </a:cubicBezTo>
                  <a:cubicBezTo>
                    <a:pt x="219" y="230"/>
                    <a:pt x="105" y="229"/>
                    <a:pt x="45" y="259"/>
                  </a:cubicBezTo>
                  <a:cubicBezTo>
                    <a:pt x="54" y="276"/>
                    <a:pt x="67" y="287"/>
                    <a:pt x="79" y="300"/>
                  </a:cubicBezTo>
                  <a:cubicBezTo>
                    <a:pt x="90" y="299"/>
                    <a:pt x="96" y="292"/>
                    <a:pt x="109" y="294"/>
                  </a:cubicBezTo>
                  <a:cubicBezTo>
                    <a:pt x="105" y="280"/>
                    <a:pt x="85" y="281"/>
                    <a:pt x="83" y="264"/>
                  </a:cubicBezTo>
                  <a:cubicBezTo>
                    <a:pt x="100" y="247"/>
                    <a:pt x="143" y="242"/>
                    <a:pt x="178" y="244"/>
                  </a:cubicBezTo>
                  <a:cubicBezTo>
                    <a:pt x="205" y="247"/>
                    <a:pt x="238" y="249"/>
                    <a:pt x="248" y="266"/>
                  </a:cubicBezTo>
                  <a:cubicBezTo>
                    <a:pt x="244" y="280"/>
                    <a:pt x="228" y="281"/>
                    <a:pt x="222" y="291"/>
                  </a:cubicBezTo>
                  <a:cubicBezTo>
                    <a:pt x="232" y="294"/>
                    <a:pt x="243" y="297"/>
                    <a:pt x="253" y="300"/>
                  </a:cubicBezTo>
                  <a:close/>
                  <a:moveTo>
                    <a:pt x="274" y="75"/>
                  </a:moveTo>
                  <a:cubicBezTo>
                    <a:pt x="287" y="88"/>
                    <a:pt x="307" y="110"/>
                    <a:pt x="302" y="133"/>
                  </a:cubicBezTo>
                  <a:cubicBezTo>
                    <a:pt x="283" y="125"/>
                    <a:pt x="278" y="100"/>
                    <a:pt x="264" y="85"/>
                  </a:cubicBezTo>
                  <a:cubicBezTo>
                    <a:pt x="244" y="64"/>
                    <a:pt x="217" y="57"/>
                    <a:pt x="187" y="47"/>
                  </a:cubicBezTo>
                  <a:cubicBezTo>
                    <a:pt x="192" y="75"/>
                    <a:pt x="204" y="94"/>
                    <a:pt x="210" y="121"/>
                  </a:cubicBezTo>
                  <a:cubicBezTo>
                    <a:pt x="252" y="134"/>
                    <a:pt x="201" y="145"/>
                    <a:pt x="175" y="139"/>
                  </a:cubicBezTo>
                  <a:cubicBezTo>
                    <a:pt x="171" y="147"/>
                    <a:pt x="175" y="162"/>
                    <a:pt x="173" y="173"/>
                  </a:cubicBezTo>
                  <a:cubicBezTo>
                    <a:pt x="187" y="177"/>
                    <a:pt x="210" y="168"/>
                    <a:pt x="225" y="175"/>
                  </a:cubicBezTo>
                  <a:cubicBezTo>
                    <a:pt x="225" y="202"/>
                    <a:pt x="197" y="185"/>
                    <a:pt x="173" y="188"/>
                  </a:cubicBezTo>
                  <a:cubicBezTo>
                    <a:pt x="173" y="202"/>
                    <a:pt x="175" y="215"/>
                    <a:pt x="166" y="219"/>
                  </a:cubicBezTo>
                  <a:cubicBezTo>
                    <a:pt x="220" y="223"/>
                    <a:pt x="271" y="226"/>
                    <a:pt x="305" y="250"/>
                  </a:cubicBezTo>
                  <a:cubicBezTo>
                    <a:pt x="297" y="277"/>
                    <a:pt x="278" y="302"/>
                    <a:pt x="256" y="318"/>
                  </a:cubicBezTo>
                  <a:cubicBezTo>
                    <a:pt x="239" y="330"/>
                    <a:pt x="215" y="342"/>
                    <a:pt x="192" y="338"/>
                  </a:cubicBezTo>
                  <a:cubicBezTo>
                    <a:pt x="192" y="315"/>
                    <a:pt x="222" y="325"/>
                    <a:pt x="232" y="312"/>
                  </a:cubicBezTo>
                  <a:cubicBezTo>
                    <a:pt x="220" y="305"/>
                    <a:pt x="201" y="305"/>
                    <a:pt x="183" y="304"/>
                  </a:cubicBezTo>
                  <a:cubicBezTo>
                    <a:pt x="182" y="311"/>
                    <a:pt x="187" y="335"/>
                    <a:pt x="181" y="343"/>
                  </a:cubicBezTo>
                  <a:cubicBezTo>
                    <a:pt x="166" y="349"/>
                    <a:pt x="129" y="347"/>
                    <a:pt x="132" y="334"/>
                  </a:cubicBezTo>
                  <a:cubicBezTo>
                    <a:pt x="134" y="323"/>
                    <a:pt x="154" y="330"/>
                    <a:pt x="168" y="330"/>
                  </a:cubicBezTo>
                  <a:cubicBezTo>
                    <a:pt x="168" y="321"/>
                    <a:pt x="168" y="311"/>
                    <a:pt x="166" y="304"/>
                  </a:cubicBezTo>
                  <a:cubicBezTo>
                    <a:pt x="140" y="302"/>
                    <a:pt x="120" y="306"/>
                    <a:pt x="100" y="311"/>
                  </a:cubicBezTo>
                  <a:cubicBezTo>
                    <a:pt x="105" y="321"/>
                    <a:pt x="129" y="318"/>
                    <a:pt x="123" y="334"/>
                  </a:cubicBezTo>
                  <a:cubicBezTo>
                    <a:pt x="76" y="330"/>
                    <a:pt x="44" y="294"/>
                    <a:pt x="25" y="252"/>
                  </a:cubicBezTo>
                  <a:cubicBezTo>
                    <a:pt x="57" y="228"/>
                    <a:pt x="109" y="224"/>
                    <a:pt x="161" y="221"/>
                  </a:cubicBezTo>
                  <a:cubicBezTo>
                    <a:pt x="161" y="216"/>
                    <a:pt x="155" y="204"/>
                    <a:pt x="157" y="191"/>
                  </a:cubicBezTo>
                  <a:cubicBezTo>
                    <a:pt x="142" y="182"/>
                    <a:pt x="111" y="200"/>
                    <a:pt x="104" y="182"/>
                  </a:cubicBezTo>
                  <a:cubicBezTo>
                    <a:pt x="109" y="164"/>
                    <a:pt x="139" y="178"/>
                    <a:pt x="156" y="173"/>
                  </a:cubicBezTo>
                  <a:cubicBezTo>
                    <a:pt x="160" y="166"/>
                    <a:pt x="156" y="151"/>
                    <a:pt x="157" y="140"/>
                  </a:cubicBezTo>
                  <a:cubicBezTo>
                    <a:pt x="138" y="133"/>
                    <a:pt x="113" y="151"/>
                    <a:pt x="104" y="132"/>
                  </a:cubicBezTo>
                  <a:cubicBezTo>
                    <a:pt x="105" y="124"/>
                    <a:pt x="112" y="123"/>
                    <a:pt x="121" y="123"/>
                  </a:cubicBezTo>
                  <a:cubicBezTo>
                    <a:pt x="124" y="95"/>
                    <a:pt x="137" y="76"/>
                    <a:pt x="144" y="51"/>
                  </a:cubicBezTo>
                  <a:cubicBezTo>
                    <a:pt x="88" y="54"/>
                    <a:pt x="52" y="94"/>
                    <a:pt x="34" y="143"/>
                  </a:cubicBezTo>
                  <a:cubicBezTo>
                    <a:pt x="52" y="142"/>
                    <a:pt x="83" y="124"/>
                    <a:pt x="95" y="140"/>
                  </a:cubicBezTo>
                  <a:cubicBezTo>
                    <a:pt x="83" y="162"/>
                    <a:pt x="34" y="142"/>
                    <a:pt x="28" y="173"/>
                  </a:cubicBezTo>
                  <a:cubicBezTo>
                    <a:pt x="41" y="177"/>
                    <a:pt x="79" y="152"/>
                    <a:pt x="95" y="171"/>
                  </a:cubicBezTo>
                  <a:cubicBezTo>
                    <a:pt x="83" y="192"/>
                    <a:pt x="30" y="172"/>
                    <a:pt x="28" y="204"/>
                  </a:cubicBezTo>
                  <a:cubicBezTo>
                    <a:pt x="43" y="206"/>
                    <a:pt x="76" y="183"/>
                    <a:pt x="91" y="201"/>
                  </a:cubicBezTo>
                  <a:cubicBezTo>
                    <a:pt x="84" y="220"/>
                    <a:pt x="45" y="207"/>
                    <a:pt x="33" y="221"/>
                  </a:cubicBezTo>
                  <a:cubicBezTo>
                    <a:pt x="30" y="225"/>
                    <a:pt x="35" y="238"/>
                    <a:pt x="28" y="239"/>
                  </a:cubicBezTo>
                  <a:cubicBezTo>
                    <a:pt x="16" y="237"/>
                    <a:pt x="13" y="223"/>
                    <a:pt x="12" y="213"/>
                  </a:cubicBezTo>
                  <a:cubicBezTo>
                    <a:pt x="0" y="105"/>
                    <a:pt x="69" y="44"/>
                    <a:pt x="150" y="29"/>
                  </a:cubicBezTo>
                  <a:cubicBezTo>
                    <a:pt x="155" y="9"/>
                    <a:pt x="176" y="0"/>
                    <a:pt x="177" y="29"/>
                  </a:cubicBezTo>
                  <a:cubicBezTo>
                    <a:pt x="214" y="35"/>
                    <a:pt x="250" y="51"/>
                    <a:pt x="274" y="75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5" name="Freeform 30">
              <a:extLst>
                <a:ext uri="{FF2B5EF4-FFF2-40B4-BE49-F238E27FC236}">
                  <a16:creationId xmlns:a16="http://schemas.microsoft.com/office/drawing/2014/main" id="{A579D0CD-B52B-5ECE-3128-0C4ECBF10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698" y="5542598"/>
              <a:ext cx="265112" cy="306388"/>
            </a:xfrm>
            <a:custGeom>
              <a:avLst/>
              <a:gdLst>
                <a:gd name="T0" fmla="*/ 100 w 102"/>
                <a:gd name="T1" fmla="*/ 5 h 118"/>
                <a:gd name="T2" fmla="*/ 89 w 102"/>
                <a:gd name="T3" fmla="*/ 13 h 118"/>
                <a:gd name="T4" fmla="*/ 86 w 102"/>
                <a:gd name="T5" fmla="*/ 83 h 118"/>
                <a:gd name="T6" fmla="*/ 21 w 102"/>
                <a:gd name="T7" fmla="*/ 99 h 118"/>
                <a:gd name="T8" fmla="*/ 12 w 102"/>
                <a:gd name="T9" fmla="*/ 16 h 118"/>
                <a:gd name="T10" fmla="*/ 0 w 102"/>
                <a:gd name="T11" fmla="*/ 8 h 118"/>
                <a:gd name="T12" fmla="*/ 42 w 102"/>
                <a:gd name="T13" fmla="*/ 5 h 118"/>
                <a:gd name="T14" fmla="*/ 30 w 102"/>
                <a:gd name="T15" fmla="*/ 13 h 118"/>
                <a:gd name="T16" fmla="*/ 48 w 102"/>
                <a:gd name="T17" fmla="*/ 99 h 118"/>
                <a:gd name="T18" fmla="*/ 74 w 102"/>
                <a:gd name="T19" fmla="*/ 13 h 118"/>
                <a:gd name="T20" fmla="*/ 61 w 102"/>
                <a:gd name="T21" fmla="*/ 8 h 118"/>
                <a:gd name="T22" fmla="*/ 100 w 102"/>
                <a:gd name="T23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" h="118">
                  <a:moveTo>
                    <a:pt x="100" y="5"/>
                  </a:moveTo>
                  <a:cubicBezTo>
                    <a:pt x="102" y="13"/>
                    <a:pt x="91" y="9"/>
                    <a:pt x="89" y="13"/>
                  </a:cubicBezTo>
                  <a:cubicBezTo>
                    <a:pt x="78" y="33"/>
                    <a:pt x="91" y="61"/>
                    <a:pt x="86" y="83"/>
                  </a:cubicBezTo>
                  <a:cubicBezTo>
                    <a:pt x="80" y="107"/>
                    <a:pt x="39" y="118"/>
                    <a:pt x="21" y="99"/>
                  </a:cubicBezTo>
                  <a:cubicBezTo>
                    <a:pt x="1" y="80"/>
                    <a:pt x="23" y="45"/>
                    <a:pt x="12" y="16"/>
                  </a:cubicBezTo>
                  <a:cubicBezTo>
                    <a:pt x="11" y="9"/>
                    <a:pt x="3" y="12"/>
                    <a:pt x="0" y="8"/>
                  </a:cubicBezTo>
                  <a:cubicBezTo>
                    <a:pt x="8" y="0"/>
                    <a:pt x="33" y="4"/>
                    <a:pt x="42" y="5"/>
                  </a:cubicBezTo>
                  <a:cubicBezTo>
                    <a:pt x="43" y="13"/>
                    <a:pt x="32" y="9"/>
                    <a:pt x="30" y="13"/>
                  </a:cubicBezTo>
                  <a:cubicBezTo>
                    <a:pt x="28" y="43"/>
                    <a:pt x="20" y="95"/>
                    <a:pt x="48" y="99"/>
                  </a:cubicBezTo>
                  <a:cubicBezTo>
                    <a:pt x="83" y="105"/>
                    <a:pt x="85" y="48"/>
                    <a:pt x="74" y="13"/>
                  </a:cubicBezTo>
                  <a:cubicBezTo>
                    <a:pt x="71" y="9"/>
                    <a:pt x="61" y="13"/>
                    <a:pt x="61" y="8"/>
                  </a:cubicBezTo>
                  <a:cubicBezTo>
                    <a:pt x="67" y="0"/>
                    <a:pt x="92" y="4"/>
                    <a:pt x="100" y="5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6" name="Freeform 31">
              <a:extLst>
                <a:ext uri="{FF2B5EF4-FFF2-40B4-BE49-F238E27FC236}">
                  <a16:creationId xmlns:a16="http://schemas.microsoft.com/office/drawing/2014/main" id="{18784BCF-A725-3ABD-F6A0-0E2C99305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685" y="4912360"/>
              <a:ext cx="98425" cy="196850"/>
            </a:xfrm>
            <a:custGeom>
              <a:avLst/>
              <a:gdLst>
                <a:gd name="T0" fmla="*/ 27 w 38"/>
                <a:gd name="T1" fmla="*/ 12 h 76"/>
                <a:gd name="T2" fmla="*/ 11 w 38"/>
                <a:gd name="T3" fmla="*/ 65 h 76"/>
                <a:gd name="T4" fmla="*/ 27 w 38"/>
                <a:gd name="T5" fmla="*/ 1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6">
                  <a:moveTo>
                    <a:pt x="27" y="12"/>
                  </a:moveTo>
                  <a:cubicBezTo>
                    <a:pt x="35" y="26"/>
                    <a:pt x="38" y="76"/>
                    <a:pt x="11" y="65"/>
                  </a:cubicBezTo>
                  <a:cubicBezTo>
                    <a:pt x="2" y="51"/>
                    <a:pt x="0" y="0"/>
                    <a:pt x="27" y="12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7" name="Freeform 32">
              <a:extLst>
                <a:ext uri="{FF2B5EF4-FFF2-40B4-BE49-F238E27FC236}">
                  <a16:creationId xmlns:a16="http://schemas.microsoft.com/office/drawing/2014/main" id="{150DEFEC-500E-F1BC-CF2B-BDACE97E1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235" y="4909185"/>
              <a:ext cx="98425" cy="127000"/>
            </a:xfrm>
            <a:custGeom>
              <a:avLst/>
              <a:gdLst>
                <a:gd name="T0" fmla="*/ 32 w 38"/>
                <a:gd name="T1" fmla="*/ 13 h 49"/>
                <a:gd name="T2" fmla="*/ 30 w 38"/>
                <a:gd name="T3" fmla="*/ 42 h 49"/>
                <a:gd name="T4" fmla="*/ 32 w 38"/>
                <a:gd name="T5" fmla="*/ 1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49">
                  <a:moveTo>
                    <a:pt x="32" y="13"/>
                  </a:moveTo>
                  <a:cubicBezTo>
                    <a:pt x="38" y="23"/>
                    <a:pt x="38" y="34"/>
                    <a:pt x="30" y="42"/>
                  </a:cubicBezTo>
                  <a:cubicBezTo>
                    <a:pt x="0" y="49"/>
                    <a:pt x="7" y="0"/>
                    <a:pt x="32" y="13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8" name="Freeform 33">
              <a:extLst>
                <a:ext uri="{FF2B5EF4-FFF2-40B4-BE49-F238E27FC236}">
                  <a16:creationId xmlns:a16="http://schemas.microsoft.com/office/drawing/2014/main" id="{22F2B0CB-454C-0A2C-E4D1-9FE8FE5A7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735" y="5240973"/>
              <a:ext cx="273050" cy="349250"/>
            </a:xfrm>
            <a:custGeom>
              <a:avLst/>
              <a:gdLst>
                <a:gd name="T0" fmla="*/ 96 w 105"/>
                <a:gd name="T1" fmla="*/ 51 h 134"/>
                <a:gd name="T2" fmla="*/ 105 w 105"/>
                <a:gd name="T3" fmla="*/ 51 h 134"/>
                <a:gd name="T4" fmla="*/ 85 w 105"/>
                <a:gd name="T5" fmla="*/ 81 h 134"/>
                <a:gd name="T6" fmla="*/ 73 w 105"/>
                <a:gd name="T7" fmla="*/ 33 h 134"/>
                <a:gd name="T8" fmla="*/ 15 w 105"/>
                <a:gd name="T9" fmla="*/ 81 h 134"/>
                <a:gd name="T10" fmla="*/ 60 w 105"/>
                <a:gd name="T11" fmla="*/ 97 h 134"/>
                <a:gd name="T12" fmla="*/ 51 w 105"/>
                <a:gd name="T13" fmla="*/ 81 h 134"/>
                <a:gd name="T14" fmla="*/ 87 w 105"/>
                <a:gd name="T15" fmla="*/ 107 h 134"/>
                <a:gd name="T16" fmla="*/ 76 w 105"/>
                <a:gd name="T17" fmla="*/ 106 h 134"/>
                <a:gd name="T18" fmla="*/ 56 w 105"/>
                <a:gd name="T19" fmla="*/ 132 h 134"/>
                <a:gd name="T20" fmla="*/ 1 w 105"/>
                <a:gd name="T21" fmla="*/ 77 h 134"/>
                <a:gd name="T22" fmla="*/ 96 w 105"/>
                <a:gd name="T23" fmla="*/ 5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5" h="134">
                  <a:moveTo>
                    <a:pt x="96" y="51"/>
                  </a:moveTo>
                  <a:cubicBezTo>
                    <a:pt x="100" y="51"/>
                    <a:pt x="101" y="47"/>
                    <a:pt x="105" y="51"/>
                  </a:cubicBezTo>
                  <a:cubicBezTo>
                    <a:pt x="104" y="59"/>
                    <a:pt x="95" y="75"/>
                    <a:pt x="85" y="81"/>
                  </a:cubicBezTo>
                  <a:cubicBezTo>
                    <a:pt x="88" y="64"/>
                    <a:pt x="89" y="39"/>
                    <a:pt x="73" y="33"/>
                  </a:cubicBezTo>
                  <a:cubicBezTo>
                    <a:pt x="51" y="23"/>
                    <a:pt x="17" y="52"/>
                    <a:pt x="15" y="81"/>
                  </a:cubicBezTo>
                  <a:cubicBezTo>
                    <a:pt x="12" y="114"/>
                    <a:pt x="51" y="134"/>
                    <a:pt x="60" y="97"/>
                  </a:cubicBezTo>
                  <a:cubicBezTo>
                    <a:pt x="60" y="88"/>
                    <a:pt x="49" y="91"/>
                    <a:pt x="51" y="81"/>
                  </a:cubicBezTo>
                  <a:cubicBezTo>
                    <a:pt x="63" y="88"/>
                    <a:pt x="78" y="95"/>
                    <a:pt x="87" y="107"/>
                  </a:cubicBezTo>
                  <a:cubicBezTo>
                    <a:pt x="83" y="113"/>
                    <a:pt x="81" y="105"/>
                    <a:pt x="76" y="106"/>
                  </a:cubicBezTo>
                  <a:cubicBezTo>
                    <a:pt x="66" y="111"/>
                    <a:pt x="62" y="123"/>
                    <a:pt x="56" y="132"/>
                  </a:cubicBezTo>
                  <a:cubicBezTo>
                    <a:pt x="27" y="124"/>
                    <a:pt x="1" y="110"/>
                    <a:pt x="1" y="77"/>
                  </a:cubicBezTo>
                  <a:cubicBezTo>
                    <a:pt x="0" y="25"/>
                    <a:pt x="73" y="0"/>
                    <a:pt x="96" y="51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9" name="Freeform 34">
              <a:extLst>
                <a:ext uri="{FF2B5EF4-FFF2-40B4-BE49-F238E27FC236}">
                  <a16:creationId xmlns:a16="http://schemas.microsoft.com/office/drawing/2014/main" id="{34988525-1D85-232C-6F51-5C9F440F58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15148" y="2423160"/>
              <a:ext cx="771525" cy="731838"/>
            </a:xfrm>
            <a:custGeom>
              <a:avLst/>
              <a:gdLst>
                <a:gd name="T0" fmla="*/ 26 w 297"/>
                <a:gd name="T1" fmla="*/ 174 h 282"/>
                <a:gd name="T2" fmla="*/ 40 w 297"/>
                <a:gd name="T3" fmla="*/ 158 h 282"/>
                <a:gd name="T4" fmla="*/ 24 w 297"/>
                <a:gd name="T5" fmla="*/ 158 h 282"/>
                <a:gd name="T6" fmla="*/ 73 w 297"/>
                <a:gd name="T7" fmla="*/ 171 h 282"/>
                <a:gd name="T8" fmla="*/ 35 w 297"/>
                <a:gd name="T9" fmla="*/ 234 h 282"/>
                <a:gd name="T10" fmla="*/ 53 w 297"/>
                <a:gd name="T11" fmla="*/ 180 h 282"/>
                <a:gd name="T12" fmla="*/ 80 w 297"/>
                <a:gd name="T13" fmla="*/ 127 h 282"/>
                <a:gd name="T14" fmla="*/ 59 w 297"/>
                <a:gd name="T15" fmla="*/ 141 h 282"/>
                <a:gd name="T16" fmla="*/ 101 w 297"/>
                <a:gd name="T17" fmla="*/ 136 h 282"/>
                <a:gd name="T18" fmla="*/ 101 w 297"/>
                <a:gd name="T19" fmla="*/ 136 h 282"/>
                <a:gd name="T20" fmla="*/ 126 w 297"/>
                <a:gd name="T21" fmla="*/ 139 h 282"/>
                <a:gd name="T22" fmla="*/ 134 w 297"/>
                <a:gd name="T23" fmla="*/ 161 h 282"/>
                <a:gd name="T24" fmla="*/ 134 w 297"/>
                <a:gd name="T25" fmla="*/ 161 h 282"/>
                <a:gd name="T26" fmla="*/ 151 w 297"/>
                <a:gd name="T27" fmla="*/ 27 h 282"/>
                <a:gd name="T28" fmla="*/ 157 w 297"/>
                <a:gd name="T29" fmla="*/ 239 h 282"/>
                <a:gd name="T30" fmla="*/ 163 w 297"/>
                <a:gd name="T31" fmla="*/ 200 h 282"/>
                <a:gd name="T32" fmla="*/ 139 w 297"/>
                <a:gd name="T33" fmla="*/ 218 h 282"/>
                <a:gd name="T34" fmla="*/ 156 w 297"/>
                <a:gd name="T35" fmla="*/ 227 h 282"/>
                <a:gd name="T36" fmla="*/ 173 w 297"/>
                <a:gd name="T37" fmla="*/ 39 h 282"/>
                <a:gd name="T38" fmla="*/ 173 w 297"/>
                <a:gd name="T39" fmla="*/ 39 h 282"/>
                <a:gd name="T40" fmla="*/ 173 w 297"/>
                <a:gd name="T41" fmla="*/ 58 h 282"/>
                <a:gd name="T42" fmla="*/ 157 w 297"/>
                <a:gd name="T43" fmla="*/ 191 h 282"/>
                <a:gd name="T44" fmla="*/ 143 w 297"/>
                <a:gd name="T45" fmla="*/ 186 h 282"/>
                <a:gd name="T46" fmla="*/ 157 w 297"/>
                <a:gd name="T47" fmla="*/ 191 h 282"/>
                <a:gd name="T48" fmla="*/ 186 w 297"/>
                <a:gd name="T49" fmla="*/ 127 h 282"/>
                <a:gd name="T50" fmla="*/ 202 w 297"/>
                <a:gd name="T51" fmla="*/ 119 h 282"/>
                <a:gd name="T52" fmla="*/ 198 w 297"/>
                <a:gd name="T53" fmla="*/ 67 h 282"/>
                <a:gd name="T54" fmla="*/ 189 w 297"/>
                <a:gd name="T55" fmla="*/ 72 h 282"/>
                <a:gd name="T56" fmla="*/ 209 w 297"/>
                <a:gd name="T57" fmla="*/ 66 h 282"/>
                <a:gd name="T58" fmla="*/ 211 w 297"/>
                <a:gd name="T59" fmla="*/ 72 h 282"/>
                <a:gd name="T60" fmla="*/ 217 w 297"/>
                <a:gd name="T61" fmla="*/ 139 h 282"/>
                <a:gd name="T62" fmla="*/ 201 w 297"/>
                <a:gd name="T63" fmla="*/ 150 h 282"/>
                <a:gd name="T64" fmla="*/ 192 w 297"/>
                <a:gd name="T65" fmla="*/ 166 h 282"/>
                <a:gd name="T66" fmla="*/ 227 w 297"/>
                <a:gd name="T67" fmla="*/ 67 h 282"/>
                <a:gd name="T68" fmla="*/ 235 w 297"/>
                <a:gd name="T69" fmla="*/ 115 h 282"/>
                <a:gd name="T70" fmla="*/ 184 w 297"/>
                <a:gd name="T71" fmla="*/ 91 h 282"/>
                <a:gd name="T72" fmla="*/ 173 w 297"/>
                <a:gd name="T73" fmla="*/ 84 h 282"/>
                <a:gd name="T74" fmla="*/ 154 w 297"/>
                <a:gd name="T75" fmla="*/ 136 h 282"/>
                <a:gd name="T76" fmla="*/ 206 w 297"/>
                <a:gd name="T77" fmla="*/ 109 h 282"/>
                <a:gd name="T78" fmla="*/ 217 w 297"/>
                <a:gd name="T79" fmla="*/ 96 h 282"/>
                <a:gd name="T80" fmla="*/ 235 w 297"/>
                <a:gd name="T81" fmla="*/ 115 h 282"/>
                <a:gd name="T82" fmla="*/ 251 w 297"/>
                <a:gd name="T83" fmla="*/ 106 h 282"/>
                <a:gd name="T84" fmla="*/ 249 w 297"/>
                <a:gd name="T85" fmla="*/ 119 h 282"/>
                <a:gd name="T86" fmla="*/ 263 w 297"/>
                <a:gd name="T87" fmla="*/ 261 h 282"/>
                <a:gd name="T88" fmla="*/ 185 w 297"/>
                <a:gd name="T89" fmla="*/ 225 h 282"/>
                <a:gd name="T90" fmla="*/ 131 w 297"/>
                <a:gd name="T91" fmla="*/ 267 h 282"/>
                <a:gd name="T92" fmla="*/ 62 w 297"/>
                <a:gd name="T93" fmla="*/ 218 h 282"/>
                <a:gd name="T94" fmla="*/ 10 w 297"/>
                <a:gd name="T95" fmla="*/ 256 h 282"/>
                <a:gd name="T96" fmla="*/ 97 w 297"/>
                <a:gd name="T97" fmla="*/ 113 h 282"/>
                <a:gd name="T98" fmla="*/ 134 w 297"/>
                <a:gd name="T99" fmla="*/ 82 h 282"/>
                <a:gd name="T100" fmla="*/ 207 w 297"/>
                <a:gd name="T101" fmla="*/ 8 h 282"/>
                <a:gd name="T102" fmla="*/ 234 w 297"/>
                <a:gd name="T103" fmla="*/ 27 h 282"/>
                <a:gd name="T104" fmla="*/ 263 w 297"/>
                <a:gd name="T105" fmla="*/ 184 h 282"/>
                <a:gd name="T106" fmla="*/ 290 w 297"/>
                <a:gd name="T107" fmla="*/ 23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7" h="282">
                  <a:moveTo>
                    <a:pt x="24" y="186"/>
                  </a:moveTo>
                  <a:cubicBezTo>
                    <a:pt x="30" y="187"/>
                    <a:pt x="32" y="172"/>
                    <a:pt x="26" y="174"/>
                  </a:cubicBezTo>
                  <a:cubicBezTo>
                    <a:pt x="22" y="175"/>
                    <a:pt x="21" y="182"/>
                    <a:pt x="24" y="186"/>
                  </a:cubicBezTo>
                  <a:close/>
                  <a:moveTo>
                    <a:pt x="40" y="158"/>
                  </a:moveTo>
                  <a:cubicBezTo>
                    <a:pt x="40" y="155"/>
                    <a:pt x="37" y="152"/>
                    <a:pt x="38" y="147"/>
                  </a:cubicBezTo>
                  <a:cubicBezTo>
                    <a:pt x="30" y="147"/>
                    <a:pt x="24" y="151"/>
                    <a:pt x="24" y="158"/>
                  </a:cubicBezTo>
                  <a:cubicBezTo>
                    <a:pt x="32" y="160"/>
                    <a:pt x="31" y="160"/>
                    <a:pt x="40" y="158"/>
                  </a:cubicBezTo>
                  <a:close/>
                  <a:moveTo>
                    <a:pt x="73" y="171"/>
                  </a:moveTo>
                  <a:cubicBezTo>
                    <a:pt x="64" y="166"/>
                    <a:pt x="59" y="180"/>
                    <a:pt x="52" y="171"/>
                  </a:cubicBezTo>
                  <a:cubicBezTo>
                    <a:pt x="51" y="195"/>
                    <a:pt x="0" y="214"/>
                    <a:pt x="35" y="234"/>
                  </a:cubicBezTo>
                  <a:cubicBezTo>
                    <a:pt x="41" y="225"/>
                    <a:pt x="30" y="220"/>
                    <a:pt x="29" y="213"/>
                  </a:cubicBezTo>
                  <a:cubicBezTo>
                    <a:pt x="42" y="205"/>
                    <a:pt x="52" y="194"/>
                    <a:pt x="53" y="180"/>
                  </a:cubicBezTo>
                  <a:cubicBezTo>
                    <a:pt x="59" y="180"/>
                    <a:pt x="70" y="184"/>
                    <a:pt x="73" y="171"/>
                  </a:cubicBezTo>
                  <a:close/>
                  <a:moveTo>
                    <a:pt x="80" y="127"/>
                  </a:moveTo>
                  <a:cubicBezTo>
                    <a:pt x="70" y="120"/>
                    <a:pt x="55" y="125"/>
                    <a:pt x="52" y="136"/>
                  </a:cubicBezTo>
                  <a:cubicBezTo>
                    <a:pt x="57" y="134"/>
                    <a:pt x="54" y="142"/>
                    <a:pt x="59" y="141"/>
                  </a:cubicBezTo>
                  <a:cubicBezTo>
                    <a:pt x="66" y="137"/>
                    <a:pt x="76" y="136"/>
                    <a:pt x="80" y="127"/>
                  </a:cubicBezTo>
                  <a:close/>
                  <a:moveTo>
                    <a:pt x="101" y="136"/>
                  </a:moveTo>
                  <a:cubicBezTo>
                    <a:pt x="104" y="131"/>
                    <a:pt x="104" y="123"/>
                    <a:pt x="95" y="123"/>
                  </a:cubicBezTo>
                  <a:cubicBezTo>
                    <a:pt x="95" y="131"/>
                    <a:pt x="96" y="134"/>
                    <a:pt x="101" y="136"/>
                  </a:cubicBezTo>
                  <a:close/>
                  <a:moveTo>
                    <a:pt x="131" y="150"/>
                  </a:moveTo>
                  <a:cubicBezTo>
                    <a:pt x="131" y="144"/>
                    <a:pt x="131" y="139"/>
                    <a:pt x="126" y="139"/>
                  </a:cubicBezTo>
                  <a:cubicBezTo>
                    <a:pt x="124" y="144"/>
                    <a:pt x="124" y="151"/>
                    <a:pt x="131" y="150"/>
                  </a:cubicBezTo>
                  <a:close/>
                  <a:moveTo>
                    <a:pt x="134" y="161"/>
                  </a:moveTo>
                  <a:cubicBezTo>
                    <a:pt x="137" y="163"/>
                    <a:pt x="151" y="165"/>
                    <a:pt x="151" y="157"/>
                  </a:cubicBezTo>
                  <a:cubicBezTo>
                    <a:pt x="147" y="151"/>
                    <a:pt x="134" y="153"/>
                    <a:pt x="134" y="161"/>
                  </a:cubicBezTo>
                  <a:close/>
                  <a:moveTo>
                    <a:pt x="151" y="37"/>
                  </a:moveTo>
                  <a:cubicBezTo>
                    <a:pt x="152" y="36"/>
                    <a:pt x="158" y="25"/>
                    <a:pt x="151" y="27"/>
                  </a:cubicBezTo>
                  <a:cubicBezTo>
                    <a:pt x="148" y="28"/>
                    <a:pt x="142" y="37"/>
                    <a:pt x="151" y="37"/>
                  </a:cubicBezTo>
                  <a:close/>
                  <a:moveTo>
                    <a:pt x="157" y="239"/>
                  </a:moveTo>
                  <a:cubicBezTo>
                    <a:pt x="163" y="247"/>
                    <a:pt x="176" y="249"/>
                    <a:pt x="185" y="243"/>
                  </a:cubicBezTo>
                  <a:cubicBezTo>
                    <a:pt x="170" y="237"/>
                    <a:pt x="168" y="218"/>
                    <a:pt x="163" y="200"/>
                  </a:cubicBezTo>
                  <a:cubicBezTo>
                    <a:pt x="158" y="208"/>
                    <a:pt x="165" y="212"/>
                    <a:pt x="159" y="217"/>
                  </a:cubicBezTo>
                  <a:cubicBezTo>
                    <a:pt x="151" y="209"/>
                    <a:pt x="146" y="224"/>
                    <a:pt x="139" y="218"/>
                  </a:cubicBezTo>
                  <a:cubicBezTo>
                    <a:pt x="142" y="225"/>
                    <a:pt x="145" y="234"/>
                    <a:pt x="143" y="247"/>
                  </a:cubicBezTo>
                  <a:cubicBezTo>
                    <a:pt x="154" y="247"/>
                    <a:pt x="143" y="225"/>
                    <a:pt x="156" y="227"/>
                  </a:cubicBezTo>
                  <a:cubicBezTo>
                    <a:pt x="158" y="229"/>
                    <a:pt x="157" y="234"/>
                    <a:pt x="157" y="239"/>
                  </a:cubicBezTo>
                  <a:close/>
                  <a:moveTo>
                    <a:pt x="173" y="39"/>
                  </a:moveTo>
                  <a:cubicBezTo>
                    <a:pt x="181" y="37"/>
                    <a:pt x="187" y="25"/>
                    <a:pt x="178" y="20"/>
                  </a:cubicBezTo>
                  <a:cubicBezTo>
                    <a:pt x="176" y="28"/>
                    <a:pt x="174" y="32"/>
                    <a:pt x="173" y="39"/>
                  </a:cubicBezTo>
                  <a:close/>
                  <a:moveTo>
                    <a:pt x="202" y="28"/>
                  </a:moveTo>
                  <a:cubicBezTo>
                    <a:pt x="190" y="36"/>
                    <a:pt x="178" y="43"/>
                    <a:pt x="173" y="58"/>
                  </a:cubicBezTo>
                  <a:cubicBezTo>
                    <a:pt x="187" y="53"/>
                    <a:pt x="197" y="42"/>
                    <a:pt x="202" y="28"/>
                  </a:cubicBezTo>
                  <a:close/>
                  <a:moveTo>
                    <a:pt x="157" y="191"/>
                  </a:moveTo>
                  <a:cubicBezTo>
                    <a:pt x="168" y="186"/>
                    <a:pt x="196" y="181"/>
                    <a:pt x="189" y="170"/>
                  </a:cubicBezTo>
                  <a:cubicBezTo>
                    <a:pt x="175" y="177"/>
                    <a:pt x="163" y="182"/>
                    <a:pt x="143" y="186"/>
                  </a:cubicBezTo>
                  <a:cubicBezTo>
                    <a:pt x="143" y="193"/>
                    <a:pt x="142" y="200"/>
                    <a:pt x="145" y="204"/>
                  </a:cubicBezTo>
                  <a:cubicBezTo>
                    <a:pt x="154" y="205"/>
                    <a:pt x="153" y="195"/>
                    <a:pt x="157" y="191"/>
                  </a:cubicBezTo>
                  <a:close/>
                  <a:moveTo>
                    <a:pt x="202" y="119"/>
                  </a:moveTo>
                  <a:cubicBezTo>
                    <a:pt x="196" y="117"/>
                    <a:pt x="187" y="119"/>
                    <a:pt x="186" y="127"/>
                  </a:cubicBezTo>
                  <a:cubicBezTo>
                    <a:pt x="192" y="125"/>
                    <a:pt x="191" y="133"/>
                    <a:pt x="197" y="132"/>
                  </a:cubicBezTo>
                  <a:cubicBezTo>
                    <a:pt x="197" y="125"/>
                    <a:pt x="202" y="125"/>
                    <a:pt x="202" y="119"/>
                  </a:cubicBezTo>
                  <a:close/>
                  <a:moveTo>
                    <a:pt x="189" y="72"/>
                  </a:moveTo>
                  <a:cubicBezTo>
                    <a:pt x="194" y="72"/>
                    <a:pt x="198" y="74"/>
                    <a:pt x="198" y="67"/>
                  </a:cubicBezTo>
                  <a:cubicBezTo>
                    <a:pt x="197" y="66"/>
                    <a:pt x="195" y="66"/>
                    <a:pt x="189" y="66"/>
                  </a:cubicBezTo>
                  <a:cubicBezTo>
                    <a:pt x="189" y="69"/>
                    <a:pt x="189" y="71"/>
                    <a:pt x="189" y="72"/>
                  </a:cubicBezTo>
                  <a:close/>
                  <a:moveTo>
                    <a:pt x="211" y="72"/>
                  </a:moveTo>
                  <a:cubicBezTo>
                    <a:pt x="212" y="70"/>
                    <a:pt x="209" y="69"/>
                    <a:pt x="209" y="66"/>
                  </a:cubicBezTo>
                  <a:cubicBezTo>
                    <a:pt x="206" y="65"/>
                    <a:pt x="202" y="66"/>
                    <a:pt x="201" y="67"/>
                  </a:cubicBezTo>
                  <a:cubicBezTo>
                    <a:pt x="200" y="74"/>
                    <a:pt x="208" y="75"/>
                    <a:pt x="211" y="72"/>
                  </a:cubicBezTo>
                  <a:close/>
                  <a:moveTo>
                    <a:pt x="192" y="166"/>
                  </a:moveTo>
                  <a:cubicBezTo>
                    <a:pt x="202" y="160"/>
                    <a:pt x="219" y="160"/>
                    <a:pt x="217" y="139"/>
                  </a:cubicBezTo>
                  <a:cubicBezTo>
                    <a:pt x="208" y="139"/>
                    <a:pt x="201" y="139"/>
                    <a:pt x="196" y="137"/>
                  </a:cubicBezTo>
                  <a:cubicBezTo>
                    <a:pt x="195" y="144"/>
                    <a:pt x="200" y="144"/>
                    <a:pt x="201" y="150"/>
                  </a:cubicBezTo>
                  <a:cubicBezTo>
                    <a:pt x="195" y="156"/>
                    <a:pt x="191" y="148"/>
                    <a:pt x="185" y="148"/>
                  </a:cubicBezTo>
                  <a:cubicBezTo>
                    <a:pt x="186" y="156"/>
                    <a:pt x="195" y="155"/>
                    <a:pt x="192" y="166"/>
                  </a:cubicBezTo>
                  <a:close/>
                  <a:moveTo>
                    <a:pt x="238" y="80"/>
                  </a:moveTo>
                  <a:cubicBezTo>
                    <a:pt x="238" y="72"/>
                    <a:pt x="234" y="62"/>
                    <a:pt x="227" y="67"/>
                  </a:cubicBezTo>
                  <a:cubicBezTo>
                    <a:pt x="227" y="76"/>
                    <a:pt x="233" y="77"/>
                    <a:pt x="238" y="80"/>
                  </a:cubicBezTo>
                  <a:close/>
                  <a:moveTo>
                    <a:pt x="235" y="115"/>
                  </a:moveTo>
                  <a:cubicBezTo>
                    <a:pt x="239" y="110"/>
                    <a:pt x="240" y="104"/>
                    <a:pt x="239" y="94"/>
                  </a:cubicBezTo>
                  <a:cubicBezTo>
                    <a:pt x="228" y="79"/>
                    <a:pt x="200" y="84"/>
                    <a:pt x="184" y="91"/>
                  </a:cubicBezTo>
                  <a:cubicBezTo>
                    <a:pt x="180" y="81"/>
                    <a:pt x="167" y="69"/>
                    <a:pt x="164" y="87"/>
                  </a:cubicBezTo>
                  <a:cubicBezTo>
                    <a:pt x="169" y="87"/>
                    <a:pt x="169" y="85"/>
                    <a:pt x="173" y="84"/>
                  </a:cubicBezTo>
                  <a:cubicBezTo>
                    <a:pt x="176" y="90"/>
                    <a:pt x="180" y="96"/>
                    <a:pt x="189" y="98"/>
                  </a:cubicBezTo>
                  <a:cubicBezTo>
                    <a:pt x="180" y="106"/>
                    <a:pt x="132" y="122"/>
                    <a:pt x="154" y="136"/>
                  </a:cubicBezTo>
                  <a:cubicBezTo>
                    <a:pt x="156" y="122"/>
                    <a:pt x="167" y="115"/>
                    <a:pt x="181" y="118"/>
                  </a:cubicBezTo>
                  <a:cubicBezTo>
                    <a:pt x="187" y="109"/>
                    <a:pt x="192" y="106"/>
                    <a:pt x="206" y="109"/>
                  </a:cubicBezTo>
                  <a:cubicBezTo>
                    <a:pt x="211" y="112"/>
                    <a:pt x="208" y="123"/>
                    <a:pt x="217" y="123"/>
                  </a:cubicBezTo>
                  <a:cubicBezTo>
                    <a:pt x="220" y="113"/>
                    <a:pt x="218" y="106"/>
                    <a:pt x="217" y="96"/>
                  </a:cubicBezTo>
                  <a:cubicBezTo>
                    <a:pt x="218" y="95"/>
                    <a:pt x="219" y="94"/>
                    <a:pt x="223" y="94"/>
                  </a:cubicBezTo>
                  <a:cubicBezTo>
                    <a:pt x="230" y="99"/>
                    <a:pt x="227" y="113"/>
                    <a:pt x="235" y="115"/>
                  </a:cubicBezTo>
                  <a:close/>
                  <a:moveTo>
                    <a:pt x="249" y="119"/>
                  </a:moveTo>
                  <a:cubicBezTo>
                    <a:pt x="253" y="115"/>
                    <a:pt x="252" y="114"/>
                    <a:pt x="251" y="106"/>
                  </a:cubicBezTo>
                  <a:cubicBezTo>
                    <a:pt x="249" y="106"/>
                    <a:pt x="247" y="106"/>
                    <a:pt x="246" y="106"/>
                  </a:cubicBezTo>
                  <a:cubicBezTo>
                    <a:pt x="246" y="112"/>
                    <a:pt x="244" y="119"/>
                    <a:pt x="249" y="119"/>
                  </a:cubicBezTo>
                  <a:close/>
                  <a:moveTo>
                    <a:pt x="290" y="233"/>
                  </a:moveTo>
                  <a:cubicBezTo>
                    <a:pt x="297" y="251"/>
                    <a:pt x="272" y="261"/>
                    <a:pt x="263" y="261"/>
                  </a:cubicBezTo>
                  <a:cubicBezTo>
                    <a:pt x="235" y="262"/>
                    <a:pt x="235" y="227"/>
                    <a:pt x="219" y="217"/>
                  </a:cubicBezTo>
                  <a:cubicBezTo>
                    <a:pt x="206" y="218"/>
                    <a:pt x="190" y="215"/>
                    <a:pt x="185" y="225"/>
                  </a:cubicBezTo>
                  <a:cubicBezTo>
                    <a:pt x="187" y="239"/>
                    <a:pt x="203" y="232"/>
                    <a:pt x="206" y="243"/>
                  </a:cubicBezTo>
                  <a:cubicBezTo>
                    <a:pt x="211" y="266"/>
                    <a:pt x="157" y="273"/>
                    <a:pt x="131" y="267"/>
                  </a:cubicBezTo>
                  <a:cubicBezTo>
                    <a:pt x="113" y="262"/>
                    <a:pt x="104" y="241"/>
                    <a:pt x="98" y="224"/>
                  </a:cubicBezTo>
                  <a:cubicBezTo>
                    <a:pt x="85" y="224"/>
                    <a:pt x="75" y="213"/>
                    <a:pt x="62" y="218"/>
                  </a:cubicBezTo>
                  <a:cubicBezTo>
                    <a:pt x="60" y="232"/>
                    <a:pt x="73" y="233"/>
                    <a:pt x="74" y="247"/>
                  </a:cubicBezTo>
                  <a:cubicBezTo>
                    <a:pt x="77" y="282"/>
                    <a:pt x="35" y="266"/>
                    <a:pt x="10" y="256"/>
                  </a:cubicBezTo>
                  <a:cubicBezTo>
                    <a:pt x="24" y="218"/>
                    <a:pt x="2" y="167"/>
                    <a:pt x="20" y="137"/>
                  </a:cubicBezTo>
                  <a:cubicBezTo>
                    <a:pt x="32" y="118"/>
                    <a:pt x="64" y="108"/>
                    <a:pt x="97" y="113"/>
                  </a:cubicBezTo>
                  <a:cubicBezTo>
                    <a:pt x="107" y="114"/>
                    <a:pt x="136" y="127"/>
                    <a:pt x="145" y="110"/>
                  </a:cubicBezTo>
                  <a:cubicBezTo>
                    <a:pt x="145" y="98"/>
                    <a:pt x="139" y="90"/>
                    <a:pt x="134" y="82"/>
                  </a:cubicBezTo>
                  <a:cubicBezTo>
                    <a:pt x="137" y="63"/>
                    <a:pt x="131" y="50"/>
                    <a:pt x="135" y="36"/>
                  </a:cubicBezTo>
                  <a:cubicBezTo>
                    <a:pt x="143" y="0"/>
                    <a:pt x="173" y="3"/>
                    <a:pt x="207" y="8"/>
                  </a:cubicBezTo>
                  <a:cubicBezTo>
                    <a:pt x="213" y="6"/>
                    <a:pt x="211" y="14"/>
                    <a:pt x="211" y="18"/>
                  </a:cubicBezTo>
                  <a:cubicBezTo>
                    <a:pt x="216" y="18"/>
                    <a:pt x="228" y="22"/>
                    <a:pt x="234" y="27"/>
                  </a:cubicBezTo>
                  <a:cubicBezTo>
                    <a:pt x="224" y="61"/>
                    <a:pt x="251" y="79"/>
                    <a:pt x="269" y="96"/>
                  </a:cubicBezTo>
                  <a:cubicBezTo>
                    <a:pt x="282" y="123"/>
                    <a:pt x="285" y="167"/>
                    <a:pt x="263" y="184"/>
                  </a:cubicBezTo>
                  <a:cubicBezTo>
                    <a:pt x="262" y="204"/>
                    <a:pt x="268" y="218"/>
                    <a:pt x="275" y="229"/>
                  </a:cubicBezTo>
                  <a:cubicBezTo>
                    <a:pt x="282" y="229"/>
                    <a:pt x="289" y="228"/>
                    <a:pt x="290" y="233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0" name="Freeform 35">
              <a:extLst>
                <a:ext uri="{FF2B5EF4-FFF2-40B4-BE49-F238E27FC236}">
                  <a16:creationId xmlns:a16="http://schemas.microsoft.com/office/drawing/2014/main" id="{A66A0811-B010-B46B-D787-EBFBA71EA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098" y="5055235"/>
              <a:ext cx="357187" cy="352425"/>
            </a:xfrm>
            <a:custGeom>
              <a:avLst/>
              <a:gdLst>
                <a:gd name="T0" fmla="*/ 138 w 138"/>
                <a:gd name="T1" fmla="*/ 77 h 136"/>
                <a:gd name="T2" fmla="*/ 125 w 138"/>
                <a:gd name="T3" fmla="*/ 72 h 136"/>
                <a:gd name="T4" fmla="*/ 58 w 138"/>
                <a:gd name="T5" fmla="*/ 136 h 136"/>
                <a:gd name="T6" fmla="*/ 67 w 138"/>
                <a:gd name="T7" fmla="*/ 36 h 136"/>
                <a:gd name="T8" fmla="*/ 29 w 138"/>
                <a:gd name="T9" fmla="*/ 101 h 136"/>
                <a:gd name="T10" fmla="*/ 0 w 138"/>
                <a:gd name="T11" fmla="*/ 72 h 136"/>
                <a:gd name="T12" fmla="*/ 41 w 138"/>
                <a:gd name="T13" fmla="*/ 50 h 136"/>
                <a:gd name="T14" fmla="*/ 62 w 138"/>
                <a:gd name="T15" fmla="*/ 2 h 136"/>
                <a:gd name="T16" fmla="*/ 84 w 138"/>
                <a:gd name="T17" fmla="*/ 20 h 136"/>
                <a:gd name="T18" fmla="*/ 72 w 138"/>
                <a:gd name="T19" fmla="*/ 110 h 136"/>
                <a:gd name="T20" fmla="*/ 113 w 138"/>
                <a:gd name="T21" fmla="*/ 67 h 136"/>
                <a:gd name="T22" fmla="*/ 108 w 138"/>
                <a:gd name="T23" fmla="*/ 49 h 136"/>
                <a:gd name="T24" fmla="*/ 138 w 138"/>
                <a:gd name="T25" fmla="*/ 77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136">
                  <a:moveTo>
                    <a:pt x="138" y="77"/>
                  </a:moveTo>
                  <a:cubicBezTo>
                    <a:pt x="134" y="81"/>
                    <a:pt x="130" y="73"/>
                    <a:pt x="125" y="72"/>
                  </a:cubicBezTo>
                  <a:cubicBezTo>
                    <a:pt x="99" y="88"/>
                    <a:pt x="84" y="117"/>
                    <a:pt x="58" y="136"/>
                  </a:cubicBezTo>
                  <a:cubicBezTo>
                    <a:pt x="56" y="105"/>
                    <a:pt x="66" y="71"/>
                    <a:pt x="67" y="36"/>
                  </a:cubicBezTo>
                  <a:cubicBezTo>
                    <a:pt x="50" y="52"/>
                    <a:pt x="15" y="74"/>
                    <a:pt x="29" y="101"/>
                  </a:cubicBezTo>
                  <a:cubicBezTo>
                    <a:pt x="18" y="98"/>
                    <a:pt x="7" y="83"/>
                    <a:pt x="0" y="72"/>
                  </a:cubicBezTo>
                  <a:cubicBezTo>
                    <a:pt x="15" y="82"/>
                    <a:pt x="26" y="67"/>
                    <a:pt x="41" y="50"/>
                  </a:cubicBezTo>
                  <a:cubicBezTo>
                    <a:pt x="57" y="33"/>
                    <a:pt x="72" y="24"/>
                    <a:pt x="62" y="2"/>
                  </a:cubicBezTo>
                  <a:cubicBezTo>
                    <a:pt x="70" y="0"/>
                    <a:pt x="75" y="16"/>
                    <a:pt x="84" y="20"/>
                  </a:cubicBezTo>
                  <a:cubicBezTo>
                    <a:pt x="79" y="49"/>
                    <a:pt x="78" y="82"/>
                    <a:pt x="72" y="110"/>
                  </a:cubicBezTo>
                  <a:cubicBezTo>
                    <a:pt x="90" y="100"/>
                    <a:pt x="100" y="82"/>
                    <a:pt x="113" y="67"/>
                  </a:cubicBezTo>
                  <a:cubicBezTo>
                    <a:pt x="114" y="58"/>
                    <a:pt x="108" y="57"/>
                    <a:pt x="108" y="49"/>
                  </a:cubicBezTo>
                  <a:cubicBezTo>
                    <a:pt x="117" y="52"/>
                    <a:pt x="136" y="68"/>
                    <a:pt x="138" y="77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1" name="Freeform 36">
              <a:extLst>
                <a:ext uri="{FF2B5EF4-FFF2-40B4-BE49-F238E27FC236}">
                  <a16:creationId xmlns:a16="http://schemas.microsoft.com/office/drawing/2014/main" id="{73BCD84A-8793-9DEB-E7B5-D92B950D7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873" y="4920298"/>
              <a:ext cx="265112" cy="242888"/>
            </a:xfrm>
            <a:custGeom>
              <a:avLst/>
              <a:gdLst>
                <a:gd name="T0" fmla="*/ 74 w 102"/>
                <a:gd name="T1" fmla="*/ 0 h 94"/>
                <a:gd name="T2" fmla="*/ 102 w 102"/>
                <a:gd name="T3" fmla="*/ 37 h 94"/>
                <a:gd name="T4" fmla="*/ 87 w 102"/>
                <a:gd name="T5" fmla="*/ 29 h 94"/>
                <a:gd name="T6" fmla="*/ 25 w 102"/>
                <a:gd name="T7" fmla="*/ 80 h 94"/>
                <a:gd name="T8" fmla="*/ 28 w 102"/>
                <a:gd name="T9" fmla="*/ 94 h 94"/>
                <a:gd name="T10" fmla="*/ 0 w 102"/>
                <a:gd name="T11" fmla="*/ 58 h 94"/>
                <a:gd name="T12" fmla="*/ 15 w 102"/>
                <a:gd name="T13" fmla="*/ 64 h 94"/>
                <a:gd name="T14" fmla="*/ 77 w 102"/>
                <a:gd name="T15" fmla="*/ 15 h 94"/>
                <a:gd name="T16" fmla="*/ 74 w 102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94">
                  <a:moveTo>
                    <a:pt x="74" y="0"/>
                  </a:moveTo>
                  <a:cubicBezTo>
                    <a:pt x="85" y="2"/>
                    <a:pt x="99" y="25"/>
                    <a:pt x="102" y="37"/>
                  </a:cubicBezTo>
                  <a:cubicBezTo>
                    <a:pt x="94" y="35"/>
                    <a:pt x="94" y="29"/>
                    <a:pt x="87" y="29"/>
                  </a:cubicBezTo>
                  <a:cubicBezTo>
                    <a:pt x="66" y="44"/>
                    <a:pt x="44" y="61"/>
                    <a:pt x="25" y="80"/>
                  </a:cubicBezTo>
                  <a:cubicBezTo>
                    <a:pt x="25" y="86"/>
                    <a:pt x="32" y="88"/>
                    <a:pt x="28" y="94"/>
                  </a:cubicBezTo>
                  <a:cubicBezTo>
                    <a:pt x="16" y="85"/>
                    <a:pt x="9" y="72"/>
                    <a:pt x="0" y="58"/>
                  </a:cubicBezTo>
                  <a:cubicBezTo>
                    <a:pt x="6" y="53"/>
                    <a:pt x="9" y="64"/>
                    <a:pt x="15" y="64"/>
                  </a:cubicBezTo>
                  <a:cubicBezTo>
                    <a:pt x="36" y="49"/>
                    <a:pt x="59" y="34"/>
                    <a:pt x="77" y="15"/>
                  </a:cubicBezTo>
                  <a:cubicBezTo>
                    <a:pt x="79" y="7"/>
                    <a:pt x="74" y="6"/>
                    <a:pt x="74" y="0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2" name="Freeform 37">
              <a:extLst>
                <a:ext uri="{FF2B5EF4-FFF2-40B4-BE49-F238E27FC236}">
                  <a16:creationId xmlns:a16="http://schemas.microsoft.com/office/drawing/2014/main" id="{4C1F425D-B2DB-D9D4-4120-E430F9A74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710" y="4769485"/>
              <a:ext cx="320675" cy="184150"/>
            </a:xfrm>
            <a:custGeom>
              <a:avLst/>
              <a:gdLst>
                <a:gd name="T0" fmla="*/ 124 w 124"/>
                <a:gd name="T1" fmla="*/ 36 h 71"/>
                <a:gd name="T2" fmla="*/ 113 w 124"/>
                <a:gd name="T3" fmla="*/ 30 h 71"/>
                <a:gd name="T4" fmla="*/ 36 w 124"/>
                <a:gd name="T5" fmla="*/ 64 h 71"/>
                <a:gd name="T6" fmla="*/ 38 w 124"/>
                <a:gd name="T7" fmla="*/ 11 h 71"/>
                <a:gd name="T8" fmla="*/ 43 w 124"/>
                <a:gd name="T9" fmla="*/ 24 h 71"/>
                <a:gd name="T10" fmla="*/ 41 w 124"/>
                <a:gd name="T11" fmla="*/ 28 h 71"/>
                <a:gd name="T12" fmla="*/ 22 w 124"/>
                <a:gd name="T13" fmla="*/ 30 h 71"/>
                <a:gd name="T14" fmla="*/ 27 w 124"/>
                <a:gd name="T15" fmla="*/ 52 h 71"/>
                <a:gd name="T16" fmla="*/ 103 w 124"/>
                <a:gd name="T17" fmla="*/ 14 h 71"/>
                <a:gd name="T18" fmla="*/ 102 w 124"/>
                <a:gd name="T19" fmla="*/ 0 h 71"/>
                <a:gd name="T20" fmla="*/ 124 w 124"/>
                <a:gd name="T21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4" h="71">
                  <a:moveTo>
                    <a:pt x="124" y="36"/>
                  </a:moveTo>
                  <a:cubicBezTo>
                    <a:pt x="119" y="41"/>
                    <a:pt x="119" y="29"/>
                    <a:pt x="113" y="30"/>
                  </a:cubicBezTo>
                  <a:cubicBezTo>
                    <a:pt x="91" y="30"/>
                    <a:pt x="65" y="71"/>
                    <a:pt x="36" y="64"/>
                  </a:cubicBezTo>
                  <a:cubicBezTo>
                    <a:pt x="15" y="59"/>
                    <a:pt x="0" y="14"/>
                    <a:pt x="38" y="11"/>
                  </a:cubicBezTo>
                  <a:cubicBezTo>
                    <a:pt x="39" y="16"/>
                    <a:pt x="43" y="17"/>
                    <a:pt x="43" y="24"/>
                  </a:cubicBezTo>
                  <a:cubicBezTo>
                    <a:pt x="41" y="24"/>
                    <a:pt x="42" y="26"/>
                    <a:pt x="41" y="28"/>
                  </a:cubicBezTo>
                  <a:cubicBezTo>
                    <a:pt x="33" y="31"/>
                    <a:pt x="28" y="31"/>
                    <a:pt x="22" y="30"/>
                  </a:cubicBezTo>
                  <a:cubicBezTo>
                    <a:pt x="17" y="38"/>
                    <a:pt x="23" y="47"/>
                    <a:pt x="27" y="52"/>
                  </a:cubicBezTo>
                  <a:cubicBezTo>
                    <a:pt x="63" y="48"/>
                    <a:pt x="80" y="28"/>
                    <a:pt x="103" y="14"/>
                  </a:cubicBezTo>
                  <a:cubicBezTo>
                    <a:pt x="107" y="6"/>
                    <a:pt x="97" y="2"/>
                    <a:pt x="102" y="0"/>
                  </a:cubicBezTo>
                  <a:cubicBezTo>
                    <a:pt x="110" y="2"/>
                    <a:pt x="121" y="28"/>
                    <a:pt x="124" y="36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3" name="Freeform 38">
              <a:extLst>
                <a:ext uri="{FF2B5EF4-FFF2-40B4-BE49-F238E27FC236}">
                  <a16:creationId xmlns:a16="http://schemas.microsoft.com/office/drawing/2014/main" id="{C290AF30-39B5-8A06-559C-28C5571A92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560" y="4437698"/>
              <a:ext cx="307975" cy="287338"/>
            </a:xfrm>
            <a:custGeom>
              <a:avLst/>
              <a:gdLst>
                <a:gd name="T0" fmla="*/ 119 w 119"/>
                <a:gd name="T1" fmla="*/ 107 h 111"/>
                <a:gd name="T2" fmla="*/ 104 w 119"/>
                <a:gd name="T3" fmla="*/ 95 h 111"/>
                <a:gd name="T4" fmla="*/ 19 w 119"/>
                <a:gd name="T5" fmla="*/ 111 h 111"/>
                <a:gd name="T6" fmla="*/ 78 w 119"/>
                <a:gd name="T7" fmla="*/ 32 h 111"/>
                <a:gd name="T8" fmla="*/ 16 w 119"/>
                <a:gd name="T9" fmla="*/ 47 h 111"/>
                <a:gd name="T10" fmla="*/ 12 w 119"/>
                <a:gd name="T11" fmla="*/ 64 h 111"/>
                <a:gd name="T12" fmla="*/ 0 w 119"/>
                <a:gd name="T13" fmla="*/ 23 h 111"/>
                <a:gd name="T14" fmla="*/ 15 w 119"/>
                <a:gd name="T15" fmla="*/ 35 h 111"/>
                <a:gd name="T16" fmla="*/ 94 w 119"/>
                <a:gd name="T17" fmla="*/ 0 h 111"/>
                <a:gd name="T18" fmla="*/ 44 w 119"/>
                <a:gd name="T19" fmla="*/ 99 h 111"/>
                <a:gd name="T20" fmla="*/ 103 w 119"/>
                <a:gd name="T21" fmla="*/ 85 h 111"/>
                <a:gd name="T22" fmla="*/ 107 w 119"/>
                <a:gd name="T23" fmla="*/ 66 h 111"/>
                <a:gd name="T24" fmla="*/ 119 w 119"/>
                <a:gd name="T25" fmla="*/ 107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" h="111">
                  <a:moveTo>
                    <a:pt x="119" y="107"/>
                  </a:moveTo>
                  <a:cubicBezTo>
                    <a:pt x="108" y="109"/>
                    <a:pt x="111" y="96"/>
                    <a:pt x="104" y="95"/>
                  </a:cubicBezTo>
                  <a:cubicBezTo>
                    <a:pt x="77" y="96"/>
                    <a:pt x="45" y="110"/>
                    <a:pt x="19" y="111"/>
                  </a:cubicBezTo>
                  <a:cubicBezTo>
                    <a:pt x="33" y="80"/>
                    <a:pt x="61" y="61"/>
                    <a:pt x="78" y="32"/>
                  </a:cubicBezTo>
                  <a:cubicBezTo>
                    <a:pt x="61" y="33"/>
                    <a:pt x="34" y="39"/>
                    <a:pt x="16" y="47"/>
                  </a:cubicBezTo>
                  <a:cubicBezTo>
                    <a:pt x="14" y="51"/>
                    <a:pt x="16" y="61"/>
                    <a:pt x="12" y="64"/>
                  </a:cubicBezTo>
                  <a:cubicBezTo>
                    <a:pt x="4" y="56"/>
                    <a:pt x="5" y="37"/>
                    <a:pt x="0" y="23"/>
                  </a:cubicBezTo>
                  <a:cubicBezTo>
                    <a:pt x="11" y="21"/>
                    <a:pt x="8" y="34"/>
                    <a:pt x="15" y="35"/>
                  </a:cubicBezTo>
                  <a:cubicBezTo>
                    <a:pt x="45" y="29"/>
                    <a:pt x="88" y="33"/>
                    <a:pt x="94" y="0"/>
                  </a:cubicBezTo>
                  <a:cubicBezTo>
                    <a:pt x="118" y="42"/>
                    <a:pt x="56" y="68"/>
                    <a:pt x="44" y="99"/>
                  </a:cubicBezTo>
                  <a:cubicBezTo>
                    <a:pt x="65" y="95"/>
                    <a:pt x="85" y="91"/>
                    <a:pt x="103" y="85"/>
                  </a:cubicBezTo>
                  <a:cubicBezTo>
                    <a:pt x="105" y="80"/>
                    <a:pt x="103" y="71"/>
                    <a:pt x="107" y="66"/>
                  </a:cubicBezTo>
                  <a:cubicBezTo>
                    <a:pt x="115" y="75"/>
                    <a:pt x="114" y="95"/>
                    <a:pt x="119" y="107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4" name="Freeform 39">
              <a:extLst>
                <a:ext uri="{FF2B5EF4-FFF2-40B4-BE49-F238E27FC236}">
                  <a16:creationId xmlns:a16="http://schemas.microsoft.com/office/drawing/2014/main" id="{EC5ABF3C-40F8-0BEF-57C8-CD5583857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635" y="3866198"/>
              <a:ext cx="269875" cy="282575"/>
            </a:xfrm>
            <a:custGeom>
              <a:avLst/>
              <a:gdLst>
                <a:gd name="T0" fmla="*/ 100 w 104"/>
                <a:gd name="T1" fmla="*/ 0 h 109"/>
                <a:gd name="T2" fmla="*/ 100 w 104"/>
                <a:gd name="T3" fmla="*/ 30 h 109"/>
                <a:gd name="T4" fmla="*/ 29 w 104"/>
                <a:gd name="T5" fmla="*/ 83 h 109"/>
                <a:gd name="T6" fmla="*/ 96 w 104"/>
                <a:gd name="T7" fmla="*/ 68 h 109"/>
                <a:gd name="T8" fmla="*/ 99 w 104"/>
                <a:gd name="T9" fmla="*/ 109 h 109"/>
                <a:gd name="T10" fmla="*/ 87 w 104"/>
                <a:gd name="T11" fmla="*/ 92 h 109"/>
                <a:gd name="T12" fmla="*/ 1 w 104"/>
                <a:gd name="T13" fmla="*/ 91 h 109"/>
                <a:gd name="T14" fmla="*/ 78 w 104"/>
                <a:gd name="T15" fmla="*/ 26 h 109"/>
                <a:gd name="T16" fmla="*/ 13 w 104"/>
                <a:gd name="T17" fmla="*/ 28 h 109"/>
                <a:gd name="T18" fmla="*/ 7 w 104"/>
                <a:gd name="T19" fmla="*/ 43 h 109"/>
                <a:gd name="T20" fmla="*/ 5 w 104"/>
                <a:gd name="T21" fmla="*/ 1 h 109"/>
                <a:gd name="T22" fmla="*/ 12 w 104"/>
                <a:gd name="T23" fmla="*/ 15 h 109"/>
                <a:gd name="T24" fmla="*/ 88 w 104"/>
                <a:gd name="T25" fmla="*/ 15 h 109"/>
                <a:gd name="T26" fmla="*/ 95 w 104"/>
                <a:gd name="T27" fmla="*/ 0 h 109"/>
                <a:gd name="T28" fmla="*/ 100 w 104"/>
                <a:gd name="T2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9">
                  <a:moveTo>
                    <a:pt x="100" y="0"/>
                  </a:moveTo>
                  <a:cubicBezTo>
                    <a:pt x="100" y="10"/>
                    <a:pt x="100" y="20"/>
                    <a:pt x="100" y="30"/>
                  </a:cubicBezTo>
                  <a:cubicBezTo>
                    <a:pt x="76" y="47"/>
                    <a:pt x="52" y="66"/>
                    <a:pt x="29" y="83"/>
                  </a:cubicBezTo>
                  <a:cubicBezTo>
                    <a:pt x="52" y="86"/>
                    <a:pt x="95" y="93"/>
                    <a:pt x="96" y="68"/>
                  </a:cubicBezTo>
                  <a:cubicBezTo>
                    <a:pt x="104" y="73"/>
                    <a:pt x="100" y="100"/>
                    <a:pt x="99" y="109"/>
                  </a:cubicBezTo>
                  <a:cubicBezTo>
                    <a:pt x="91" y="107"/>
                    <a:pt x="94" y="93"/>
                    <a:pt x="87" y="92"/>
                  </a:cubicBezTo>
                  <a:cubicBezTo>
                    <a:pt x="58" y="91"/>
                    <a:pt x="27" y="95"/>
                    <a:pt x="1" y="91"/>
                  </a:cubicBezTo>
                  <a:cubicBezTo>
                    <a:pt x="22" y="63"/>
                    <a:pt x="55" y="50"/>
                    <a:pt x="78" y="26"/>
                  </a:cubicBezTo>
                  <a:cubicBezTo>
                    <a:pt x="62" y="28"/>
                    <a:pt x="29" y="24"/>
                    <a:pt x="13" y="28"/>
                  </a:cubicBezTo>
                  <a:cubicBezTo>
                    <a:pt x="10" y="30"/>
                    <a:pt x="11" y="39"/>
                    <a:pt x="7" y="43"/>
                  </a:cubicBezTo>
                  <a:cubicBezTo>
                    <a:pt x="0" y="36"/>
                    <a:pt x="3" y="10"/>
                    <a:pt x="5" y="1"/>
                  </a:cubicBezTo>
                  <a:cubicBezTo>
                    <a:pt x="12" y="1"/>
                    <a:pt x="8" y="12"/>
                    <a:pt x="12" y="15"/>
                  </a:cubicBezTo>
                  <a:cubicBezTo>
                    <a:pt x="35" y="19"/>
                    <a:pt x="66" y="21"/>
                    <a:pt x="88" y="15"/>
                  </a:cubicBezTo>
                  <a:cubicBezTo>
                    <a:pt x="91" y="11"/>
                    <a:pt x="95" y="7"/>
                    <a:pt x="95" y="0"/>
                  </a:cubicBezTo>
                  <a:cubicBezTo>
                    <a:pt x="96" y="0"/>
                    <a:pt x="99" y="0"/>
                    <a:pt x="100" y="0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5" name="Freeform 40">
              <a:extLst>
                <a:ext uri="{FF2B5EF4-FFF2-40B4-BE49-F238E27FC236}">
                  <a16:creationId xmlns:a16="http://schemas.microsoft.com/office/drawing/2014/main" id="{71683E3E-7FC7-D87B-D9C4-F28D7FD332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78635" y="4175760"/>
              <a:ext cx="269875" cy="271463"/>
            </a:xfrm>
            <a:custGeom>
              <a:avLst/>
              <a:gdLst>
                <a:gd name="T0" fmla="*/ 46 w 104"/>
                <a:gd name="T1" fmla="*/ 58 h 105"/>
                <a:gd name="T2" fmla="*/ 79 w 104"/>
                <a:gd name="T3" fmla="*/ 40 h 105"/>
                <a:gd name="T4" fmla="*/ 43 w 104"/>
                <a:gd name="T5" fmla="*/ 33 h 105"/>
                <a:gd name="T6" fmla="*/ 46 w 104"/>
                <a:gd name="T7" fmla="*/ 58 h 105"/>
                <a:gd name="T8" fmla="*/ 104 w 104"/>
                <a:gd name="T9" fmla="*/ 41 h 105"/>
                <a:gd name="T10" fmla="*/ 62 w 104"/>
                <a:gd name="T11" fmla="*/ 67 h 105"/>
                <a:gd name="T12" fmla="*/ 19 w 104"/>
                <a:gd name="T13" fmla="*/ 89 h 105"/>
                <a:gd name="T14" fmla="*/ 11 w 104"/>
                <a:gd name="T15" fmla="*/ 105 h 105"/>
                <a:gd name="T16" fmla="*/ 8 w 104"/>
                <a:gd name="T17" fmla="*/ 62 h 105"/>
                <a:gd name="T18" fmla="*/ 16 w 104"/>
                <a:gd name="T19" fmla="*/ 74 h 105"/>
                <a:gd name="T20" fmla="*/ 40 w 104"/>
                <a:gd name="T21" fmla="*/ 63 h 105"/>
                <a:gd name="T22" fmla="*/ 38 w 104"/>
                <a:gd name="T23" fmla="*/ 31 h 105"/>
                <a:gd name="T24" fmla="*/ 13 w 104"/>
                <a:gd name="T25" fmla="*/ 24 h 105"/>
                <a:gd name="T26" fmla="*/ 8 w 104"/>
                <a:gd name="T27" fmla="*/ 38 h 105"/>
                <a:gd name="T28" fmla="*/ 1 w 104"/>
                <a:gd name="T29" fmla="*/ 1 h 105"/>
                <a:gd name="T30" fmla="*/ 12 w 104"/>
                <a:gd name="T31" fmla="*/ 14 h 105"/>
                <a:gd name="T32" fmla="*/ 104 w 104"/>
                <a:gd name="T3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4" h="105">
                  <a:moveTo>
                    <a:pt x="46" y="58"/>
                  </a:moveTo>
                  <a:cubicBezTo>
                    <a:pt x="60" y="54"/>
                    <a:pt x="69" y="48"/>
                    <a:pt x="79" y="40"/>
                  </a:cubicBezTo>
                  <a:cubicBezTo>
                    <a:pt x="67" y="39"/>
                    <a:pt x="55" y="29"/>
                    <a:pt x="43" y="33"/>
                  </a:cubicBezTo>
                  <a:cubicBezTo>
                    <a:pt x="46" y="39"/>
                    <a:pt x="45" y="50"/>
                    <a:pt x="46" y="58"/>
                  </a:cubicBezTo>
                  <a:close/>
                  <a:moveTo>
                    <a:pt x="104" y="41"/>
                  </a:moveTo>
                  <a:cubicBezTo>
                    <a:pt x="95" y="55"/>
                    <a:pt x="77" y="59"/>
                    <a:pt x="62" y="67"/>
                  </a:cubicBezTo>
                  <a:cubicBezTo>
                    <a:pt x="47" y="74"/>
                    <a:pt x="34" y="83"/>
                    <a:pt x="19" y="89"/>
                  </a:cubicBezTo>
                  <a:cubicBezTo>
                    <a:pt x="17" y="96"/>
                    <a:pt x="17" y="105"/>
                    <a:pt x="11" y="105"/>
                  </a:cubicBezTo>
                  <a:cubicBezTo>
                    <a:pt x="12" y="89"/>
                    <a:pt x="5" y="73"/>
                    <a:pt x="8" y="62"/>
                  </a:cubicBezTo>
                  <a:cubicBezTo>
                    <a:pt x="14" y="62"/>
                    <a:pt x="12" y="71"/>
                    <a:pt x="16" y="74"/>
                  </a:cubicBezTo>
                  <a:cubicBezTo>
                    <a:pt x="25" y="72"/>
                    <a:pt x="32" y="67"/>
                    <a:pt x="40" y="63"/>
                  </a:cubicBezTo>
                  <a:cubicBezTo>
                    <a:pt x="41" y="50"/>
                    <a:pt x="38" y="43"/>
                    <a:pt x="38" y="31"/>
                  </a:cubicBezTo>
                  <a:cubicBezTo>
                    <a:pt x="32" y="22"/>
                    <a:pt x="25" y="25"/>
                    <a:pt x="13" y="24"/>
                  </a:cubicBezTo>
                  <a:cubicBezTo>
                    <a:pt x="7" y="24"/>
                    <a:pt x="13" y="36"/>
                    <a:pt x="8" y="38"/>
                  </a:cubicBezTo>
                  <a:cubicBezTo>
                    <a:pt x="0" y="33"/>
                    <a:pt x="3" y="14"/>
                    <a:pt x="1" y="1"/>
                  </a:cubicBezTo>
                  <a:cubicBezTo>
                    <a:pt x="10" y="0"/>
                    <a:pt x="8" y="10"/>
                    <a:pt x="12" y="14"/>
                  </a:cubicBezTo>
                  <a:cubicBezTo>
                    <a:pt x="41" y="24"/>
                    <a:pt x="76" y="29"/>
                    <a:pt x="104" y="41"/>
                  </a:cubicBezTo>
                  <a:close/>
                </a:path>
              </a:pathLst>
            </a:custGeom>
            <a:solidFill>
              <a:srgbClr val="6A00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3192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作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4FD7596C-8B2A-23A4-8FFF-FF851A3B26E5}"/>
              </a:ext>
            </a:extLst>
          </p:cNvPr>
          <p:cNvSpPr/>
          <p:nvPr userDrawn="1"/>
        </p:nvSpPr>
        <p:spPr>
          <a:xfrm>
            <a:off x="-1" y="479320"/>
            <a:ext cx="12192001" cy="617959"/>
          </a:xfrm>
          <a:prstGeom prst="rect">
            <a:avLst/>
          </a:prstGeom>
          <a:ln>
            <a:noFill/>
          </a:ln>
          <a:effectLst>
            <a:outerShdw blurRad="127000" dist="63500" dir="5400000" algn="t" rotWithShape="0">
              <a:schemeClr val="accent1">
                <a:lumMod val="75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76B31C-484D-1243-346E-0D8FEF10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36020" y="6538913"/>
            <a:ext cx="601472" cy="319088"/>
          </a:xfrm>
        </p:spPr>
        <p:txBody>
          <a:bodyPr/>
          <a:lstStyle>
            <a:lvl1pPr>
              <a:defRPr lang="en-US" altLang="zh-CN" sz="1600" kern="1200" dirty="0" smtClean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05389D-C31E-4256-1684-8F4385C7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2112" y="6538913"/>
            <a:ext cx="673608" cy="319088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C87181AA-4DAD-42D9-B724-3F8AD1554AD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4" name="内容占位符 13">
            <a:extLst>
              <a:ext uri="{FF2B5EF4-FFF2-40B4-BE49-F238E27FC236}">
                <a16:creationId xmlns:a16="http://schemas.microsoft.com/office/drawing/2014/main" id="{F3CCA5ED-9F0D-EC59-7F20-BFD49ABF22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0400" y="479429"/>
            <a:ext cx="5636491" cy="6179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7" name="图片占位符 26">
            <a:extLst>
              <a:ext uri="{FF2B5EF4-FFF2-40B4-BE49-F238E27FC236}">
                <a16:creationId xmlns:a16="http://schemas.microsoft.com/office/drawing/2014/main" id="{8FD7E3B7-7BB7-D344-4F00-ADB62D6F025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89000" y="1445340"/>
            <a:ext cx="1976438" cy="280219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8" name="图片占位符 26">
            <a:extLst>
              <a:ext uri="{FF2B5EF4-FFF2-40B4-BE49-F238E27FC236}">
                <a16:creationId xmlns:a16="http://schemas.microsoft.com/office/drawing/2014/main" id="{1DCF86A5-1ED2-5014-98FE-361D1E6ACB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85896" y="1445340"/>
            <a:ext cx="1976438" cy="280219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9" name="图片占位符 26">
            <a:extLst>
              <a:ext uri="{FF2B5EF4-FFF2-40B4-BE49-F238E27FC236}">
                <a16:creationId xmlns:a16="http://schemas.microsoft.com/office/drawing/2014/main" id="{D15876A5-3464-05A3-B43B-A2EF87756CB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469073" y="1445340"/>
            <a:ext cx="1976438" cy="280219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0" name="图片占位符 26">
            <a:extLst>
              <a:ext uri="{FF2B5EF4-FFF2-40B4-BE49-F238E27FC236}">
                <a16:creationId xmlns:a16="http://schemas.microsoft.com/office/drawing/2014/main" id="{69418BB5-C778-1448-A231-F840C7CB51D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52250" y="1445340"/>
            <a:ext cx="1976438" cy="2802194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34" name="文本占位符 33">
            <a:extLst>
              <a:ext uri="{FF2B5EF4-FFF2-40B4-BE49-F238E27FC236}">
                <a16:creationId xmlns:a16="http://schemas.microsoft.com/office/drawing/2014/main" id="{96D319DF-B20D-9B81-D3B9-BD85F8CD68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2431" y="4400443"/>
            <a:ext cx="2509474" cy="4111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5" name="文本占位符 33">
            <a:extLst>
              <a:ext uri="{FF2B5EF4-FFF2-40B4-BE49-F238E27FC236}">
                <a16:creationId xmlns:a16="http://schemas.microsoft.com/office/drawing/2014/main" id="{CD18A804-D556-9CFC-038B-4A0D40D7B67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19378" y="4403036"/>
            <a:ext cx="2509474" cy="4111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6" name="文本占位符 33">
            <a:extLst>
              <a:ext uri="{FF2B5EF4-FFF2-40B4-BE49-F238E27FC236}">
                <a16:creationId xmlns:a16="http://schemas.microsoft.com/office/drawing/2014/main" id="{D260FB86-5C0A-BC2F-A7D6-07C448DEB33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02555" y="4400443"/>
            <a:ext cx="2509474" cy="4111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7" name="文本占位符 33">
            <a:extLst>
              <a:ext uri="{FF2B5EF4-FFF2-40B4-BE49-F238E27FC236}">
                <a16:creationId xmlns:a16="http://schemas.microsoft.com/office/drawing/2014/main" id="{E5AB310B-E231-E1E3-D485-EBAD57B0FB4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985732" y="4400442"/>
            <a:ext cx="2509474" cy="4111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9" name="文本占位符 38">
            <a:extLst>
              <a:ext uri="{FF2B5EF4-FFF2-40B4-BE49-F238E27FC236}">
                <a16:creationId xmlns:a16="http://schemas.microsoft.com/office/drawing/2014/main" id="{9BF5DEBD-7219-600D-5B71-A99A44A0A1A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58924" y="5077379"/>
            <a:ext cx="2636488" cy="109727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zh-CN" alt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0" name="文本占位符 38">
            <a:extLst>
              <a:ext uri="{FF2B5EF4-FFF2-40B4-BE49-F238E27FC236}">
                <a16:creationId xmlns:a16="http://schemas.microsoft.com/office/drawing/2014/main" id="{AC2C1782-3754-6EED-24B4-8D0ADC73396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355871" y="5077379"/>
            <a:ext cx="2636488" cy="109727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zh-CN" alt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1" name="文本占位符 38">
            <a:extLst>
              <a:ext uri="{FF2B5EF4-FFF2-40B4-BE49-F238E27FC236}">
                <a16:creationId xmlns:a16="http://schemas.microsoft.com/office/drawing/2014/main" id="{665B8AF1-9A14-357C-8780-F1099E50F5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39048" y="5077379"/>
            <a:ext cx="2636488" cy="109727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zh-CN" alt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2" name="文本占位符 38">
            <a:extLst>
              <a:ext uri="{FF2B5EF4-FFF2-40B4-BE49-F238E27FC236}">
                <a16:creationId xmlns:a16="http://schemas.microsoft.com/office/drawing/2014/main" id="{5AA3C19B-85B9-05D6-F0D5-25CDACEA449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922225" y="5077379"/>
            <a:ext cx="2636488" cy="109727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lang="zh-CN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lang="zh-CN" alt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49D1AB72-55C2-DFD7-7964-A6C5838BC4EC}"/>
              </a:ext>
            </a:extLst>
          </p:cNvPr>
          <p:cNvGrpSpPr/>
          <p:nvPr userDrawn="1"/>
        </p:nvGrpSpPr>
        <p:grpSpPr>
          <a:xfrm>
            <a:off x="11311890" y="548640"/>
            <a:ext cx="369570" cy="469720"/>
            <a:chOff x="1508760" y="1972310"/>
            <a:chExt cx="3309937" cy="4206875"/>
          </a:xfrm>
          <a:solidFill>
            <a:schemeClr val="bg1"/>
          </a:solidFill>
        </p:grpSpPr>
        <p:sp>
          <p:nvSpPr>
            <p:cNvPr id="11" name="Freeform 16">
              <a:extLst>
                <a:ext uri="{FF2B5EF4-FFF2-40B4-BE49-F238E27FC236}">
                  <a16:creationId xmlns:a16="http://schemas.microsoft.com/office/drawing/2014/main" id="{4AF49A52-1D83-9507-5AFE-30F93D871F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08760" y="1972310"/>
              <a:ext cx="3309937" cy="4206875"/>
            </a:xfrm>
            <a:custGeom>
              <a:avLst/>
              <a:gdLst>
                <a:gd name="T0" fmla="*/ 1226 w 1275"/>
                <a:gd name="T1" fmla="*/ 588 h 1621"/>
                <a:gd name="T2" fmla="*/ 1228 w 1275"/>
                <a:gd name="T3" fmla="*/ 60 h 1621"/>
                <a:gd name="T4" fmla="*/ 935 w 1275"/>
                <a:gd name="T5" fmla="*/ 117 h 1621"/>
                <a:gd name="T6" fmla="*/ 644 w 1275"/>
                <a:gd name="T7" fmla="*/ 51 h 1621"/>
                <a:gd name="T8" fmla="*/ 88 w 1275"/>
                <a:gd name="T9" fmla="*/ 72 h 1621"/>
                <a:gd name="T10" fmla="*/ 59 w 1275"/>
                <a:gd name="T11" fmla="*/ 63 h 1621"/>
                <a:gd name="T12" fmla="*/ 61 w 1275"/>
                <a:gd name="T13" fmla="*/ 589 h 1621"/>
                <a:gd name="T14" fmla="*/ 96 w 1275"/>
                <a:gd name="T15" fmla="*/ 1079 h 1621"/>
                <a:gd name="T16" fmla="*/ 308 w 1275"/>
                <a:gd name="T17" fmla="*/ 1392 h 1621"/>
                <a:gd name="T18" fmla="*/ 646 w 1275"/>
                <a:gd name="T19" fmla="*/ 1572 h 1621"/>
                <a:gd name="T20" fmla="*/ 980 w 1275"/>
                <a:gd name="T21" fmla="*/ 1392 h 1621"/>
                <a:gd name="T22" fmla="*/ 1190 w 1275"/>
                <a:gd name="T23" fmla="*/ 1079 h 1621"/>
                <a:gd name="T24" fmla="*/ 1226 w 1275"/>
                <a:gd name="T25" fmla="*/ 588 h 1621"/>
                <a:gd name="T26" fmla="*/ 1267 w 1275"/>
                <a:gd name="T27" fmla="*/ 3 h 1621"/>
                <a:gd name="T28" fmla="*/ 1265 w 1275"/>
                <a:gd name="T29" fmla="*/ 566 h 1621"/>
                <a:gd name="T30" fmla="*/ 1228 w 1275"/>
                <a:gd name="T31" fmla="*/ 1092 h 1621"/>
                <a:gd name="T32" fmla="*/ 996 w 1275"/>
                <a:gd name="T33" fmla="*/ 1418 h 1621"/>
                <a:gd name="T34" fmla="*/ 643 w 1275"/>
                <a:gd name="T35" fmla="*/ 1621 h 1621"/>
                <a:gd name="T36" fmla="*/ 336 w 1275"/>
                <a:gd name="T37" fmla="*/ 1452 h 1621"/>
                <a:gd name="T38" fmla="*/ 107 w 1275"/>
                <a:gd name="T39" fmla="*/ 1203 h 1621"/>
                <a:gd name="T40" fmla="*/ 41 w 1275"/>
                <a:gd name="T41" fmla="*/ 1028 h 1621"/>
                <a:gd name="T42" fmla="*/ 17 w 1275"/>
                <a:gd name="T43" fmla="*/ 318 h 1621"/>
                <a:gd name="T44" fmla="*/ 17 w 1275"/>
                <a:gd name="T45" fmla="*/ 0 h 1621"/>
                <a:gd name="T46" fmla="*/ 331 w 1275"/>
                <a:gd name="T47" fmla="*/ 82 h 1621"/>
                <a:gd name="T48" fmla="*/ 644 w 1275"/>
                <a:gd name="T49" fmla="*/ 7 h 1621"/>
                <a:gd name="T50" fmla="*/ 962 w 1275"/>
                <a:gd name="T51" fmla="*/ 82 h 1621"/>
                <a:gd name="T52" fmla="*/ 1238 w 1275"/>
                <a:gd name="T53" fmla="*/ 17 h 1621"/>
                <a:gd name="T54" fmla="*/ 1267 w 1275"/>
                <a:gd name="T55" fmla="*/ 3 h 1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5" h="1621">
                  <a:moveTo>
                    <a:pt x="1226" y="588"/>
                  </a:moveTo>
                  <a:cubicBezTo>
                    <a:pt x="1226" y="410"/>
                    <a:pt x="1227" y="232"/>
                    <a:pt x="1228" y="60"/>
                  </a:cubicBezTo>
                  <a:cubicBezTo>
                    <a:pt x="1146" y="96"/>
                    <a:pt x="1049" y="120"/>
                    <a:pt x="935" y="117"/>
                  </a:cubicBezTo>
                  <a:cubicBezTo>
                    <a:pt x="827" y="116"/>
                    <a:pt x="720" y="94"/>
                    <a:pt x="644" y="51"/>
                  </a:cubicBezTo>
                  <a:cubicBezTo>
                    <a:pt x="511" y="134"/>
                    <a:pt x="242" y="136"/>
                    <a:pt x="88" y="72"/>
                  </a:cubicBezTo>
                  <a:cubicBezTo>
                    <a:pt x="79" y="68"/>
                    <a:pt x="68" y="60"/>
                    <a:pt x="59" y="63"/>
                  </a:cubicBezTo>
                  <a:cubicBezTo>
                    <a:pt x="57" y="236"/>
                    <a:pt x="61" y="413"/>
                    <a:pt x="61" y="589"/>
                  </a:cubicBezTo>
                  <a:cubicBezTo>
                    <a:pt x="61" y="769"/>
                    <a:pt x="50" y="941"/>
                    <a:pt x="96" y="1079"/>
                  </a:cubicBezTo>
                  <a:cubicBezTo>
                    <a:pt x="140" y="1211"/>
                    <a:pt x="213" y="1316"/>
                    <a:pt x="308" y="1392"/>
                  </a:cubicBezTo>
                  <a:cubicBezTo>
                    <a:pt x="404" y="1466"/>
                    <a:pt x="529" y="1507"/>
                    <a:pt x="646" y="1572"/>
                  </a:cubicBezTo>
                  <a:cubicBezTo>
                    <a:pt x="760" y="1505"/>
                    <a:pt x="885" y="1467"/>
                    <a:pt x="980" y="1392"/>
                  </a:cubicBezTo>
                  <a:cubicBezTo>
                    <a:pt x="1074" y="1314"/>
                    <a:pt x="1148" y="1212"/>
                    <a:pt x="1190" y="1079"/>
                  </a:cubicBezTo>
                  <a:cubicBezTo>
                    <a:pt x="1233" y="940"/>
                    <a:pt x="1226" y="768"/>
                    <a:pt x="1226" y="588"/>
                  </a:cubicBezTo>
                  <a:close/>
                  <a:moveTo>
                    <a:pt x="1267" y="3"/>
                  </a:moveTo>
                  <a:cubicBezTo>
                    <a:pt x="1275" y="189"/>
                    <a:pt x="1259" y="379"/>
                    <a:pt x="1265" y="566"/>
                  </a:cubicBezTo>
                  <a:cubicBezTo>
                    <a:pt x="1270" y="752"/>
                    <a:pt x="1275" y="946"/>
                    <a:pt x="1228" y="1092"/>
                  </a:cubicBezTo>
                  <a:cubicBezTo>
                    <a:pt x="1183" y="1231"/>
                    <a:pt x="1098" y="1340"/>
                    <a:pt x="996" y="1418"/>
                  </a:cubicBezTo>
                  <a:cubicBezTo>
                    <a:pt x="891" y="1499"/>
                    <a:pt x="760" y="1545"/>
                    <a:pt x="643" y="1621"/>
                  </a:cubicBezTo>
                  <a:cubicBezTo>
                    <a:pt x="543" y="1551"/>
                    <a:pt x="430" y="1514"/>
                    <a:pt x="336" y="1452"/>
                  </a:cubicBezTo>
                  <a:cubicBezTo>
                    <a:pt x="242" y="1390"/>
                    <a:pt x="165" y="1307"/>
                    <a:pt x="107" y="1203"/>
                  </a:cubicBezTo>
                  <a:cubicBezTo>
                    <a:pt x="78" y="1150"/>
                    <a:pt x="54" y="1092"/>
                    <a:pt x="41" y="1028"/>
                  </a:cubicBezTo>
                  <a:cubicBezTo>
                    <a:pt x="0" y="825"/>
                    <a:pt x="33" y="554"/>
                    <a:pt x="17" y="318"/>
                  </a:cubicBezTo>
                  <a:cubicBezTo>
                    <a:pt x="17" y="212"/>
                    <a:pt x="17" y="106"/>
                    <a:pt x="17" y="0"/>
                  </a:cubicBezTo>
                  <a:cubicBezTo>
                    <a:pt x="98" y="48"/>
                    <a:pt x="205" y="82"/>
                    <a:pt x="331" y="82"/>
                  </a:cubicBezTo>
                  <a:cubicBezTo>
                    <a:pt x="452" y="82"/>
                    <a:pt x="563" y="60"/>
                    <a:pt x="644" y="7"/>
                  </a:cubicBezTo>
                  <a:cubicBezTo>
                    <a:pt x="720" y="60"/>
                    <a:pt x="837" y="82"/>
                    <a:pt x="962" y="82"/>
                  </a:cubicBezTo>
                  <a:cubicBezTo>
                    <a:pt x="1067" y="82"/>
                    <a:pt x="1166" y="55"/>
                    <a:pt x="1238" y="17"/>
                  </a:cubicBezTo>
                  <a:cubicBezTo>
                    <a:pt x="1250" y="11"/>
                    <a:pt x="1260" y="2"/>
                    <a:pt x="1267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2" name="Freeform 17">
              <a:extLst>
                <a:ext uri="{FF2B5EF4-FFF2-40B4-BE49-F238E27FC236}">
                  <a16:creationId xmlns:a16="http://schemas.microsoft.com/office/drawing/2014/main" id="{09558736-A640-FFE8-AFCB-C9BF2A2672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7523" y="3866198"/>
              <a:ext cx="269875" cy="249238"/>
            </a:xfrm>
            <a:custGeom>
              <a:avLst/>
              <a:gdLst>
                <a:gd name="T0" fmla="*/ 98 w 104"/>
                <a:gd name="T1" fmla="*/ 26 h 96"/>
                <a:gd name="T2" fmla="*/ 98 w 104"/>
                <a:gd name="T3" fmla="*/ 73 h 96"/>
                <a:gd name="T4" fmla="*/ 93 w 104"/>
                <a:gd name="T5" fmla="*/ 58 h 96"/>
                <a:gd name="T6" fmla="*/ 15 w 104"/>
                <a:gd name="T7" fmla="*/ 82 h 96"/>
                <a:gd name="T8" fmla="*/ 6 w 104"/>
                <a:gd name="T9" fmla="*/ 96 h 96"/>
                <a:gd name="T10" fmla="*/ 5 w 104"/>
                <a:gd name="T11" fmla="*/ 53 h 96"/>
                <a:gd name="T12" fmla="*/ 10 w 104"/>
                <a:gd name="T13" fmla="*/ 66 h 96"/>
                <a:gd name="T14" fmla="*/ 51 w 104"/>
                <a:gd name="T15" fmla="*/ 47 h 96"/>
                <a:gd name="T16" fmla="*/ 15 w 104"/>
                <a:gd name="T17" fmla="*/ 22 h 96"/>
                <a:gd name="T18" fmla="*/ 6 w 104"/>
                <a:gd name="T19" fmla="*/ 35 h 96"/>
                <a:gd name="T20" fmla="*/ 5 w 104"/>
                <a:gd name="T21" fmla="*/ 0 h 96"/>
                <a:gd name="T22" fmla="*/ 10 w 104"/>
                <a:gd name="T23" fmla="*/ 0 h 96"/>
                <a:gd name="T24" fmla="*/ 92 w 104"/>
                <a:gd name="T25" fmla="*/ 40 h 96"/>
                <a:gd name="T26" fmla="*/ 98 w 104"/>
                <a:gd name="T27" fmla="*/ 2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96">
                  <a:moveTo>
                    <a:pt x="98" y="26"/>
                  </a:moveTo>
                  <a:cubicBezTo>
                    <a:pt x="104" y="35"/>
                    <a:pt x="99" y="57"/>
                    <a:pt x="98" y="73"/>
                  </a:cubicBezTo>
                  <a:cubicBezTo>
                    <a:pt x="92" y="73"/>
                    <a:pt x="97" y="62"/>
                    <a:pt x="93" y="58"/>
                  </a:cubicBezTo>
                  <a:cubicBezTo>
                    <a:pt x="56" y="49"/>
                    <a:pt x="38" y="72"/>
                    <a:pt x="15" y="82"/>
                  </a:cubicBezTo>
                  <a:cubicBezTo>
                    <a:pt x="11" y="84"/>
                    <a:pt x="10" y="92"/>
                    <a:pt x="6" y="96"/>
                  </a:cubicBezTo>
                  <a:cubicBezTo>
                    <a:pt x="0" y="90"/>
                    <a:pt x="2" y="63"/>
                    <a:pt x="5" y="53"/>
                  </a:cubicBezTo>
                  <a:cubicBezTo>
                    <a:pt x="10" y="53"/>
                    <a:pt x="9" y="62"/>
                    <a:pt x="10" y="66"/>
                  </a:cubicBezTo>
                  <a:cubicBezTo>
                    <a:pt x="26" y="62"/>
                    <a:pt x="35" y="50"/>
                    <a:pt x="51" y="47"/>
                  </a:cubicBezTo>
                  <a:cubicBezTo>
                    <a:pt x="42" y="36"/>
                    <a:pt x="28" y="29"/>
                    <a:pt x="15" y="22"/>
                  </a:cubicBezTo>
                  <a:cubicBezTo>
                    <a:pt x="6" y="20"/>
                    <a:pt x="13" y="35"/>
                    <a:pt x="6" y="35"/>
                  </a:cubicBezTo>
                  <a:cubicBezTo>
                    <a:pt x="0" y="30"/>
                    <a:pt x="7" y="11"/>
                    <a:pt x="5" y="0"/>
                  </a:cubicBezTo>
                  <a:cubicBezTo>
                    <a:pt x="6" y="0"/>
                    <a:pt x="9" y="0"/>
                    <a:pt x="10" y="0"/>
                  </a:cubicBezTo>
                  <a:cubicBezTo>
                    <a:pt x="24" y="25"/>
                    <a:pt x="53" y="47"/>
                    <a:pt x="92" y="40"/>
                  </a:cubicBezTo>
                  <a:cubicBezTo>
                    <a:pt x="97" y="39"/>
                    <a:pt x="93" y="28"/>
                    <a:pt x="98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3" name="Freeform 18">
              <a:extLst>
                <a:ext uri="{FF2B5EF4-FFF2-40B4-BE49-F238E27FC236}">
                  <a16:creationId xmlns:a16="http://schemas.microsoft.com/office/drawing/2014/main" id="{CB92145E-CA65-49CA-5BA7-48F97529AB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348" y="4140835"/>
              <a:ext cx="265112" cy="244475"/>
            </a:xfrm>
            <a:custGeom>
              <a:avLst/>
              <a:gdLst>
                <a:gd name="T0" fmla="*/ 98 w 102"/>
                <a:gd name="T1" fmla="*/ 27 h 94"/>
                <a:gd name="T2" fmla="*/ 98 w 102"/>
                <a:gd name="T3" fmla="*/ 72 h 94"/>
                <a:gd name="T4" fmla="*/ 93 w 102"/>
                <a:gd name="T5" fmla="*/ 58 h 94"/>
                <a:gd name="T6" fmla="*/ 10 w 102"/>
                <a:gd name="T7" fmla="*/ 53 h 94"/>
                <a:gd name="T8" fmla="*/ 28 w 102"/>
                <a:gd name="T9" fmla="*/ 89 h 94"/>
                <a:gd name="T10" fmla="*/ 0 w 102"/>
                <a:gd name="T11" fmla="*/ 89 h 94"/>
                <a:gd name="T12" fmla="*/ 3 w 102"/>
                <a:gd name="T13" fmla="*/ 3 h 94"/>
                <a:gd name="T14" fmla="*/ 30 w 102"/>
                <a:gd name="T15" fmla="*/ 5 h 94"/>
                <a:gd name="T16" fmla="*/ 10 w 102"/>
                <a:gd name="T17" fmla="*/ 37 h 94"/>
                <a:gd name="T18" fmla="*/ 89 w 102"/>
                <a:gd name="T19" fmla="*/ 40 h 94"/>
                <a:gd name="T20" fmla="*/ 98 w 102"/>
                <a:gd name="T21" fmla="*/ 2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94">
                  <a:moveTo>
                    <a:pt x="98" y="27"/>
                  </a:moveTo>
                  <a:cubicBezTo>
                    <a:pt x="102" y="33"/>
                    <a:pt x="99" y="61"/>
                    <a:pt x="98" y="72"/>
                  </a:cubicBezTo>
                  <a:cubicBezTo>
                    <a:pt x="91" y="72"/>
                    <a:pt x="93" y="65"/>
                    <a:pt x="93" y="58"/>
                  </a:cubicBezTo>
                  <a:cubicBezTo>
                    <a:pt x="67" y="53"/>
                    <a:pt x="35" y="57"/>
                    <a:pt x="10" y="53"/>
                  </a:cubicBezTo>
                  <a:cubicBezTo>
                    <a:pt x="0" y="73"/>
                    <a:pt x="21" y="78"/>
                    <a:pt x="28" y="89"/>
                  </a:cubicBezTo>
                  <a:cubicBezTo>
                    <a:pt x="21" y="94"/>
                    <a:pt x="10" y="89"/>
                    <a:pt x="0" y="89"/>
                  </a:cubicBezTo>
                  <a:cubicBezTo>
                    <a:pt x="2" y="61"/>
                    <a:pt x="2" y="32"/>
                    <a:pt x="3" y="3"/>
                  </a:cubicBezTo>
                  <a:cubicBezTo>
                    <a:pt x="12" y="4"/>
                    <a:pt x="24" y="0"/>
                    <a:pt x="30" y="5"/>
                  </a:cubicBezTo>
                  <a:cubicBezTo>
                    <a:pt x="23" y="15"/>
                    <a:pt x="3" y="14"/>
                    <a:pt x="10" y="37"/>
                  </a:cubicBezTo>
                  <a:cubicBezTo>
                    <a:pt x="35" y="40"/>
                    <a:pt x="57" y="40"/>
                    <a:pt x="89" y="40"/>
                  </a:cubicBezTo>
                  <a:cubicBezTo>
                    <a:pt x="95" y="39"/>
                    <a:pt x="91" y="28"/>
                    <a:pt x="98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5" name="Freeform 19">
              <a:extLst>
                <a:ext uri="{FF2B5EF4-FFF2-40B4-BE49-F238E27FC236}">
                  <a16:creationId xmlns:a16="http://schemas.microsoft.com/office/drawing/2014/main" id="{06C99EA1-F6B8-C493-3671-4FE2C4E8B2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2223" y="2431098"/>
              <a:ext cx="765175" cy="695325"/>
            </a:xfrm>
            <a:custGeom>
              <a:avLst/>
              <a:gdLst>
                <a:gd name="T0" fmla="*/ 47 w 295"/>
                <a:gd name="T1" fmla="*/ 102 h 268"/>
                <a:gd name="T2" fmla="*/ 56 w 295"/>
                <a:gd name="T3" fmla="*/ 77 h 268"/>
                <a:gd name="T4" fmla="*/ 56 w 295"/>
                <a:gd name="T5" fmla="*/ 77 h 268"/>
                <a:gd name="T6" fmla="*/ 92 w 295"/>
                <a:gd name="T7" fmla="*/ 116 h 268"/>
                <a:gd name="T8" fmla="*/ 107 w 295"/>
                <a:gd name="T9" fmla="*/ 124 h 268"/>
                <a:gd name="T10" fmla="*/ 83 w 295"/>
                <a:gd name="T11" fmla="*/ 69 h 268"/>
                <a:gd name="T12" fmla="*/ 119 w 295"/>
                <a:gd name="T13" fmla="*/ 55 h 268"/>
                <a:gd name="T14" fmla="*/ 119 w 295"/>
                <a:gd name="T15" fmla="*/ 55 h 268"/>
                <a:gd name="T16" fmla="*/ 114 w 295"/>
                <a:gd name="T17" fmla="*/ 16 h 268"/>
                <a:gd name="T18" fmla="*/ 143 w 295"/>
                <a:gd name="T19" fmla="*/ 133 h 268"/>
                <a:gd name="T20" fmla="*/ 130 w 295"/>
                <a:gd name="T21" fmla="*/ 84 h 268"/>
                <a:gd name="T22" fmla="*/ 107 w 295"/>
                <a:gd name="T23" fmla="*/ 88 h 268"/>
                <a:gd name="T24" fmla="*/ 60 w 295"/>
                <a:gd name="T25" fmla="*/ 111 h 268"/>
                <a:gd name="T26" fmla="*/ 77 w 295"/>
                <a:gd name="T27" fmla="*/ 97 h 268"/>
                <a:gd name="T28" fmla="*/ 88 w 295"/>
                <a:gd name="T29" fmla="*/ 106 h 268"/>
                <a:gd name="T30" fmla="*/ 143 w 295"/>
                <a:gd name="T31" fmla="*/ 133 h 268"/>
                <a:gd name="T32" fmla="*/ 146 w 295"/>
                <a:gd name="T33" fmla="*/ 25 h 268"/>
                <a:gd name="T34" fmla="*/ 147 w 295"/>
                <a:gd name="T35" fmla="*/ 34 h 268"/>
                <a:gd name="T36" fmla="*/ 151 w 295"/>
                <a:gd name="T37" fmla="*/ 183 h 268"/>
                <a:gd name="T38" fmla="*/ 109 w 295"/>
                <a:gd name="T39" fmla="*/ 147 h 268"/>
                <a:gd name="T40" fmla="*/ 97 w 295"/>
                <a:gd name="T41" fmla="*/ 133 h 268"/>
                <a:gd name="T42" fmla="*/ 97 w 295"/>
                <a:gd name="T43" fmla="*/ 158 h 268"/>
                <a:gd name="T44" fmla="*/ 148 w 295"/>
                <a:gd name="T45" fmla="*/ 201 h 268"/>
                <a:gd name="T46" fmla="*/ 134 w 295"/>
                <a:gd name="T47" fmla="*/ 214 h 268"/>
                <a:gd name="T48" fmla="*/ 109 w 295"/>
                <a:gd name="T49" fmla="*/ 240 h 268"/>
                <a:gd name="T50" fmla="*/ 140 w 295"/>
                <a:gd name="T51" fmla="*/ 224 h 268"/>
                <a:gd name="T52" fmla="*/ 158 w 295"/>
                <a:gd name="T53" fmla="*/ 215 h 268"/>
                <a:gd name="T54" fmla="*/ 146 w 295"/>
                <a:gd name="T55" fmla="*/ 153 h 268"/>
                <a:gd name="T56" fmla="*/ 159 w 295"/>
                <a:gd name="T57" fmla="*/ 159 h 268"/>
                <a:gd name="T58" fmla="*/ 164 w 295"/>
                <a:gd name="T59" fmla="*/ 136 h 268"/>
                <a:gd name="T60" fmla="*/ 200 w 295"/>
                <a:gd name="T61" fmla="*/ 129 h 268"/>
                <a:gd name="T62" fmla="*/ 193 w 295"/>
                <a:gd name="T63" fmla="*/ 120 h 268"/>
                <a:gd name="T64" fmla="*/ 200 w 295"/>
                <a:gd name="T65" fmla="*/ 129 h 268"/>
                <a:gd name="T66" fmla="*/ 242 w 295"/>
                <a:gd name="T67" fmla="*/ 133 h 268"/>
                <a:gd name="T68" fmla="*/ 263 w 295"/>
                <a:gd name="T69" fmla="*/ 206 h 268"/>
                <a:gd name="T70" fmla="*/ 244 w 295"/>
                <a:gd name="T71" fmla="*/ 168 h 268"/>
                <a:gd name="T72" fmla="*/ 241 w 295"/>
                <a:gd name="T73" fmla="*/ 177 h 268"/>
                <a:gd name="T74" fmla="*/ 270 w 295"/>
                <a:gd name="T75" fmla="*/ 155 h 268"/>
                <a:gd name="T76" fmla="*/ 255 w 295"/>
                <a:gd name="T77" fmla="*/ 155 h 268"/>
                <a:gd name="T78" fmla="*/ 270 w 295"/>
                <a:gd name="T79" fmla="*/ 183 h 268"/>
                <a:gd name="T80" fmla="*/ 270 w 295"/>
                <a:gd name="T81" fmla="*/ 183 h 268"/>
                <a:gd name="T82" fmla="*/ 283 w 295"/>
                <a:gd name="T83" fmla="*/ 252 h 268"/>
                <a:gd name="T84" fmla="*/ 231 w 295"/>
                <a:gd name="T85" fmla="*/ 217 h 268"/>
                <a:gd name="T86" fmla="*/ 160 w 295"/>
                <a:gd name="T87" fmla="*/ 264 h 268"/>
                <a:gd name="T88" fmla="*/ 107 w 295"/>
                <a:gd name="T89" fmla="*/ 224 h 268"/>
                <a:gd name="T90" fmla="*/ 30 w 295"/>
                <a:gd name="T91" fmla="*/ 258 h 268"/>
                <a:gd name="T92" fmla="*/ 19 w 295"/>
                <a:gd name="T93" fmla="*/ 224 h 268"/>
                <a:gd name="T94" fmla="*/ 64 w 295"/>
                <a:gd name="T95" fmla="*/ 48 h 268"/>
                <a:gd name="T96" fmla="*/ 85 w 295"/>
                <a:gd name="T97" fmla="*/ 5 h 268"/>
                <a:gd name="T98" fmla="*/ 160 w 295"/>
                <a:gd name="T99" fmla="*/ 76 h 268"/>
                <a:gd name="T100" fmla="*/ 208 w 295"/>
                <a:gd name="T101" fmla="*/ 107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95" h="268">
                  <a:moveTo>
                    <a:pt x="42" y="115"/>
                  </a:moveTo>
                  <a:cubicBezTo>
                    <a:pt x="49" y="117"/>
                    <a:pt x="50" y="105"/>
                    <a:pt x="47" y="102"/>
                  </a:cubicBezTo>
                  <a:cubicBezTo>
                    <a:pt x="44" y="106"/>
                    <a:pt x="41" y="109"/>
                    <a:pt x="42" y="115"/>
                  </a:cubicBezTo>
                  <a:close/>
                  <a:moveTo>
                    <a:pt x="56" y="77"/>
                  </a:moveTo>
                  <a:cubicBezTo>
                    <a:pt x="63" y="76"/>
                    <a:pt x="68" y="73"/>
                    <a:pt x="68" y="64"/>
                  </a:cubicBezTo>
                  <a:cubicBezTo>
                    <a:pt x="61" y="60"/>
                    <a:pt x="55" y="68"/>
                    <a:pt x="56" y="77"/>
                  </a:cubicBezTo>
                  <a:close/>
                  <a:moveTo>
                    <a:pt x="107" y="124"/>
                  </a:moveTo>
                  <a:cubicBezTo>
                    <a:pt x="107" y="116"/>
                    <a:pt x="98" y="112"/>
                    <a:pt x="92" y="116"/>
                  </a:cubicBezTo>
                  <a:cubicBezTo>
                    <a:pt x="91" y="122"/>
                    <a:pt x="97" y="124"/>
                    <a:pt x="97" y="129"/>
                  </a:cubicBezTo>
                  <a:cubicBezTo>
                    <a:pt x="102" y="129"/>
                    <a:pt x="103" y="125"/>
                    <a:pt x="107" y="124"/>
                  </a:cubicBezTo>
                  <a:close/>
                  <a:moveTo>
                    <a:pt x="105" y="69"/>
                  </a:moveTo>
                  <a:cubicBezTo>
                    <a:pt x="107" y="59"/>
                    <a:pt x="83" y="59"/>
                    <a:pt x="83" y="69"/>
                  </a:cubicBezTo>
                  <a:cubicBezTo>
                    <a:pt x="90" y="72"/>
                    <a:pt x="97" y="67"/>
                    <a:pt x="105" y="69"/>
                  </a:cubicBezTo>
                  <a:close/>
                  <a:moveTo>
                    <a:pt x="119" y="55"/>
                  </a:moveTo>
                  <a:cubicBezTo>
                    <a:pt x="116" y="38"/>
                    <a:pt x="103" y="31"/>
                    <a:pt x="90" y="25"/>
                  </a:cubicBezTo>
                  <a:cubicBezTo>
                    <a:pt x="96" y="39"/>
                    <a:pt x="108" y="48"/>
                    <a:pt x="119" y="55"/>
                  </a:cubicBezTo>
                  <a:close/>
                  <a:moveTo>
                    <a:pt x="123" y="38"/>
                  </a:moveTo>
                  <a:cubicBezTo>
                    <a:pt x="118" y="33"/>
                    <a:pt x="120" y="20"/>
                    <a:pt x="114" y="16"/>
                  </a:cubicBezTo>
                  <a:cubicBezTo>
                    <a:pt x="109" y="25"/>
                    <a:pt x="115" y="36"/>
                    <a:pt x="123" y="38"/>
                  </a:cubicBezTo>
                  <a:close/>
                  <a:moveTo>
                    <a:pt x="143" y="133"/>
                  </a:moveTo>
                  <a:cubicBezTo>
                    <a:pt x="157" y="112"/>
                    <a:pt x="114" y="109"/>
                    <a:pt x="105" y="93"/>
                  </a:cubicBezTo>
                  <a:cubicBezTo>
                    <a:pt x="120" y="96"/>
                    <a:pt x="116" y="74"/>
                    <a:pt x="130" y="84"/>
                  </a:cubicBezTo>
                  <a:cubicBezTo>
                    <a:pt x="129" y="78"/>
                    <a:pt x="125" y="74"/>
                    <a:pt x="121" y="72"/>
                  </a:cubicBezTo>
                  <a:cubicBezTo>
                    <a:pt x="116" y="78"/>
                    <a:pt x="115" y="86"/>
                    <a:pt x="107" y="88"/>
                  </a:cubicBezTo>
                  <a:cubicBezTo>
                    <a:pt x="92" y="79"/>
                    <a:pt x="65" y="77"/>
                    <a:pt x="55" y="91"/>
                  </a:cubicBezTo>
                  <a:cubicBezTo>
                    <a:pt x="56" y="98"/>
                    <a:pt x="53" y="111"/>
                    <a:pt x="60" y="111"/>
                  </a:cubicBezTo>
                  <a:cubicBezTo>
                    <a:pt x="66" y="106"/>
                    <a:pt x="64" y="93"/>
                    <a:pt x="72" y="91"/>
                  </a:cubicBezTo>
                  <a:cubicBezTo>
                    <a:pt x="75" y="92"/>
                    <a:pt x="77" y="95"/>
                    <a:pt x="77" y="97"/>
                  </a:cubicBezTo>
                  <a:cubicBezTo>
                    <a:pt x="74" y="103"/>
                    <a:pt x="75" y="112"/>
                    <a:pt x="77" y="120"/>
                  </a:cubicBezTo>
                  <a:cubicBezTo>
                    <a:pt x="86" y="120"/>
                    <a:pt x="82" y="109"/>
                    <a:pt x="88" y="106"/>
                  </a:cubicBezTo>
                  <a:cubicBezTo>
                    <a:pt x="107" y="98"/>
                    <a:pt x="108" y="120"/>
                    <a:pt x="125" y="112"/>
                  </a:cubicBezTo>
                  <a:cubicBezTo>
                    <a:pt x="132" y="119"/>
                    <a:pt x="137" y="126"/>
                    <a:pt x="143" y="133"/>
                  </a:cubicBezTo>
                  <a:close/>
                  <a:moveTo>
                    <a:pt x="147" y="34"/>
                  </a:moveTo>
                  <a:cubicBezTo>
                    <a:pt x="148" y="30"/>
                    <a:pt x="147" y="28"/>
                    <a:pt x="146" y="25"/>
                  </a:cubicBezTo>
                  <a:cubicBezTo>
                    <a:pt x="143" y="25"/>
                    <a:pt x="142" y="25"/>
                    <a:pt x="140" y="25"/>
                  </a:cubicBezTo>
                  <a:cubicBezTo>
                    <a:pt x="141" y="29"/>
                    <a:pt x="142" y="34"/>
                    <a:pt x="147" y="34"/>
                  </a:cubicBezTo>
                  <a:close/>
                  <a:moveTo>
                    <a:pt x="148" y="201"/>
                  </a:moveTo>
                  <a:cubicBezTo>
                    <a:pt x="152" y="195"/>
                    <a:pt x="151" y="191"/>
                    <a:pt x="151" y="183"/>
                  </a:cubicBezTo>
                  <a:cubicBezTo>
                    <a:pt x="132" y="176"/>
                    <a:pt x="103" y="179"/>
                    <a:pt x="102" y="154"/>
                  </a:cubicBezTo>
                  <a:cubicBezTo>
                    <a:pt x="101" y="149"/>
                    <a:pt x="110" y="154"/>
                    <a:pt x="109" y="147"/>
                  </a:cubicBezTo>
                  <a:cubicBezTo>
                    <a:pt x="104" y="143"/>
                    <a:pt x="99" y="154"/>
                    <a:pt x="93" y="149"/>
                  </a:cubicBezTo>
                  <a:cubicBezTo>
                    <a:pt x="93" y="143"/>
                    <a:pt x="102" y="138"/>
                    <a:pt x="97" y="133"/>
                  </a:cubicBezTo>
                  <a:cubicBezTo>
                    <a:pt x="96" y="139"/>
                    <a:pt x="85" y="135"/>
                    <a:pt x="77" y="136"/>
                  </a:cubicBezTo>
                  <a:cubicBezTo>
                    <a:pt x="77" y="150"/>
                    <a:pt x="82" y="159"/>
                    <a:pt x="97" y="158"/>
                  </a:cubicBezTo>
                  <a:cubicBezTo>
                    <a:pt x="101" y="167"/>
                    <a:pt x="105" y="176"/>
                    <a:pt x="114" y="181"/>
                  </a:cubicBezTo>
                  <a:cubicBezTo>
                    <a:pt x="129" y="177"/>
                    <a:pt x="136" y="196"/>
                    <a:pt x="148" y="201"/>
                  </a:cubicBezTo>
                  <a:close/>
                  <a:moveTo>
                    <a:pt x="158" y="215"/>
                  </a:moveTo>
                  <a:cubicBezTo>
                    <a:pt x="148" y="221"/>
                    <a:pt x="143" y="207"/>
                    <a:pt x="134" y="214"/>
                  </a:cubicBezTo>
                  <a:cubicBezTo>
                    <a:pt x="129" y="211"/>
                    <a:pt x="136" y="198"/>
                    <a:pt x="127" y="198"/>
                  </a:cubicBezTo>
                  <a:cubicBezTo>
                    <a:pt x="130" y="219"/>
                    <a:pt x="121" y="231"/>
                    <a:pt x="109" y="240"/>
                  </a:cubicBezTo>
                  <a:cubicBezTo>
                    <a:pt x="119" y="244"/>
                    <a:pt x="125" y="244"/>
                    <a:pt x="135" y="240"/>
                  </a:cubicBezTo>
                  <a:cubicBezTo>
                    <a:pt x="138" y="236"/>
                    <a:pt x="135" y="225"/>
                    <a:pt x="140" y="224"/>
                  </a:cubicBezTo>
                  <a:cubicBezTo>
                    <a:pt x="151" y="224"/>
                    <a:pt x="140" y="245"/>
                    <a:pt x="151" y="244"/>
                  </a:cubicBezTo>
                  <a:cubicBezTo>
                    <a:pt x="149" y="227"/>
                    <a:pt x="149" y="224"/>
                    <a:pt x="158" y="215"/>
                  </a:cubicBezTo>
                  <a:close/>
                  <a:moveTo>
                    <a:pt x="159" y="159"/>
                  </a:moveTo>
                  <a:cubicBezTo>
                    <a:pt x="162" y="150"/>
                    <a:pt x="151" y="148"/>
                    <a:pt x="146" y="153"/>
                  </a:cubicBezTo>
                  <a:cubicBezTo>
                    <a:pt x="146" y="154"/>
                    <a:pt x="146" y="155"/>
                    <a:pt x="146" y="158"/>
                  </a:cubicBezTo>
                  <a:cubicBezTo>
                    <a:pt x="149" y="159"/>
                    <a:pt x="153" y="160"/>
                    <a:pt x="159" y="159"/>
                  </a:cubicBezTo>
                  <a:close/>
                  <a:moveTo>
                    <a:pt x="167" y="147"/>
                  </a:moveTo>
                  <a:cubicBezTo>
                    <a:pt x="170" y="145"/>
                    <a:pt x="170" y="136"/>
                    <a:pt x="164" y="136"/>
                  </a:cubicBezTo>
                  <a:cubicBezTo>
                    <a:pt x="163" y="138"/>
                    <a:pt x="159" y="149"/>
                    <a:pt x="167" y="147"/>
                  </a:cubicBezTo>
                  <a:close/>
                  <a:moveTo>
                    <a:pt x="200" y="129"/>
                  </a:moveTo>
                  <a:cubicBezTo>
                    <a:pt x="200" y="126"/>
                    <a:pt x="200" y="124"/>
                    <a:pt x="200" y="120"/>
                  </a:cubicBezTo>
                  <a:cubicBezTo>
                    <a:pt x="197" y="120"/>
                    <a:pt x="196" y="120"/>
                    <a:pt x="193" y="120"/>
                  </a:cubicBezTo>
                  <a:cubicBezTo>
                    <a:pt x="191" y="125"/>
                    <a:pt x="190" y="125"/>
                    <a:pt x="192" y="131"/>
                  </a:cubicBezTo>
                  <a:cubicBezTo>
                    <a:pt x="196" y="131"/>
                    <a:pt x="196" y="129"/>
                    <a:pt x="200" y="129"/>
                  </a:cubicBezTo>
                  <a:close/>
                  <a:moveTo>
                    <a:pt x="214" y="122"/>
                  </a:moveTo>
                  <a:cubicBezTo>
                    <a:pt x="217" y="134"/>
                    <a:pt x="233" y="140"/>
                    <a:pt x="242" y="133"/>
                  </a:cubicBezTo>
                  <a:cubicBezTo>
                    <a:pt x="237" y="120"/>
                    <a:pt x="228" y="122"/>
                    <a:pt x="214" y="122"/>
                  </a:cubicBezTo>
                  <a:close/>
                  <a:moveTo>
                    <a:pt x="263" y="206"/>
                  </a:moveTo>
                  <a:cubicBezTo>
                    <a:pt x="268" y="215"/>
                    <a:pt x="253" y="222"/>
                    <a:pt x="259" y="231"/>
                  </a:cubicBezTo>
                  <a:cubicBezTo>
                    <a:pt x="295" y="210"/>
                    <a:pt x="242" y="195"/>
                    <a:pt x="244" y="168"/>
                  </a:cubicBezTo>
                  <a:cubicBezTo>
                    <a:pt x="235" y="177"/>
                    <a:pt x="228" y="160"/>
                    <a:pt x="220" y="171"/>
                  </a:cubicBezTo>
                  <a:cubicBezTo>
                    <a:pt x="226" y="176"/>
                    <a:pt x="230" y="181"/>
                    <a:pt x="241" y="177"/>
                  </a:cubicBezTo>
                  <a:cubicBezTo>
                    <a:pt x="244" y="191"/>
                    <a:pt x="250" y="203"/>
                    <a:pt x="263" y="206"/>
                  </a:cubicBezTo>
                  <a:close/>
                  <a:moveTo>
                    <a:pt x="270" y="155"/>
                  </a:moveTo>
                  <a:cubicBezTo>
                    <a:pt x="270" y="147"/>
                    <a:pt x="262" y="145"/>
                    <a:pt x="256" y="141"/>
                  </a:cubicBezTo>
                  <a:cubicBezTo>
                    <a:pt x="257" y="148"/>
                    <a:pt x="256" y="152"/>
                    <a:pt x="255" y="155"/>
                  </a:cubicBezTo>
                  <a:cubicBezTo>
                    <a:pt x="259" y="155"/>
                    <a:pt x="264" y="155"/>
                    <a:pt x="270" y="155"/>
                  </a:cubicBezTo>
                  <a:close/>
                  <a:moveTo>
                    <a:pt x="270" y="183"/>
                  </a:moveTo>
                  <a:cubicBezTo>
                    <a:pt x="273" y="177"/>
                    <a:pt x="272" y="169"/>
                    <a:pt x="264" y="168"/>
                  </a:cubicBezTo>
                  <a:cubicBezTo>
                    <a:pt x="266" y="174"/>
                    <a:pt x="263" y="184"/>
                    <a:pt x="270" y="183"/>
                  </a:cubicBezTo>
                  <a:close/>
                  <a:moveTo>
                    <a:pt x="273" y="136"/>
                  </a:moveTo>
                  <a:cubicBezTo>
                    <a:pt x="291" y="164"/>
                    <a:pt x="274" y="217"/>
                    <a:pt x="283" y="252"/>
                  </a:cubicBezTo>
                  <a:cubicBezTo>
                    <a:pt x="269" y="260"/>
                    <a:pt x="246" y="268"/>
                    <a:pt x="225" y="264"/>
                  </a:cubicBezTo>
                  <a:cubicBezTo>
                    <a:pt x="211" y="248"/>
                    <a:pt x="228" y="230"/>
                    <a:pt x="231" y="217"/>
                  </a:cubicBezTo>
                  <a:cubicBezTo>
                    <a:pt x="221" y="207"/>
                    <a:pt x="207" y="222"/>
                    <a:pt x="193" y="222"/>
                  </a:cubicBezTo>
                  <a:cubicBezTo>
                    <a:pt x="190" y="244"/>
                    <a:pt x="176" y="254"/>
                    <a:pt x="160" y="264"/>
                  </a:cubicBezTo>
                  <a:cubicBezTo>
                    <a:pt x="138" y="265"/>
                    <a:pt x="88" y="268"/>
                    <a:pt x="88" y="244"/>
                  </a:cubicBezTo>
                  <a:cubicBezTo>
                    <a:pt x="88" y="230"/>
                    <a:pt x="102" y="236"/>
                    <a:pt x="107" y="224"/>
                  </a:cubicBezTo>
                  <a:cubicBezTo>
                    <a:pt x="101" y="212"/>
                    <a:pt x="83" y="211"/>
                    <a:pt x="76" y="214"/>
                  </a:cubicBezTo>
                  <a:cubicBezTo>
                    <a:pt x="55" y="220"/>
                    <a:pt x="60" y="260"/>
                    <a:pt x="30" y="258"/>
                  </a:cubicBezTo>
                  <a:cubicBezTo>
                    <a:pt x="19" y="258"/>
                    <a:pt x="0" y="249"/>
                    <a:pt x="1" y="230"/>
                  </a:cubicBezTo>
                  <a:cubicBezTo>
                    <a:pt x="5" y="225"/>
                    <a:pt x="14" y="227"/>
                    <a:pt x="19" y="224"/>
                  </a:cubicBezTo>
                  <a:cubicBezTo>
                    <a:pt x="35" y="207"/>
                    <a:pt x="35" y="169"/>
                    <a:pt x="15" y="158"/>
                  </a:cubicBezTo>
                  <a:cubicBezTo>
                    <a:pt x="5" y="95"/>
                    <a:pt x="44" y="81"/>
                    <a:pt x="64" y="48"/>
                  </a:cubicBezTo>
                  <a:cubicBezTo>
                    <a:pt x="65" y="39"/>
                    <a:pt x="60" y="35"/>
                    <a:pt x="60" y="25"/>
                  </a:cubicBezTo>
                  <a:cubicBezTo>
                    <a:pt x="66" y="16"/>
                    <a:pt x="85" y="16"/>
                    <a:pt x="85" y="5"/>
                  </a:cubicBezTo>
                  <a:cubicBezTo>
                    <a:pt x="101" y="3"/>
                    <a:pt x="115" y="3"/>
                    <a:pt x="131" y="0"/>
                  </a:cubicBezTo>
                  <a:cubicBezTo>
                    <a:pt x="152" y="11"/>
                    <a:pt x="165" y="47"/>
                    <a:pt x="160" y="76"/>
                  </a:cubicBezTo>
                  <a:cubicBezTo>
                    <a:pt x="159" y="88"/>
                    <a:pt x="147" y="96"/>
                    <a:pt x="148" y="110"/>
                  </a:cubicBezTo>
                  <a:cubicBezTo>
                    <a:pt x="168" y="125"/>
                    <a:pt x="190" y="109"/>
                    <a:pt x="208" y="107"/>
                  </a:cubicBezTo>
                  <a:cubicBezTo>
                    <a:pt x="231" y="106"/>
                    <a:pt x="261" y="117"/>
                    <a:pt x="273" y="1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6" name="Freeform 20">
              <a:extLst>
                <a:ext uri="{FF2B5EF4-FFF2-40B4-BE49-F238E27FC236}">
                  <a16:creationId xmlns:a16="http://schemas.microsoft.com/office/drawing/2014/main" id="{D5CAE12D-6BA5-C874-5BB1-D01667430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6248" y="4424998"/>
              <a:ext cx="282575" cy="149225"/>
            </a:xfrm>
            <a:custGeom>
              <a:avLst/>
              <a:gdLst>
                <a:gd name="T0" fmla="*/ 104 w 109"/>
                <a:gd name="T1" fmla="*/ 12 h 58"/>
                <a:gd name="T2" fmla="*/ 98 w 109"/>
                <a:gd name="T3" fmla="*/ 57 h 58"/>
                <a:gd name="T4" fmla="*/ 95 w 109"/>
                <a:gd name="T5" fmla="*/ 43 h 58"/>
                <a:gd name="T6" fmla="*/ 17 w 109"/>
                <a:gd name="T7" fmla="*/ 31 h 58"/>
                <a:gd name="T8" fmla="*/ 9 w 109"/>
                <a:gd name="T9" fmla="*/ 44 h 58"/>
                <a:gd name="T10" fmla="*/ 10 w 109"/>
                <a:gd name="T11" fmla="*/ 0 h 58"/>
                <a:gd name="T12" fmla="*/ 15 w 109"/>
                <a:gd name="T13" fmla="*/ 0 h 58"/>
                <a:gd name="T14" fmla="*/ 17 w 109"/>
                <a:gd name="T15" fmla="*/ 14 h 58"/>
                <a:gd name="T16" fmla="*/ 92 w 109"/>
                <a:gd name="T17" fmla="*/ 26 h 58"/>
                <a:gd name="T18" fmla="*/ 104 w 109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58">
                  <a:moveTo>
                    <a:pt x="104" y="12"/>
                  </a:moveTo>
                  <a:cubicBezTo>
                    <a:pt x="109" y="20"/>
                    <a:pt x="103" y="48"/>
                    <a:pt x="98" y="57"/>
                  </a:cubicBezTo>
                  <a:cubicBezTo>
                    <a:pt x="92" y="58"/>
                    <a:pt x="100" y="45"/>
                    <a:pt x="95" y="43"/>
                  </a:cubicBezTo>
                  <a:cubicBezTo>
                    <a:pt x="70" y="38"/>
                    <a:pt x="44" y="34"/>
                    <a:pt x="17" y="31"/>
                  </a:cubicBezTo>
                  <a:cubicBezTo>
                    <a:pt x="11" y="33"/>
                    <a:pt x="12" y="42"/>
                    <a:pt x="9" y="44"/>
                  </a:cubicBezTo>
                  <a:cubicBezTo>
                    <a:pt x="0" y="34"/>
                    <a:pt x="11" y="14"/>
                    <a:pt x="10" y="0"/>
                  </a:cubicBezTo>
                  <a:cubicBezTo>
                    <a:pt x="12" y="0"/>
                    <a:pt x="14" y="0"/>
                    <a:pt x="15" y="0"/>
                  </a:cubicBezTo>
                  <a:cubicBezTo>
                    <a:pt x="16" y="5"/>
                    <a:pt x="15" y="11"/>
                    <a:pt x="17" y="14"/>
                  </a:cubicBezTo>
                  <a:cubicBezTo>
                    <a:pt x="39" y="20"/>
                    <a:pt x="69" y="20"/>
                    <a:pt x="92" y="26"/>
                  </a:cubicBezTo>
                  <a:cubicBezTo>
                    <a:pt x="100" y="26"/>
                    <a:pt x="99" y="16"/>
                    <a:pt x="10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7" name="Freeform 21">
              <a:extLst>
                <a:ext uri="{FF2B5EF4-FFF2-40B4-BE49-F238E27FC236}">
                  <a16:creationId xmlns:a16="http://schemas.microsoft.com/office/drawing/2014/main" id="{6F31B499-BE24-AC7F-297B-E5EF807C9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985" y="4577398"/>
              <a:ext cx="312737" cy="236538"/>
            </a:xfrm>
            <a:custGeom>
              <a:avLst/>
              <a:gdLst>
                <a:gd name="T0" fmla="*/ 71 w 120"/>
                <a:gd name="T1" fmla="*/ 80 h 91"/>
                <a:gd name="T2" fmla="*/ 109 w 120"/>
                <a:gd name="T3" fmla="*/ 48 h 91"/>
                <a:gd name="T4" fmla="*/ 98 w 120"/>
                <a:gd name="T5" fmla="*/ 33 h 91"/>
                <a:gd name="T6" fmla="*/ 52 w 120"/>
                <a:gd name="T7" fmla="*/ 70 h 91"/>
                <a:gd name="T8" fmla="*/ 26 w 120"/>
                <a:gd name="T9" fmla="*/ 15 h 91"/>
                <a:gd name="T10" fmla="*/ 24 w 120"/>
                <a:gd name="T11" fmla="*/ 5 h 91"/>
                <a:gd name="T12" fmla="*/ 55 w 120"/>
                <a:gd name="T13" fmla="*/ 14 h 91"/>
                <a:gd name="T14" fmla="*/ 31 w 120"/>
                <a:gd name="T15" fmla="*/ 23 h 91"/>
                <a:gd name="T16" fmla="*/ 38 w 120"/>
                <a:gd name="T17" fmla="*/ 57 h 91"/>
                <a:gd name="T18" fmla="*/ 102 w 120"/>
                <a:gd name="T19" fmla="*/ 21 h 91"/>
                <a:gd name="T20" fmla="*/ 102 w 120"/>
                <a:gd name="T21" fmla="*/ 80 h 91"/>
                <a:gd name="T22" fmla="*/ 103 w 120"/>
                <a:gd name="T23" fmla="*/ 91 h 91"/>
                <a:gd name="T24" fmla="*/ 71 w 120"/>
                <a:gd name="T25" fmla="*/ 8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1">
                  <a:moveTo>
                    <a:pt x="71" y="80"/>
                  </a:moveTo>
                  <a:cubicBezTo>
                    <a:pt x="88" y="71"/>
                    <a:pt x="113" y="76"/>
                    <a:pt x="109" y="48"/>
                  </a:cubicBezTo>
                  <a:cubicBezTo>
                    <a:pt x="108" y="43"/>
                    <a:pt x="104" y="36"/>
                    <a:pt x="98" y="33"/>
                  </a:cubicBezTo>
                  <a:cubicBezTo>
                    <a:pt x="72" y="26"/>
                    <a:pt x="77" y="60"/>
                    <a:pt x="52" y="70"/>
                  </a:cubicBezTo>
                  <a:cubicBezTo>
                    <a:pt x="19" y="83"/>
                    <a:pt x="0" y="37"/>
                    <a:pt x="26" y="15"/>
                  </a:cubicBezTo>
                  <a:cubicBezTo>
                    <a:pt x="26" y="12"/>
                    <a:pt x="22" y="10"/>
                    <a:pt x="24" y="5"/>
                  </a:cubicBezTo>
                  <a:cubicBezTo>
                    <a:pt x="33" y="8"/>
                    <a:pt x="52" y="10"/>
                    <a:pt x="55" y="14"/>
                  </a:cubicBezTo>
                  <a:cubicBezTo>
                    <a:pt x="51" y="24"/>
                    <a:pt x="40" y="18"/>
                    <a:pt x="31" y="23"/>
                  </a:cubicBezTo>
                  <a:cubicBezTo>
                    <a:pt x="19" y="31"/>
                    <a:pt x="14" y="59"/>
                    <a:pt x="38" y="57"/>
                  </a:cubicBezTo>
                  <a:cubicBezTo>
                    <a:pt x="58" y="56"/>
                    <a:pt x="69" y="0"/>
                    <a:pt x="102" y="21"/>
                  </a:cubicBezTo>
                  <a:cubicBezTo>
                    <a:pt x="117" y="29"/>
                    <a:pt x="120" y="65"/>
                    <a:pt x="102" y="80"/>
                  </a:cubicBezTo>
                  <a:cubicBezTo>
                    <a:pt x="98" y="84"/>
                    <a:pt x="109" y="85"/>
                    <a:pt x="103" y="91"/>
                  </a:cubicBezTo>
                  <a:cubicBezTo>
                    <a:pt x="92" y="88"/>
                    <a:pt x="76" y="89"/>
                    <a:pt x="71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8" name="Freeform 22">
              <a:extLst>
                <a:ext uri="{FF2B5EF4-FFF2-40B4-BE49-F238E27FC236}">
                  <a16:creationId xmlns:a16="http://schemas.microsoft.com/office/drawing/2014/main" id="{36341F82-8EF3-4579-FF63-AB27476070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0198" y="4723448"/>
              <a:ext cx="334962" cy="347663"/>
            </a:xfrm>
            <a:custGeom>
              <a:avLst/>
              <a:gdLst>
                <a:gd name="T0" fmla="*/ 56 w 129"/>
                <a:gd name="T1" fmla="*/ 85 h 134"/>
                <a:gd name="T2" fmla="*/ 32 w 129"/>
                <a:gd name="T3" fmla="*/ 44 h 134"/>
                <a:gd name="T4" fmla="*/ 19 w 129"/>
                <a:gd name="T5" fmla="*/ 66 h 134"/>
                <a:gd name="T6" fmla="*/ 56 w 129"/>
                <a:gd name="T7" fmla="*/ 85 h 134"/>
                <a:gd name="T8" fmla="*/ 128 w 129"/>
                <a:gd name="T9" fmla="*/ 48 h 134"/>
                <a:gd name="T10" fmla="*/ 115 w 129"/>
                <a:gd name="T11" fmla="*/ 75 h 134"/>
                <a:gd name="T12" fmla="*/ 61 w 129"/>
                <a:gd name="T13" fmla="*/ 85 h 134"/>
                <a:gd name="T14" fmla="*/ 90 w 129"/>
                <a:gd name="T15" fmla="*/ 105 h 134"/>
                <a:gd name="T16" fmla="*/ 102 w 129"/>
                <a:gd name="T17" fmla="*/ 96 h 134"/>
                <a:gd name="T18" fmla="*/ 83 w 129"/>
                <a:gd name="T19" fmla="*/ 134 h 134"/>
                <a:gd name="T20" fmla="*/ 83 w 129"/>
                <a:gd name="T21" fmla="*/ 121 h 134"/>
                <a:gd name="T22" fmla="*/ 16 w 129"/>
                <a:gd name="T23" fmla="*/ 82 h 134"/>
                <a:gd name="T24" fmla="*/ 0 w 129"/>
                <a:gd name="T25" fmla="*/ 89 h 134"/>
                <a:gd name="T26" fmla="*/ 70 w 129"/>
                <a:gd name="T27" fmla="*/ 46 h 134"/>
                <a:gd name="T28" fmla="*/ 68 w 129"/>
                <a:gd name="T29" fmla="*/ 63 h 134"/>
                <a:gd name="T30" fmla="*/ 128 w 129"/>
                <a:gd name="T31" fmla="*/ 48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9" h="134">
                  <a:moveTo>
                    <a:pt x="56" y="85"/>
                  </a:moveTo>
                  <a:cubicBezTo>
                    <a:pt x="67" y="67"/>
                    <a:pt x="59" y="39"/>
                    <a:pt x="32" y="44"/>
                  </a:cubicBezTo>
                  <a:cubicBezTo>
                    <a:pt x="27" y="51"/>
                    <a:pt x="21" y="56"/>
                    <a:pt x="19" y="66"/>
                  </a:cubicBezTo>
                  <a:cubicBezTo>
                    <a:pt x="32" y="72"/>
                    <a:pt x="43" y="80"/>
                    <a:pt x="56" y="85"/>
                  </a:cubicBezTo>
                  <a:close/>
                  <a:moveTo>
                    <a:pt x="128" y="48"/>
                  </a:moveTo>
                  <a:cubicBezTo>
                    <a:pt x="129" y="56"/>
                    <a:pt x="121" y="68"/>
                    <a:pt x="115" y="75"/>
                  </a:cubicBezTo>
                  <a:cubicBezTo>
                    <a:pt x="94" y="77"/>
                    <a:pt x="68" y="73"/>
                    <a:pt x="61" y="85"/>
                  </a:cubicBezTo>
                  <a:cubicBezTo>
                    <a:pt x="66" y="97"/>
                    <a:pt x="81" y="97"/>
                    <a:pt x="90" y="105"/>
                  </a:cubicBezTo>
                  <a:cubicBezTo>
                    <a:pt x="98" y="105"/>
                    <a:pt x="96" y="96"/>
                    <a:pt x="102" y="96"/>
                  </a:cubicBezTo>
                  <a:cubicBezTo>
                    <a:pt x="102" y="108"/>
                    <a:pt x="89" y="129"/>
                    <a:pt x="83" y="134"/>
                  </a:cubicBezTo>
                  <a:cubicBezTo>
                    <a:pt x="76" y="134"/>
                    <a:pt x="87" y="128"/>
                    <a:pt x="83" y="121"/>
                  </a:cubicBezTo>
                  <a:cubicBezTo>
                    <a:pt x="63" y="105"/>
                    <a:pt x="39" y="95"/>
                    <a:pt x="16" y="82"/>
                  </a:cubicBezTo>
                  <a:cubicBezTo>
                    <a:pt x="7" y="80"/>
                    <a:pt x="10" y="91"/>
                    <a:pt x="0" y="89"/>
                  </a:cubicBezTo>
                  <a:cubicBezTo>
                    <a:pt x="8" y="61"/>
                    <a:pt x="43" y="0"/>
                    <a:pt x="70" y="46"/>
                  </a:cubicBezTo>
                  <a:cubicBezTo>
                    <a:pt x="70" y="52"/>
                    <a:pt x="71" y="61"/>
                    <a:pt x="68" y="63"/>
                  </a:cubicBezTo>
                  <a:cubicBezTo>
                    <a:pt x="90" y="61"/>
                    <a:pt x="116" y="61"/>
                    <a:pt x="128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9" name="Freeform 23">
              <a:extLst>
                <a:ext uri="{FF2B5EF4-FFF2-40B4-BE49-F238E27FC236}">
                  <a16:creationId xmlns:a16="http://schemas.microsoft.com/office/drawing/2014/main" id="{0AAE03E7-EC87-88CA-42A0-762EC50E80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7323" y="4993323"/>
              <a:ext cx="327025" cy="312738"/>
            </a:xfrm>
            <a:custGeom>
              <a:avLst/>
              <a:gdLst>
                <a:gd name="T0" fmla="*/ 103 w 126"/>
                <a:gd name="T1" fmla="*/ 40 h 121"/>
                <a:gd name="T2" fmla="*/ 126 w 126"/>
                <a:gd name="T3" fmla="*/ 58 h 121"/>
                <a:gd name="T4" fmla="*/ 71 w 126"/>
                <a:gd name="T5" fmla="*/ 121 h 121"/>
                <a:gd name="T6" fmla="*/ 74 w 126"/>
                <a:gd name="T7" fmla="*/ 107 h 121"/>
                <a:gd name="T8" fmla="*/ 16 w 126"/>
                <a:gd name="T9" fmla="*/ 55 h 121"/>
                <a:gd name="T10" fmla="*/ 0 w 126"/>
                <a:gd name="T11" fmla="*/ 60 h 121"/>
                <a:gd name="T12" fmla="*/ 46 w 126"/>
                <a:gd name="T13" fmla="*/ 0 h 121"/>
                <a:gd name="T14" fmla="*/ 63 w 126"/>
                <a:gd name="T15" fmla="*/ 15 h 121"/>
                <a:gd name="T16" fmla="*/ 43 w 126"/>
                <a:gd name="T17" fmla="*/ 17 h 121"/>
                <a:gd name="T18" fmla="*/ 22 w 126"/>
                <a:gd name="T19" fmla="*/ 39 h 121"/>
                <a:gd name="T20" fmla="*/ 50 w 126"/>
                <a:gd name="T21" fmla="*/ 64 h 121"/>
                <a:gd name="T22" fmla="*/ 57 w 126"/>
                <a:gd name="T23" fmla="*/ 31 h 121"/>
                <a:gd name="T24" fmla="*/ 90 w 126"/>
                <a:gd name="T25" fmla="*/ 55 h 121"/>
                <a:gd name="T26" fmla="*/ 57 w 126"/>
                <a:gd name="T27" fmla="*/ 67 h 121"/>
                <a:gd name="T28" fmla="*/ 87 w 126"/>
                <a:gd name="T29" fmla="*/ 92 h 121"/>
                <a:gd name="T30" fmla="*/ 103 w 126"/>
                <a:gd name="T31" fmla="*/ 4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6" h="121">
                  <a:moveTo>
                    <a:pt x="103" y="40"/>
                  </a:moveTo>
                  <a:cubicBezTo>
                    <a:pt x="111" y="39"/>
                    <a:pt x="116" y="55"/>
                    <a:pt x="126" y="58"/>
                  </a:cubicBezTo>
                  <a:cubicBezTo>
                    <a:pt x="107" y="78"/>
                    <a:pt x="92" y="110"/>
                    <a:pt x="71" y="121"/>
                  </a:cubicBezTo>
                  <a:cubicBezTo>
                    <a:pt x="71" y="115"/>
                    <a:pt x="78" y="111"/>
                    <a:pt x="74" y="107"/>
                  </a:cubicBezTo>
                  <a:cubicBezTo>
                    <a:pt x="57" y="87"/>
                    <a:pt x="35" y="72"/>
                    <a:pt x="16" y="55"/>
                  </a:cubicBezTo>
                  <a:cubicBezTo>
                    <a:pt x="8" y="54"/>
                    <a:pt x="6" y="66"/>
                    <a:pt x="0" y="60"/>
                  </a:cubicBezTo>
                  <a:cubicBezTo>
                    <a:pt x="13" y="38"/>
                    <a:pt x="33" y="21"/>
                    <a:pt x="46" y="0"/>
                  </a:cubicBezTo>
                  <a:cubicBezTo>
                    <a:pt x="52" y="4"/>
                    <a:pt x="63" y="11"/>
                    <a:pt x="63" y="15"/>
                  </a:cubicBezTo>
                  <a:cubicBezTo>
                    <a:pt x="62" y="24"/>
                    <a:pt x="51" y="14"/>
                    <a:pt x="43" y="17"/>
                  </a:cubicBezTo>
                  <a:cubicBezTo>
                    <a:pt x="41" y="20"/>
                    <a:pt x="22" y="34"/>
                    <a:pt x="22" y="39"/>
                  </a:cubicBezTo>
                  <a:cubicBezTo>
                    <a:pt x="23" y="49"/>
                    <a:pt x="44" y="54"/>
                    <a:pt x="50" y="64"/>
                  </a:cubicBezTo>
                  <a:cubicBezTo>
                    <a:pt x="63" y="60"/>
                    <a:pt x="65" y="41"/>
                    <a:pt x="57" y="31"/>
                  </a:cubicBezTo>
                  <a:cubicBezTo>
                    <a:pt x="68" y="31"/>
                    <a:pt x="78" y="49"/>
                    <a:pt x="90" y="55"/>
                  </a:cubicBezTo>
                  <a:cubicBezTo>
                    <a:pt x="81" y="58"/>
                    <a:pt x="61" y="52"/>
                    <a:pt x="57" y="67"/>
                  </a:cubicBezTo>
                  <a:cubicBezTo>
                    <a:pt x="66" y="76"/>
                    <a:pt x="74" y="93"/>
                    <a:pt x="87" y="92"/>
                  </a:cubicBezTo>
                  <a:cubicBezTo>
                    <a:pt x="105" y="92"/>
                    <a:pt x="116" y="60"/>
                    <a:pt x="103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0" name="Freeform 24">
              <a:extLst>
                <a:ext uri="{FF2B5EF4-FFF2-40B4-BE49-F238E27FC236}">
                  <a16:creationId xmlns:a16="http://schemas.microsoft.com/office/drawing/2014/main" id="{82929D76-C7EA-DEB7-724C-1D364019D3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1535" y="3228023"/>
              <a:ext cx="2111375" cy="2195513"/>
            </a:xfrm>
            <a:custGeom>
              <a:avLst/>
              <a:gdLst>
                <a:gd name="T0" fmla="*/ 316 w 813"/>
                <a:gd name="T1" fmla="*/ 720 h 846"/>
                <a:gd name="T2" fmla="*/ 313 w 813"/>
                <a:gd name="T3" fmla="*/ 652 h 846"/>
                <a:gd name="T4" fmla="*/ 294 w 813"/>
                <a:gd name="T5" fmla="*/ 673 h 846"/>
                <a:gd name="T6" fmla="*/ 309 w 813"/>
                <a:gd name="T7" fmla="*/ 671 h 846"/>
                <a:gd name="T8" fmla="*/ 313 w 813"/>
                <a:gd name="T9" fmla="*/ 720 h 846"/>
                <a:gd name="T10" fmla="*/ 316 w 813"/>
                <a:gd name="T11" fmla="*/ 720 h 846"/>
                <a:gd name="T12" fmla="*/ 377 w 813"/>
                <a:gd name="T13" fmla="*/ 720 h 846"/>
                <a:gd name="T14" fmla="*/ 391 w 813"/>
                <a:gd name="T15" fmla="*/ 671 h 846"/>
                <a:gd name="T16" fmla="*/ 349 w 813"/>
                <a:gd name="T17" fmla="*/ 667 h 846"/>
                <a:gd name="T18" fmla="*/ 384 w 813"/>
                <a:gd name="T19" fmla="*/ 692 h 846"/>
                <a:gd name="T20" fmla="*/ 366 w 813"/>
                <a:gd name="T21" fmla="*/ 715 h 846"/>
                <a:gd name="T22" fmla="*/ 353 w 813"/>
                <a:gd name="T23" fmla="*/ 704 h 846"/>
                <a:gd name="T24" fmla="*/ 377 w 813"/>
                <a:gd name="T25" fmla="*/ 720 h 846"/>
                <a:gd name="T26" fmla="*/ 417 w 813"/>
                <a:gd name="T27" fmla="*/ 716 h 846"/>
                <a:gd name="T28" fmla="*/ 419 w 813"/>
                <a:gd name="T29" fmla="*/ 656 h 846"/>
                <a:gd name="T30" fmla="*/ 417 w 813"/>
                <a:gd name="T31" fmla="*/ 716 h 846"/>
                <a:gd name="T32" fmla="*/ 481 w 813"/>
                <a:gd name="T33" fmla="*/ 714 h 846"/>
                <a:gd name="T34" fmla="*/ 514 w 813"/>
                <a:gd name="T35" fmla="*/ 668 h 846"/>
                <a:gd name="T36" fmla="*/ 475 w 813"/>
                <a:gd name="T37" fmla="*/ 672 h 846"/>
                <a:gd name="T38" fmla="*/ 490 w 813"/>
                <a:gd name="T39" fmla="*/ 659 h 846"/>
                <a:gd name="T40" fmla="*/ 506 w 813"/>
                <a:gd name="T41" fmla="*/ 668 h 846"/>
                <a:gd name="T42" fmla="*/ 470 w 813"/>
                <a:gd name="T43" fmla="*/ 720 h 846"/>
                <a:gd name="T44" fmla="*/ 514 w 813"/>
                <a:gd name="T45" fmla="*/ 715 h 846"/>
                <a:gd name="T46" fmla="*/ 481 w 813"/>
                <a:gd name="T47" fmla="*/ 714 h 846"/>
                <a:gd name="T48" fmla="*/ 415 w 813"/>
                <a:gd name="T49" fmla="*/ 465 h 846"/>
                <a:gd name="T50" fmla="*/ 628 w 813"/>
                <a:gd name="T51" fmla="*/ 461 h 846"/>
                <a:gd name="T52" fmla="*/ 478 w 813"/>
                <a:gd name="T53" fmla="*/ 353 h 846"/>
                <a:gd name="T54" fmla="*/ 545 w 813"/>
                <a:gd name="T55" fmla="*/ 362 h 846"/>
                <a:gd name="T56" fmla="*/ 441 w 813"/>
                <a:gd name="T57" fmla="*/ 229 h 846"/>
                <a:gd name="T58" fmla="*/ 483 w 813"/>
                <a:gd name="T59" fmla="*/ 237 h 846"/>
                <a:gd name="T60" fmla="*/ 441 w 813"/>
                <a:gd name="T61" fmla="*/ 162 h 846"/>
                <a:gd name="T62" fmla="*/ 408 w 813"/>
                <a:gd name="T63" fmla="*/ 80 h 846"/>
                <a:gd name="T64" fmla="*/ 346 w 813"/>
                <a:gd name="T65" fmla="*/ 220 h 846"/>
                <a:gd name="T66" fmla="*/ 340 w 813"/>
                <a:gd name="T67" fmla="*/ 237 h 846"/>
                <a:gd name="T68" fmla="*/ 381 w 813"/>
                <a:gd name="T69" fmla="*/ 229 h 846"/>
                <a:gd name="T70" fmla="*/ 275 w 813"/>
                <a:gd name="T71" fmla="*/ 360 h 846"/>
                <a:gd name="T72" fmla="*/ 344 w 813"/>
                <a:gd name="T73" fmla="*/ 353 h 846"/>
                <a:gd name="T74" fmla="*/ 344 w 813"/>
                <a:gd name="T75" fmla="*/ 355 h 846"/>
                <a:gd name="T76" fmla="*/ 342 w 813"/>
                <a:gd name="T77" fmla="*/ 357 h 846"/>
                <a:gd name="T78" fmla="*/ 211 w 813"/>
                <a:gd name="T79" fmla="*/ 446 h 846"/>
                <a:gd name="T80" fmla="*/ 192 w 813"/>
                <a:gd name="T81" fmla="*/ 461 h 846"/>
                <a:gd name="T82" fmla="*/ 415 w 813"/>
                <a:gd name="T83" fmla="*/ 465 h 846"/>
                <a:gd name="T84" fmla="*/ 450 w 813"/>
                <a:gd name="T85" fmla="*/ 532 h 846"/>
                <a:gd name="T86" fmla="*/ 677 w 813"/>
                <a:gd name="T87" fmla="*/ 532 h 846"/>
                <a:gd name="T88" fmla="*/ 649 w 813"/>
                <a:gd name="T89" fmla="*/ 492 h 846"/>
                <a:gd name="T90" fmla="*/ 413 w 813"/>
                <a:gd name="T91" fmla="*/ 482 h 846"/>
                <a:gd name="T92" fmla="*/ 217 w 813"/>
                <a:gd name="T93" fmla="*/ 489 h 846"/>
                <a:gd name="T94" fmla="*/ 172 w 813"/>
                <a:gd name="T95" fmla="*/ 495 h 846"/>
                <a:gd name="T96" fmla="*/ 145 w 813"/>
                <a:gd name="T97" fmla="*/ 532 h 846"/>
                <a:gd name="T98" fmla="*/ 377 w 813"/>
                <a:gd name="T99" fmla="*/ 532 h 846"/>
                <a:gd name="T100" fmla="*/ 375 w 813"/>
                <a:gd name="T101" fmla="*/ 551 h 846"/>
                <a:gd name="T102" fmla="*/ 450 w 813"/>
                <a:gd name="T103" fmla="*/ 551 h 846"/>
                <a:gd name="T104" fmla="*/ 450 w 813"/>
                <a:gd name="T105" fmla="*/ 532 h 846"/>
                <a:gd name="T106" fmla="*/ 794 w 813"/>
                <a:gd name="T107" fmla="*/ 0 h 846"/>
                <a:gd name="T108" fmla="*/ 749 w 813"/>
                <a:gd name="T109" fmla="*/ 575 h 846"/>
                <a:gd name="T110" fmla="*/ 408 w 813"/>
                <a:gd name="T111" fmla="*/ 846 h 846"/>
                <a:gd name="T112" fmla="*/ 66 w 813"/>
                <a:gd name="T113" fmla="*/ 579 h 846"/>
                <a:gd name="T114" fmla="*/ 18 w 813"/>
                <a:gd name="T115" fmla="*/ 5 h 846"/>
                <a:gd name="T116" fmla="*/ 22 w 813"/>
                <a:gd name="T117" fmla="*/ 0 h 846"/>
                <a:gd name="T118" fmla="*/ 794 w 813"/>
                <a:gd name="T119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13" h="846">
                  <a:moveTo>
                    <a:pt x="316" y="720"/>
                  </a:moveTo>
                  <a:cubicBezTo>
                    <a:pt x="318" y="703"/>
                    <a:pt x="324" y="665"/>
                    <a:pt x="313" y="652"/>
                  </a:cubicBezTo>
                  <a:cubicBezTo>
                    <a:pt x="310" y="663"/>
                    <a:pt x="297" y="662"/>
                    <a:pt x="294" y="673"/>
                  </a:cubicBezTo>
                  <a:cubicBezTo>
                    <a:pt x="299" y="681"/>
                    <a:pt x="307" y="666"/>
                    <a:pt x="309" y="671"/>
                  </a:cubicBezTo>
                  <a:cubicBezTo>
                    <a:pt x="311" y="686"/>
                    <a:pt x="305" y="711"/>
                    <a:pt x="313" y="720"/>
                  </a:cubicBezTo>
                  <a:cubicBezTo>
                    <a:pt x="314" y="720"/>
                    <a:pt x="315" y="720"/>
                    <a:pt x="316" y="720"/>
                  </a:cubicBezTo>
                  <a:close/>
                  <a:moveTo>
                    <a:pt x="377" y="720"/>
                  </a:moveTo>
                  <a:cubicBezTo>
                    <a:pt x="392" y="716"/>
                    <a:pt x="395" y="684"/>
                    <a:pt x="391" y="671"/>
                  </a:cubicBezTo>
                  <a:cubicBezTo>
                    <a:pt x="385" y="644"/>
                    <a:pt x="353" y="653"/>
                    <a:pt x="349" y="667"/>
                  </a:cubicBezTo>
                  <a:cubicBezTo>
                    <a:pt x="340" y="705"/>
                    <a:pt x="376" y="699"/>
                    <a:pt x="384" y="692"/>
                  </a:cubicBezTo>
                  <a:cubicBezTo>
                    <a:pt x="382" y="704"/>
                    <a:pt x="380" y="715"/>
                    <a:pt x="366" y="715"/>
                  </a:cubicBezTo>
                  <a:cubicBezTo>
                    <a:pt x="358" y="716"/>
                    <a:pt x="362" y="704"/>
                    <a:pt x="353" y="704"/>
                  </a:cubicBezTo>
                  <a:cubicBezTo>
                    <a:pt x="349" y="720"/>
                    <a:pt x="364" y="724"/>
                    <a:pt x="377" y="720"/>
                  </a:cubicBezTo>
                  <a:close/>
                  <a:moveTo>
                    <a:pt x="417" y="716"/>
                  </a:moveTo>
                  <a:cubicBezTo>
                    <a:pt x="454" y="753"/>
                    <a:pt x="475" y="629"/>
                    <a:pt x="419" y="656"/>
                  </a:cubicBezTo>
                  <a:cubicBezTo>
                    <a:pt x="409" y="668"/>
                    <a:pt x="404" y="705"/>
                    <a:pt x="417" y="716"/>
                  </a:cubicBezTo>
                  <a:close/>
                  <a:moveTo>
                    <a:pt x="481" y="714"/>
                  </a:moveTo>
                  <a:cubicBezTo>
                    <a:pt x="489" y="696"/>
                    <a:pt x="517" y="692"/>
                    <a:pt x="514" y="668"/>
                  </a:cubicBezTo>
                  <a:cubicBezTo>
                    <a:pt x="511" y="646"/>
                    <a:pt x="469" y="648"/>
                    <a:pt x="475" y="672"/>
                  </a:cubicBezTo>
                  <a:cubicBezTo>
                    <a:pt x="485" y="671"/>
                    <a:pt x="481" y="661"/>
                    <a:pt x="490" y="659"/>
                  </a:cubicBezTo>
                  <a:cubicBezTo>
                    <a:pt x="497" y="658"/>
                    <a:pt x="503" y="661"/>
                    <a:pt x="506" y="668"/>
                  </a:cubicBezTo>
                  <a:cubicBezTo>
                    <a:pt x="511" y="690"/>
                    <a:pt x="468" y="699"/>
                    <a:pt x="470" y="720"/>
                  </a:cubicBezTo>
                  <a:cubicBezTo>
                    <a:pt x="484" y="718"/>
                    <a:pt x="509" y="727"/>
                    <a:pt x="514" y="715"/>
                  </a:cubicBezTo>
                  <a:cubicBezTo>
                    <a:pt x="506" y="711"/>
                    <a:pt x="491" y="714"/>
                    <a:pt x="481" y="714"/>
                  </a:cubicBezTo>
                  <a:close/>
                  <a:moveTo>
                    <a:pt x="415" y="465"/>
                  </a:moveTo>
                  <a:cubicBezTo>
                    <a:pt x="469" y="406"/>
                    <a:pt x="550" y="477"/>
                    <a:pt x="628" y="461"/>
                  </a:cubicBezTo>
                  <a:cubicBezTo>
                    <a:pt x="577" y="425"/>
                    <a:pt x="517" y="400"/>
                    <a:pt x="478" y="353"/>
                  </a:cubicBezTo>
                  <a:cubicBezTo>
                    <a:pt x="496" y="360"/>
                    <a:pt x="518" y="363"/>
                    <a:pt x="545" y="362"/>
                  </a:cubicBezTo>
                  <a:cubicBezTo>
                    <a:pt x="511" y="318"/>
                    <a:pt x="456" y="287"/>
                    <a:pt x="441" y="229"/>
                  </a:cubicBezTo>
                  <a:cubicBezTo>
                    <a:pt x="454" y="233"/>
                    <a:pt x="465" y="237"/>
                    <a:pt x="483" y="237"/>
                  </a:cubicBezTo>
                  <a:cubicBezTo>
                    <a:pt x="468" y="213"/>
                    <a:pt x="453" y="189"/>
                    <a:pt x="441" y="162"/>
                  </a:cubicBezTo>
                  <a:cubicBezTo>
                    <a:pt x="429" y="137"/>
                    <a:pt x="420" y="108"/>
                    <a:pt x="408" y="80"/>
                  </a:cubicBezTo>
                  <a:cubicBezTo>
                    <a:pt x="397" y="134"/>
                    <a:pt x="370" y="184"/>
                    <a:pt x="346" y="220"/>
                  </a:cubicBezTo>
                  <a:cubicBezTo>
                    <a:pt x="343" y="225"/>
                    <a:pt x="337" y="231"/>
                    <a:pt x="340" y="237"/>
                  </a:cubicBezTo>
                  <a:cubicBezTo>
                    <a:pt x="357" y="237"/>
                    <a:pt x="368" y="233"/>
                    <a:pt x="381" y="229"/>
                  </a:cubicBezTo>
                  <a:cubicBezTo>
                    <a:pt x="359" y="287"/>
                    <a:pt x="313" y="319"/>
                    <a:pt x="275" y="360"/>
                  </a:cubicBezTo>
                  <a:cubicBezTo>
                    <a:pt x="302" y="361"/>
                    <a:pt x="325" y="360"/>
                    <a:pt x="344" y="353"/>
                  </a:cubicBezTo>
                  <a:cubicBezTo>
                    <a:pt x="344" y="355"/>
                    <a:pt x="344" y="355"/>
                    <a:pt x="344" y="355"/>
                  </a:cubicBezTo>
                  <a:cubicBezTo>
                    <a:pt x="343" y="355"/>
                    <a:pt x="342" y="355"/>
                    <a:pt x="342" y="357"/>
                  </a:cubicBezTo>
                  <a:cubicBezTo>
                    <a:pt x="304" y="391"/>
                    <a:pt x="258" y="423"/>
                    <a:pt x="211" y="446"/>
                  </a:cubicBezTo>
                  <a:cubicBezTo>
                    <a:pt x="204" y="449"/>
                    <a:pt x="195" y="453"/>
                    <a:pt x="192" y="461"/>
                  </a:cubicBezTo>
                  <a:cubicBezTo>
                    <a:pt x="266" y="473"/>
                    <a:pt x="357" y="410"/>
                    <a:pt x="415" y="465"/>
                  </a:cubicBezTo>
                  <a:close/>
                  <a:moveTo>
                    <a:pt x="450" y="532"/>
                  </a:moveTo>
                  <a:cubicBezTo>
                    <a:pt x="525" y="532"/>
                    <a:pt x="601" y="532"/>
                    <a:pt x="677" y="532"/>
                  </a:cubicBezTo>
                  <a:cubicBezTo>
                    <a:pt x="670" y="517"/>
                    <a:pt x="659" y="505"/>
                    <a:pt x="649" y="492"/>
                  </a:cubicBezTo>
                  <a:cubicBezTo>
                    <a:pt x="572" y="496"/>
                    <a:pt x="480" y="424"/>
                    <a:pt x="413" y="482"/>
                  </a:cubicBezTo>
                  <a:cubicBezTo>
                    <a:pt x="357" y="433"/>
                    <a:pt x="277" y="479"/>
                    <a:pt x="217" y="489"/>
                  </a:cubicBezTo>
                  <a:cubicBezTo>
                    <a:pt x="201" y="492"/>
                    <a:pt x="183" y="490"/>
                    <a:pt x="172" y="495"/>
                  </a:cubicBezTo>
                  <a:cubicBezTo>
                    <a:pt x="159" y="500"/>
                    <a:pt x="151" y="523"/>
                    <a:pt x="145" y="532"/>
                  </a:cubicBezTo>
                  <a:cubicBezTo>
                    <a:pt x="222" y="532"/>
                    <a:pt x="299" y="532"/>
                    <a:pt x="377" y="532"/>
                  </a:cubicBezTo>
                  <a:cubicBezTo>
                    <a:pt x="377" y="539"/>
                    <a:pt x="374" y="542"/>
                    <a:pt x="375" y="551"/>
                  </a:cubicBezTo>
                  <a:cubicBezTo>
                    <a:pt x="401" y="551"/>
                    <a:pt x="425" y="551"/>
                    <a:pt x="450" y="551"/>
                  </a:cubicBezTo>
                  <a:cubicBezTo>
                    <a:pt x="451" y="544"/>
                    <a:pt x="445" y="537"/>
                    <a:pt x="450" y="532"/>
                  </a:cubicBezTo>
                  <a:close/>
                  <a:moveTo>
                    <a:pt x="794" y="0"/>
                  </a:moveTo>
                  <a:cubicBezTo>
                    <a:pt x="794" y="208"/>
                    <a:pt x="813" y="432"/>
                    <a:pt x="749" y="575"/>
                  </a:cubicBezTo>
                  <a:cubicBezTo>
                    <a:pt x="686" y="721"/>
                    <a:pt x="550" y="780"/>
                    <a:pt x="408" y="846"/>
                  </a:cubicBezTo>
                  <a:cubicBezTo>
                    <a:pt x="265" y="782"/>
                    <a:pt x="132" y="721"/>
                    <a:pt x="66" y="579"/>
                  </a:cubicBezTo>
                  <a:cubicBezTo>
                    <a:pt x="0" y="437"/>
                    <a:pt x="23" y="215"/>
                    <a:pt x="18" y="5"/>
                  </a:cubicBezTo>
                  <a:cubicBezTo>
                    <a:pt x="18" y="1"/>
                    <a:pt x="19" y="0"/>
                    <a:pt x="22" y="0"/>
                  </a:cubicBezTo>
                  <a:cubicBezTo>
                    <a:pt x="280" y="0"/>
                    <a:pt x="538" y="0"/>
                    <a:pt x="79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1" name="Freeform 25">
              <a:extLst>
                <a:ext uri="{FF2B5EF4-FFF2-40B4-BE49-F238E27FC236}">
                  <a16:creationId xmlns:a16="http://schemas.microsoft.com/office/drawing/2014/main" id="{40190213-7551-5283-6C23-527321FCA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3010" y="5166360"/>
              <a:ext cx="269875" cy="298450"/>
            </a:xfrm>
            <a:custGeom>
              <a:avLst/>
              <a:gdLst>
                <a:gd name="T0" fmla="*/ 74 w 104"/>
                <a:gd name="T1" fmla="*/ 15 h 115"/>
                <a:gd name="T2" fmla="*/ 96 w 104"/>
                <a:gd name="T3" fmla="*/ 115 h 115"/>
                <a:gd name="T4" fmla="*/ 17 w 104"/>
                <a:gd name="T5" fmla="*/ 64 h 115"/>
                <a:gd name="T6" fmla="*/ 0 w 104"/>
                <a:gd name="T7" fmla="*/ 67 h 115"/>
                <a:gd name="T8" fmla="*/ 25 w 104"/>
                <a:gd name="T9" fmla="*/ 50 h 115"/>
                <a:gd name="T10" fmla="*/ 84 w 104"/>
                <a:gd name="T11" fmla="*/ 88 h 115"/>
                <a:gd name="T12" fmla="*/ 66 w 104"/>
                <a:gd name="T13" fmla="*/ 21 h 115"/>
                <a:gd name="T14" fmla="*/ 50 w 104"/>
                <a:gd name="T15" fmla="*/ 28 h 115"/>
                <a:gd name="T16" fmla="*/ 75 w 104"/>
                <a:gd name="T17" fmla="*/ 0 h 115"/>
                <a:gd name="T18" fmla="*/ 74 w 104"/>
                <a:gd name="T19" fmla="*/ 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5">
                  <a:moveTo>
                    <a:pt x="74" y="15"/>
                  </a:moveTo>
                  <a:cubicBezTo>
                    <a:pt x="73" y="47"/>
                    <a:pt x="104" y="86"/>
                    <a:pt x="96" y="115"/>
                  </a:cubicBezTo>
                  <a:cubicBezTo>
                    <a:pt x="71" y="99"/>
                    <a:pt x="43" y="82"/>
                    <a:pt x="17" y="64"/>
                  </a:cubicBezTo>
                  <a:cubicBezTo>
                    <a:pt x="8" y="63"/>
                    <a:pt x="5" y="71"/>
                    <a:pt x="0" y="67"/>
                  </a:cubicBezTo>
                  <a:cubicBezTo>
                    <a:pt x="6" y="54"/>
                    <a:pt x="46" y="26"/>
                    <a:pt x="25" y="50"/>
                  </a:cubicBezTo>
                  <a:cubicBezTo>
                    <a:pt x="43" y="66"/>
                    <a:pt x="64" y="77"/>
                    <a:pt x="84" y="88"/>
                  </a:cubicBezTo>
                  <a:cubicBezTo>
                    <a:pt x="84" y="67"/>
                    <a:pt x="73" y="42"/>
                    <a:pt x="66" y="21"/>
                  </a:cubicBezTo>
                  <a:cubicBezTo>
                    <a:pt x="60" y="23"/>
                    <a:pt x="56" y="26"/>
                    <a:pt x="50" y="28"/>
                  </a:cubicBezTo>
                  <a:cubicBezTo>
                    <a:pt x="50" y="16"/>
                    <a:pt x="69" y="10"/>
                    <a:pt x="75" y="0"/>
                  </a:cubicBezTo>
                  <a:cubicBezTo>
                    <a:pt x="83" y="6"/>
                    <a:pt x="74" y="7"/>
                    <a:pt x="7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2" name="Freeform 26">
              <a:extLst>
                <a:ext uri="{FF2B5EF4-FFF2-40B4-BE49-F238E27FC236}">
                  <a16:creationId xmlns:a16="http://schemas.microsoft.com/office/drawing/2014/main" id="{BE77F8D8-BB76-3F04-ADF1-5A7B49DC5B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010" y="5358448"/>
              <a:ext cx="204787" cy="273050"/>
            </a:xfrm>
            <a:custGeom>
              <a:avLst/>
              <a:gdLst>
                <a:gd name="T0" fmla="*/ 62 w 79"/>
                <a:gd name="T1" fmla="*/ 84 h 105"/>
                <a:gd name="T2" fmla="*/ 79 w 79"/>
                <a:gd name="T3" fmla="*/ 87 h 105"/>
                <a:gd name="T4" fmla="*/ 40 w 79"/>
                <a:gd name="T5" fmla="*/ 105 h 105"/>
                <a:gd name="T6" fmla="*/ 50 w 79"/>
                <a:gd name="T7" fmla="*/ 93 h 105"/>
                <a:gd name="T8" fmla="*/ 16 w 79"/>
                <a:gd name="T9" fmla="*/ 19 h 105"/>
                <a:gd name="T10" fmla="*/ 0 w 79"/>
                <a:gd name="T11" fmla="*/ 19 h 105"/>
                <a:gd name="T12" fmla="*/ 40 w 79"/>
                <a:gd name="T13" fmla="*/ 0 h 105"/>
                <a:gd name="T14" fmla="*/ 29 w 79"/>
                <a:gd name="T15" fmla="*/ 12 h 105"/>
                <a:gd name="T16" fmla="*/ 62 w 79"/>
                <a:gd name="T17" fmla="*/ 8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105">
                  <a:moveTo>
                    <a:pt x="62" y="84"/>
                  </a:moveTo>
                  <a:cubicBezTo>
                    <a:pt x="68" y="89"/>
                    <a:pt x="76" y="81"/>
                    <a:pt x="79" y="87"/>
                  </a:cubicBezTo>
                  <a:cubicBezTo>
                    <a:pt x="71" y="95"/>
                    <a:pt x="52" y="104"/>
                    <a:pt x="40" y="105"/>
                  </a:cubicBezTo>
                  <a:cubicBezTo>
                    <a:pt x="40" y="98"/>
                    <a:pt x="50" y="100"/>
                    <a:pt x="50" y="93"/>
                  </a:cubicBezTo>
                  <a:cubicBezTo>
                    <a:pt x="40" y="68"/>
                    <a:pt x="28" y="43"/>
                    <a:pt x="16" y="19"/>
                  </a:cubicBezTo>
                  <a:cubicBezTo>
                    <a:pt x="10" y="17"/>
                    <a:pt x="3" y="25"/>
                    <a:pt x="0" y="19"/>
                  </a:cubicBezTo>
                  <a:cubicBezTo>
                    <a:pt x="10" y="11"/>
                    <a:pt x="28" y="0"/>
                    <a:pt x="40" y="0"/>
                  </a:cubicBezTo>
                  <a:cubicBezTo>
                    <a:pt x="38" y="6"/>
                    <a:pt x="32" y="7"/>
                    <a:pt x="29" y="12"/>
                  </a:cubicBezTo>
                  <a:cubicBezTo>
                    <a:pt x="40" y="36"/>
                    <a:pt x="52" y="60"/>
                    <a:pt x="6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8D81276A-728C-3210-6800-809AC3D7F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148" y="5423535"/>
              <a:ext cx="314325" cy="342900"/>
            </a:xfrm>
            <a:custGeom>
              <a:avLst/>
              <a:gdLst>
                <a:gd name="T0" fmla="*/ 121 w 121"/>
                <a:gd name="T1" fmla="*/ 98 h 132"/>
                <a:gd name="T2" fmla="*/ 78 w 121"/>
                <a:gd name="T3" fmla="*/ 79 h 132"/>
                <a:gd name="T4" fmla="*/ 33 w 121"/>
                <a:gd name="T5" fmla="*/ 54 h 132"/>
                <a:gd name="T6" fmla="*/ 59 w 121"/>
                <a:gd name="T7" fmla="*/ 115 h 132"/>
                <a:gd name="T8" fmla="*/ 78 w 121"/>
                <a:gd name="T9" fmla="*/ 116 h 132"/>
                <a:gd name="T10" fmla="*/ 39 w 121"/>
                <a:gd name="T11" fmla="*/ 132 h 132"/>
                <a:gd name="T12" fmla="*/ 48 w 121"/>
                <a:gd name="T13" fmla="*/ 118 h 132"/>
                <a:gd name="T14" fmla="*/ 17 w 121"/>
                <a:gd name="T15" fmla="*/ 46 h 132"/>
                <a:gd name="T16" fmla="*/ 1 w 121"/>
                <a:gd name="T17" fmla="*/ 46 h 132"/>
                <a:gd name="T18" fmla="*/ 25 w 121"/>
                <a:gd name="T19" fmla="*/ 32 h 132"/>
                <a:gd name="T20" fmla="*/ 102 w 121"/>
                <a:gd name="T21" fmla="*/ 77 h 132"/>
                <a:gd name="T22" fmla="*/ 78 w 121"/>
                <a:gd name="T23" fmla="*/ 20 h 132"/>
                <a:gd name="T24" fmla="*/ 60 w 121"/>
                <a:gd name="T25" fmla="*/ 20 h 132"/>
                <a:gd name="T26" fmla="*/ 95 w 121"/>
                <a:gd name="T27" fmla="*/ 0 h 132"/>
                <a:gd name="T28" fmla="*/ 88 w 121"/>
                <a:gd name="T29" fmla="*/ 16 h 132"/>
                <a:gd name="T30" fmla="*/ 121 w 121"/>
                <a:gd name="T31" fmla="*/ 9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1" h="132">
                  <a:moveTo>
                    <a:pt x="121" y="98"/>
                  </a:moveTo>
                  <a:cubicBezTo>
                    <a:pt x="105" y="103"/>
                    <a:pt x="92" y="87"/>
                    <a:pt x="78" y="79"/>
                  </a:cubicBezTo>
                  <a:cubicBezTo>
                    <a:pt x="62" y="70"/>
                    <a:pt x="47" y="62"/>
                    <a:pt x="33" y="54"/>
                  </a:cubicBezTo>
                  <a:cubicBezTo>
                    <a:pt x="39" y="77"/>
                    <a:pt x="48" y="96"/>
                    <a:pt x="59" y="115"/>
                  </a:cubicBezTo>
                  <a:cubicBezTo>
                    <a:pt x="65" y="116"/>
                    <a:pt x="73" y="113"/>
                    <a:pt x="78" y="116"/>
                  </a:cubicBezTo>
                  <a:cubicBezTo>
                    <a:pt x="67" y="124"/>
                    <a:pt x="50" y="132"/>
                    <a:pt x="39" y="132"/>
                  </a:cubicBezTo>
                  <a:cubicBezTo>
                    <a:pt x="39" y="126"/>
                    <a:pt x="48" y="126"/>
                    <a:pt x="48" y="118"/>
                  </a:cubicBezTo>
                  <a:cubicBezTo>
                    <a:pt x="51" y="98"/>
                    <a:pt x="23" y="63"/>
                    <a:pt x="17" y="46"/>
                  </a:cubicBezTo>
                  <a:cubicBezTo>
                    <a:pt x="11" y="44"/>
                    <a:pt x="5" y="51"/>
                    <a:pt x="1" y="46"/>
                  </a:cubicBezTo>
                  <a:cubicBezTo>
                    <a:pt x="0" y="39"/>
                    <a:pt x="18" y="37"/>
                    <a:pt x="25" y="32"/>
                  </a:cubicBezTo>
                  <a:cubicBezTo>
                    <a:pt x="51" y="45"/>
                    <a:pt x="75" y="63"/>
                    <a:pt x="102" y="77"/>
                  </a:cubicBezTo>
                  <a:cubicBezTo>
                    <a:pt x="97" y="55"/>
                    <a:pt x="87" y="37"/>
                    <a:pt x="78" y="20"/>
                  </a:cubicBezTo>
                  <a:cubicBezTo>
                    <a:pt x="70" y="17"/>
                    <a:pt x="65" y="24"/>
                    <a:pt x="60" y="20"/>
                  </a:cubicBezTo>
                  <a:cubicBezTo>
                    <a:pt x="67" y="8"/>
                    <a:pt x="86" y="8"/>
                    <a:pt x="95" y="0"/>
                  </a:cubicBezTo>
                  <a:cubicBezTo>
                    <a:pt x="104" y="7"/>
                    <a:pt x="88" y="7"/>
                    <a:pt x="88" y="16"/>
                  </a:cubicBezTo>
                  <a:cubicBezTo>
                    <a:pt x="97" y="46"/>
                    <a:pt x="110" y="72"/>
                    <a:pt x="121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946EC01C-EEBB-50BA-0EED-D58503718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198" y="2524760"/>
              <a:ext cx="238125" cy="295275"/>
            </a:xfrm>
            <a:custGeom>
              <a:avLst/>
              <a:gdLst>
                <a:gd name="T0" fmla="*/ 74 w 92"/>
                <a:gd name="T1" fmla="*/ 19 h 114"/>
                <a:gd name="T2" fmla="*/ 71 w 92"/>
                <a:gd name="T3" fmla="*/ 114 h 114"/>
                <a:gd name="T4" fmla="*/ 65 w 92"/>
                <a:gd name="T5" fmla="*/ 100 h 114"/>
                <a:gd name="T6" fmla="*/ 3 w 92"/>
                <a:gd name="T7" fmla="*/ 79 h 114"/>
                <a:gd name="T8" fmla="*/ 69 w 92"/>
                <a:gd name="T9" fmla="*/ 83 h 114"/>
                <a:gd name="T10" fmla="*/ 51 w 92"/>
                <a:gd name="T11" fmla="*/ 66 h 114"/>
                <a:gd name="T12" fmla="*/ 2 w 92"/>
                <a:gd name="T13" fmla="*/ 52 h 114"/>
                <a:gd name="T14" fmla="*/ 69 w 92"/>
                <a:gd name="T15" fmla="*/ 54 h 114"/>
                <a:gd name="T16" fmla="*/ 2 w 92"/>
                <a:gd name="T17" fmla="*/ 24 h 114"/>
                <a:gd name="T18" fmla="*/ 62 w 92"/>
                <a:gd name="T19" fmla="*/ 23 h 114"/>
                <a:gd name="T20" fmla="*/ 74 w 92"/>
                <a:gd name="T21" fmla="*/ 1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4">
                  <a:moveTo>
                    <a:pt x="74" y="19"/>
                  </a:moveTo>
                  <a:cubicBezTo>
                    <a:pt x="88" y="36"/>
                    <a:pt x="92" y="103"/>
                    <a:pt x="71" y="114"/>
                  </a:cubicBezTo>
                  <a:cubicBezTo>
                    <a:pt x="63" y="114"/>
                    <a:pt x="64" y="107"/>
                    <a:pt x="65" y="100"/>
                  </a:cubicBezTo>
                  <a:cubicBezTo>
                    <a:pt x="51" y="86"/>
                    <a:pt x="14" y="99"/>
                    <a:pt x="3" y="79"/>
                  </a:cubicBezTo>
                  <a:cubicBezTo>
                    <a:pt x="24" y="65"/>
                    <a:pt x="49" y="83"/>
                    <a:pt x="69" y="83"/>
                  </a:cubicBezTo>
                  <a:cubicBezTo>
                    <a:pt x="73" y="69"/>
                    <a:pt x="58" y="69"/>
                    <a:pt x="51" y="66"/>
                  </a:cubicBezTo>
                  <a:cubicBezTo>
                    <a:pt x="36" y="61"/>
                    <a:pt x="14" y="62"/>
                    <a:pt x="2" y="52"/>
                  </a:cubicBezTo>
                  <a:cubicBezTo>
                    <a:pt x="14" y="31"/>
                    <a:pt x="49" y="52"/>
                    <a:pt x="69" y="54"/>
                  </a:cubicBezTo>
                  <a:cubicBezTo>
                    <a:pt x="65" y="24"/>
                    <a:pt x="22" y="36"/>
                    <a:pt x="2" y="24"/>
                  </a:cubicBezTo>
                  <a:cubicBezTo>
                    <a:pt x="0" y="0"/>
                    <a:pt x="48" y="18"/>
                    <a:pt x="62" y="23"/>
                  </a:cubicBezTo>
                  <a:cubicBezTo>
                    <a:pt x="68" y="24"/>
                    <a:pt x="70" y="13"/>
                    <a:pt x="74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C4DC7E13-6DCA-92A0-14E8-2F13020FA5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0185" y="2210435"/>
              <a:ext cx="796925" cy="906463"/>
            </a:xfrm>
            <a:custGeom>
              <a:avLst/>
              <a:gdLst>
                <a:gd name="T0" fmla="*/ 220 w 307"/>
                <a:gd name="T1" fmla="*/ 268 h 349"/>
                <a:gd name="T2" fmla="*/ 111 w 307"/>
                <a:gd name="T3" fmla="*/ 268 h 349"/>
                <a:gd name="T4" fmla="*/ 220 w 307"/>
                <a:gd name="T5" fmla="*/ 268 h 349"/>
                <a:gd name="T6" fmla="*/ 173 w 307"/>
                <a:gd name="T7" fmla="*/ 123 h 349"/>
                <a:gd name="T8" fmla="*/ 194 w 307"/>
                <a:gd name="T9" fmla="*/ 123 h 349"/>
                <a:gd name="T10" fmla="*/ 162 w 307"/>
                <a:gd name="T11" fmla="*/ 45 h 349"/>
                <a:gd name="T12" fmla="*/ 137 w 307"/>
                <a:gd name="T13" fmla="*/ 123 h 349"/>
                <a:gd name="T14" fmla="*/ 156 w 307"/>
                <a:gd name="T15" fmla="*/ 123 h 349"/>
                <a:gd name="T16" fmla="*/ 168 w 307"/>
                <a:gd name="T17" fmla="*/ 105 h 349"/>
                <a:gd name="T18" fmla="*/ 173 w 307"/>
                <a:gd name="T19" fmla="*/ 123 h 349"/>
                <a:gd name="T20" fmla="*/ 253 w 307"/>
                <a:gd name="T21" fmla="*/ 300 h 349"/>
                <a:gd name="T22" fmla="*/ 286 w 307"/>
                <a:gd name="T23" fmla="*/ 257 h 349"/>
                <a:gd name="T24" fmla="*/ 45 w 307"/>
                <a:gd name="T25" fmla="*/ 259 h 349"/>
                <a:gd name="T26" fmla="*/ 79 w 307"/>
                <a:gd name="T27" fmla="*/ 300 h 349"/>
                <a:gd name="T28" fmla="*/ 109 w 307"/>
                <a:gd name="T29" fmla="*/ 294 h 349"/>
                <a:gd name="T30" fmla="*/ 83 w 307"/>
                <a:gd name="T31" fmla="*/ 264 h 349"/>
                <a:gd name="T32" fmla="*/ 178 w 307"/>
                <a:gd name="T33" fmla="*/ 244 h 349"/>
                <a:gd name="T34" fmla="*/ 248 w 307"/>
                <a:gd name="T35" fmla="*/ 266 h 349"/>
                <a:gd name="T36" fmla="*/ 222 w 307"/>
                <a:gd name="T37" fmla="*/ 291 h 349"/>
                <a:gd name="T38" fmla="*/ 253 w 307"/>
                <a:gd name="T39" fmla="*/ 300 h 349"/>
                <a:gd name="T40" fmla="*/ 274 w 307"/>
                <a:gd name="T41" fmla="*/ 75 h 349"/>
                <a:gd name="T42" fmla="*/ 302 w 307"/>
                <a:gd name="T43" fmla="*/ 133 h 349"/>
                <a:gd name="T44" fmla="*/ 264 w 307"/>
                <a:gd name="T45" fmla="*/ 85 h 349"/>
                <a:gd name="T46" fmla="*/ 187 w 307"/>
                <a:gd name="T47" fmla="*/ 47 h 349"/>
                <a:gd name="T48" fmla="*/ 210 w 307"/>
                <a:gd name="T49" fmla="*/ 121 h 349"/>
                <a:gd name="T50" fmla="*/ 175 w 307"/>
                <a:gd name="T51" fmla="*/ 139 h 349"/>
                <a:gd name="T52" fmla="*/ 173 w 307"/>
                <a:gd name="T53" fmla="*/ 173 h 349"/>
                <a:gd name="T54" fmla="*/ 225 w 307"/>
                <a:gd name="T55" fmla="*/ 175 h 349"/>
                <a:gd name="T56" fmla="*/ 173 w 307"/>
                <a:gd name="T57" fmla="*/ 188 h 349"/>
                <a:gd name="T58" fmla="*/ 166 w 307"/>
                <a:gd name="T59" fmla="*/ 219 h 349"/>
                <a:gd name="T60" fmla="*/ 305 w 307"/>
                <a:gd name="T61" fmla="*/ 250 h 349"/>
                <a:gd name="T62" fmla="*/ 256 w 307"/>
                <a:gd name="T63" fmla="*/ 318 h 349"/>
                <a:gd name="T64" fmla="*/ 192 w 307"/>
                <a:gd name="T65" fmla="*/ 338 h 349"/>
                <a:gd name="T66" fmla="*/ 232 w 307"/>
                <a:gd name="T67" fmla="*/ 312 h 349"/>
                <a:gd name="T68" fmla="*/ 183 w 307"/>
                <a:gd name="T69" fmla="*/ 304 h 349"/>
                <a:gd name="T70" fmla="*/ 181 w 307"/>
                <a:gd name="T71" fmla="*/ 343 h 349"/>
                <a:gd name="T72" fmla="*/ 132 w 307"/>
                <a:gd name="T73" fmla="*/ 334 h 349"/>
                <a:gd name="T74" fmla="*/ 168 w 307"/>
                <a:gd name="T75" fmla="*/ 330 h 349"/>
                <a:gd name="T76" fmla="*/ 166 w 307"/>
                <a:gd name="T77" fmla="*/ 304 h 349"/>
                <a:gd name="T78" fmla="*/ 100 w 307"/>
                <a:gd name="T79" fmla="*/ 311 h 349"/>
                <a:gd name="T80" fmla="*/ 123 w 307"/>
                <a:gd name="T81" fmla="*/ 334 h 349"/>
                <a:gd name="T82" fmla="*/ 25 w 307"/>
                <a:gd name="T83" fmla="*/ 252 h 349"/>
                <a:gd name="T84" fmla="*/ 161 w 307"/>
                <a:gd name="T85" fmla="*/ 221 h 349"/>
                <a:gd name="T86" fmla="*/ 157 w 307"/>
                <a:gd name="T87" fmla="*/ 191 h 349"/>
                <a:gd name="T88" fmla="*/ 104 w 307"/>
                <a:gd name="T89" fmla="*/ 182 h 349"/>
                <a:gd name="T90" fmla="*/ 156 w 307"/>
                <a:gd name="T91" fmla="*/ 173 h 349"/>
                <a:gd name="T92" fmla="*/ 157 w 307"/>
                <a:gd name="T93" fmla="*/ 140 h 349"/>
                <a:gd name="T94" fmla="*/ 104 w 307"/>
                <a:gd name="T95" fmla="*/ 132 h 349"/>
                <a:gd name="T96" fmla="*/ 121 w 307"/>
                <a:gd name="T97" fmla="*/ 123 h 349"/>
                <a:gd name="T98" fmla="*/ 144 w 307"/>
                <a:gd name="T99" fmla="*/ 51 h 349"/>
                <a:gd name="T100" fmla="*/ 34 w 307"/>
                <a:gd name="T101" fmla="*/ 143 h 349"/>
                <a:gd name="T102" fmla="*/ 95 w 307"/>
                <a:gd name="T103" fmla="*/ 140 h 349"/>
                <a:gd name="T104" fmla="*/ 28 w 307"/>
                <a:gd name="T105" fmla="*/ 173 h 349"/>
                <a:gd name="T106" fmla="*/ 95 w 307"/>
                <a:gd name="T107" fmla="*/ 171 h 349"/>
                <a:gd name="T108" fmla="*/ 28 w 307"/>
                <a:gd name="T109" fmla="*/ 204 h 349"/>
                <a:gd name="T110" fmla="*/ 91 w 307"/>
                <a:gd name="T111" fmla="*/ 201 h 349"/>
                <a:gd name="T112" fmla="*/ 33 w 307"/>
                <a:gd name="T113" fmla="*/ 221 h 349"/>
                <a:gd name="T114" fmla="*/ 28 w 307"/>
                <a:gd name="T115" fmla="*/ 239 h 349"/>
                <a:gd name="T116" fmla="*/ 12 w 307"/>
                <a:gd name="T117" fmla="*/ 213 h 349"/>
                <a:gd name="T118" fmla="*/ 150 w 307"/>
                <a:gd name="T119" fmla="*/ 29 h 349"/>
                <a:gd name="T120" fmla="*/ 177 w 307"/>
                <a:gd name="T121" fmla="*/ 29 h 349"/>
                <a:gd name="T122" fmla="*/ 274 w 307"/>
                <a:gd name="T123" fmla="*/ 75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7" h="349">
                  <a:moveTo>
                    <a:pt x="220" y="268"/>
                  </a:moveTo>
                  <a:cubicBezTo>
                    <a:pt x="190" y="258"/>
                    <a:pt x="144" y="258"/>
                    <a:pt x="111" y="268"/>
                  </a:cubicBezTo>
                  <a:cubicBezTo>
                    <a:pt x="129" y="292"/>
                    <a:pt x="201" y="292"/>
                    <a:pt x="220" y="268"/>
                  </a:cubicBezTo>
                  <a:close/>
                  <a:moveTo>
                    <a:pt x="173" y="123"/>
                  </a:moveTo>
                  <a:cubicBezTo>
                    <a:pt x="181" y="123"/>
                    <a:pt x="187" y="123"/>
                    <a:pt x="194" y="123"/>
                  </a:cubicBezTo>
                  <a:cubicBezTo>
                    <a:pt x="184" y="96"/>
                    <a:pt x="181" y="64"/>
                    <a:pt x="162" y="45"/>
                  </a:cubicBezTo>
                  <a:cubicBezTo>
                    <a:pt x="154" y="71"/>
                    <a:pt x="143" y="95"/>
                    <a:pt x="137" y="123"/>
                  </a:cubicBezTo>
                  <a:cubicBezTo>
                    <a:pt x="143" y="123"/>
                    <a:pt x="149" y="123"/>
                    <a:pt x="156" y="123"/>
                  </a:cubicBezTo>
                  <a:cubicBezTo>
                    <a:pt x="156" y="113"/>
                    <a:pt x="159" y="106"/>
                    <a:pt x="168" y="105"/>
                  </a:cubicBezTo>
                  <a:cubicBezTo>
                    <a:pt x="173" y="107"/>
                    <a:pt x="173" y="114"/>
                    <a:pt x="173" y="123"/>
                  </a:cubicBezTo>
                  <a:close/>
                  <a:moveTo>
                    <a:pt x="253" y="300"/>
                  </a:moveTo>
                  <a:cubicBezTo>
                    <a:pt x="266" y="288"/>
                    <a:pt x="278" y="276"/>
                    <a:pt x="286" y="257"/>
                  </a:cubicBezTo>
                  <a:cubicBezTo>
                    <a:pt x="219" y="230"/>
                    <a:pt x="105" y="229"/>
                    <a:pt x="45" y="259"/>
                  </a:cubicBezTo>
                  <a:cubicBezTo>
                    <a:pt x="54" y="276"/>
                    <a:pt x="67" y="287"/>
                    <a:pt x="79" y="300"/>
                  </a:cubicBezTo>
                  <a:cubicBezTo>
                    <a:pt x="90" y="299"/>
                    <a:pt x="96" y="292"/>
                    <a:pt x="109" y="294"/>
                  </a:cubicBezTo>
                  <a:cubicBezTo>
                    <a:pt x="105" y="280"/>
                    <a:pt x="85" y="281"/>
                    <a:pt x="83" y="264"/>
                  </a:cubicBezTo>
                  <a:cubicBezTo>
                    <a:pt x="100" y="247"/>
                    <a:pt x="143" y="242"/>
                    <a:pt x="178" y="244"/>
                  </a:cubicBezTo>
                  <a:cubicBezTo>
                    <a:pt x="205" y="247"/>
                    <a:pt x="238" y="249"/>
                    <a:pt x="248" y="266"/>
                  </a:cubicBezTo>
                  <a:cubicBezTo>
                    <a:pt x="244" y="280"/>
                    <a:pt x="228" y="281"/>
                    <a:pt x="222" y="291"/>
                  </a:cubicBezTo>
                  <a:cubicBezTo>
                    <a:pt x="232" y="294"/>
                    <a:pt x="243" y="297"/>
                    <a:pt x="253" y="300"/>
                  </a:cubicBezTo>
                  <a:close/>
                  <a:moveTo>
                    <a:pt x="274" y="75"/>
                  </a:moveTo>
                  <a:cubicBezTo>
                    <a:pt x="287" y="88"/>
                    <a:pt x="307" y="110"/>
                    <a:pt x="302" y="133"/>
                  </a:cubicBezTo>
                  <a:cubicBezTo>
                    <a:pt x="283" y="125"/>
                    <a:pt x="278" y="100"/>
                    <a:pt x="264" y="85"/>
                  </a:cubicBezTo>
                  <a:cubicBezTo>
                    <a:pt x="244" y="64"/>
                    <a:pt x="217" y="57"/>
                    <a:pt x="187" y="47"/>
                  </a:cubicBezTo>
                  <a:cubicBezTo>
                    <a:pt x="192" y="75"/>
                    <a:pt x="204" y="94"/>
                    <a:pt x="210" y="121"/>
                  </a:cubicBezTo>
                  <a:cubicBezTo>
                    <a:pt x="252" y="134"/>
                    <a:pt x="201" y="145"/>
                    <a:pt x="175" y="139"/>
                  </a:cubicBezTo>
                  <a:cubicBezTo>
                    <a:pt x="171" y="147"/>
                    <a:pt x="175" y="162"/>
                    <a:pt x="173" y="173"/>
                  </a:cubicBezTo>
                  <a:cubicBezTo>
                    <a:pt x="187" y="177"/>
                    <a:pt x="210" y="168"/>
                    <a:pt x="225" y="175"/>
                  </a:cubicBezTo>
                  <a:cubicBezTo>
                    <a:pt x="225" y="202"/>
                    <a:pt x="197" y="185"/>
                    <a:pt x="173" y="188"/>
                  </a:cubicBezTo>
                  <a:cubicBezTo>
                    <a:pt x="173" y="202"/>
                    <a:pt x="175" y="215"/>
                    <a:pt x="166" y="219"/>
                  </a:cubicBezTo>
                  <a:cubicBezTo>
                    <a:pt x="220" y="223"/>
                    <a:pt x="271" y="226"/>
                    <a:pt x="305" y="250"/>
                  </a:cubicBezTo>
                  <a:cubicBezTo>
                    <a:pt x="297" y="277"/>
                    <a:pt x="278" y="302"/>
                    <a:pt x="256" y="318"/>
                  </a:cubicBezTo>
                  <a:cubicBezTo>
                    <a:pt x="239" y="330"/>
                    <a:pt x="215" y="342"/>
                    <a:pt x="192" y="338"/>
                  </a:cubicBezTo>
                  <a:cubicBezTo>
                    <a:pt x="192" y="315"/>
                    <a:pt x="222" y="325"/>
                    <a:pt x="232" y="312"/>
                  </a:cubicBezTo>
                  <a:cubicBezTo>
                    <a:pt x="220" y="305"/>
                    <a:pt x="201" y="305"/>
                    <a:pt x="183" y="304"/>
                  </a:cubicBezTo>
                  <a:cubicBezTo>
                    <a:pt x="182" y="311"/>
                    <a:pt x="187" y="335"/>
                    <a:pt x="181" y="343"/>
                  </a:cubicBezTo>
                  <a:cubicBezTo>
                    <a:pt x="166" y="349"/>
                    <a:pt x="129" y="347"/>
                    <a:pt x="132" y="334"/>
                  </a:cubicBezTo>
                  <a:cubicBezTo>
                    <a:pt x="134" y="323"/>
                    <a:pt x="154" y="330"/>
                    <a:pt x="168" y="330"/>
                  </a:cubicBezTo>
                  <a:cubicBezTo>
                    <a:pt x="168" y="321"/>
                    <a:pt x="168" y="311"/>
                    <a:pt x="166" y="304"/>
                  </a:cubicBezTo>
                  <a:cubicBezTo>
                    <a:pt x="140" y="302"/>
                    <a:pt x="120" y="306"/>
                    <a:pt x="100" y="311"/>
                  </a:cubicBezTo>
                  <a:cubicBezTo>
                    <a:pt x="105" y="321"/>
                    <a:pt x="129" y="318"/>
                    <a:pt x="123" y="334"/>
                  </a:cubicBezTo>
                  <a:cubicBezTo>
                    <a:pt x="76" y="330"/>
                    <a:pt x="44" y="294"/>
                    <a:pt x="25" y="252"/>
                  </a:cubicBezTo>
                  <a:cubicBezTo>
                    <a:pt x="57" y="228"/>
                    <a:pt x="109" y="224"/>
                    <a:pt x="161" y="221"/>
                  </a:cubicBezTo>
                  <a:cubicBezTo>
                    <a:pt x="161" y="216"/>
                    <a:pt x="155" y="204"/>
                    <a:pt x="157" y="191"/>
                  </a:cubicBezTo>
                  <a:cubicBezTo>
                    <a:pt x="142" y="182"/>
                    <a:pt x="111" y="200"/>
                    <a:pt x="104" y="182"/>
                  </a:cubicBezTo>
                  <a:cubicBezTo>
                    <a:pt x="109" y="164"/>
                    <a:pt x="139" y="178"/>
                    <a:pt x="156" y="173"/>
                  </a:cubicBezTo>
                  <a:cubicBezTo>
                    <a:pt x="160" y="166"/>
                    <a:pt x="156" y="151"/>
                    <a:pt x="157" y="140"/>
                  </a:cubicBezTo>
                  <a:cubicBezTo>
                    <a:pt x="138" y="133"/>
                    <a:pt x="113" y="151"/>
                    <a:pt x="104" y="132"/>
                  </a:cubicBezTo>
                  <a:cubicBezTo>
                    <a:pt x="105" y="124"/>
                    <a:pt x="112" y="123"/>
                    <a:pt x="121" y="123"/>
                  </a:cubicBezTo>
                  <a:cubicBezTo>
                    <a:pt x="124" y="95"/>
                    <a:pt x="137" y="76"/>
                    <a:pt x="144" y="51"/>
                  </a:cubicBezTo>
                  <a:cubicBezTo>
                    <a:pt x="88" y="54"/>
                    <a:pt x="52" y="94"/>
                    <a:pt x="34" y="143"/>
                  </a:cubicBezTo>
                  <a:cubicBezTo>
                    <a:pt x="52" y="142"/>
                    <a:pt x="83" y="124"/>
                    <a:pt x="95" y="140"/>
                  </a:cubicBezTo>
                  <a:cubicBezTo>
                    <a:pt x="83" y="162"/>
                    <a:pt x="34" y="142"/>
                    <a:pt x="28" y="173"/>
                  </a:cubicBezTo>
                  <a:cubicBezTo>
                    <a:pt x="41" y="177"/>
                    <a:pt x="79" y="152"/>
                    <a:pt x="95" y="171"/>
                  </a:cubicBezTo>
                  <a:cubicBezTo>
                    <a:pt x="83" y="192"/>
                    <a:pt x="30" y="172"/>
                    <a:pt x="28" y="204"/>
                  </a:cubicBezTo>
                  <a:cubicBezTo>
                    <a:pt x="43" y="206"/>
                    <a:pt x="76" y="183"/>
                    <a:pt x="91" y="201"/>
                  </a:cubicBezTo>
                  <a:cubicBezTo>
                    <a:pt x="84" y="220"/>
                    <a:pt x="45" y="207"/>
                    <a:pt x="33" y="221"/>
                  </a:cubicBezTo>
                  <a:cubicBezTo>
                    <a:pt x="30" y="225"/>
                    <a:pt x="35" y="238"/>
                    <a:pt x="28" y="239"/>
                  </a:cubicBezTo>
                  <a:cubicBezTo>
                    <a:pt x="16" y="237"/>
                    <a:pt x="13" y="223"/>
                    <a:pt x="12" y="213"/>
                  </a:cubicBezTo>
                  <a:cubicBezTo>
                    <a:pt x="0" y="105"/>
                    <a:pt x="69" y="44"/>
                    <a:pt x="150" y="29"/>
                  </a:cubicBezTo>
                  <a:cubicBezTo>
                    <a:pt x="155" y="9"/>
                    <a:pt x="176" y="0"/>
                    <a:pt x="177" y="29"/>
                  </a:cubicBezTo>
                  <a:cubicBezTo>
                    <a:pt x="214" y="35"/>
                    <a:pt x="250" y="51"/>
                    <a:pt x="274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BAC73DCD-E9DB-2542-5387-422A931A41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698" y="5542598"/>
              <a:ext cx="265112" cy="306388"/>
            </a:xfrm>
            <a:custGeom>
              <a:avLst/>
              <a:gdLst>
                <a:gd name="T0" fmla="*/ 100 w 102"/>
                <a:gd name="T1" fmla="*/ 5 h 118"/>
                <a:gd name="T2" fmla="*/ 89 w 102"/>
                <a:gd name="T3" fmla="*/ 13 h 118"/>
                <a:gd name="T4" fmla="*/ 86 w 102"/>
                <a:gd name="T5" fmla="*/ 83 h 118"/>
                <a:gd name="T6" fmla="*/ 21 w 102"/>
                <a:gd name="T7" fmla="*/ 99 h 118"/>
                <a:gd name="T8" fmla="*/ 12 w 102"/>
                <a:gd name="T9" fmla="*/ 16 h 118"/>
                <a:gd name="T10" fmla="*/ 0 w 102"/>
                <a:gd name="T11" fmla="*/ 8 h 118"/>
                <a:gd name="T12" fmla="*/ 42 w 102"/>
                <a:gd name="T13" fmla="*/ 5 h 118"/>
                <a:gd name="T14" fmla="*/ 30 w 102"/>
                <a:gd name="T15" fmla="*/ 13 h 118"/>
                <a:gd name="T16" fmla="*/ 48 w 102"/>
                <a:gd name="T17" fmla="*/ 99 h 118"/>
                <a:gd name="T18" fmla="*/ 74 w 102"/>
                <a:gd name="T19" fmla="*/ 13 h 118"/>
                <a:gd name="T20" fmla="*/ 61 w 102"/>
                <a:gd name="T21" fmla="*/ 8 h 118"/>
                <a:gd name="T22" fmla="*/ 100 w 102"/>
                <a:gd name="T23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" h="118">
                  <a:moveTo>
                    <a:pt x="100" y="5"/>
                  </a:moveTo>
                  <a:cubicBezTo>
                    <a:pt x="102" y="13"/>
                    <a:pt x="91" y="9"/>
                    <a:pt x="89" y="13"/>
                  </a:cubicBezTo>
                  <a:cubicBezTo>
                    <a:pt x="78" y="33"/>
                    <a:pt x="91" y="61"/>
                    <a:pt x="86" y="83"/>
                  </a:cubicBezTo>
                  <a:cubicBezTo>
                    <a:pt x="80" y="107"/>
                    <a:pt x="39" y="118"/>
                    <a:pt x="21" y="99"/>
                  </a:cubicBezTo>
                  <a:cubicBezTo>
                    <a:pt x="1" y="80"/>
                    <a:pt x="23" y="45"/>
                    <a:pt x="12" y="16"/>
                  </a:cubicBezTo>
                  <a:cubicBezTo>
                    <a:pt x="11" y="9"/>
                    <a:pt x="3" y="12"/>
                    <a:pt x="0" y="8"/>
                  </a:cubicBezTo>
                  <a:cubicBezTo>
                    <a:pt x="8" y="0"/>
                    <a:pt x="33" y="4"/>
                    <a:pt x="42" y="5"/>
                  </a:cubicBezTo>
                  <a:cubicBezTo>
                    <a:pt x="43" y="13"/>
                    <a:pt x="32" y="9"/>
                    <a:pt x="30" y="13"/>
                  </a:cubicBezTo>
                  <a:cubicBezTo>
                    <a:pt x="28" y="43"/>
                    <a:pt x="20" y="95"/>
                    <a:pt x="48" y="99"/>
                  </a:cubicBezTo>
                  <a:cubicBezTo>
                    <a:pt x="83" y="105"/>
                    <a:pt x="85" y="48"/>
                    <a:pt x="74" y="13"/>
                  </a:cubicBezTo>
                  <a:cubicBezTo>
                    <a:pt x="71" y="9"/>
                    <a:pt x="61" y="13"/>
                    <a:pt x="61" y="8"/>
                  </a:cubicBezTo>
                  <a:cubicBezTo>
                    <a:pt x="67" y="0"/>
                    <a:pt x="92" y="4"/>
                    <a:pt x="10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3F97F810-D357-9DC0-3817-0729FDDAF5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685" y="4912360"/>
              <a:ext cx="98425" cy="196850"/>
            </a:xfrm>
            <a:custGeom>
              <a:avLst/>
              <a:gdLst>
                <a:gd name="T0" fmla="*/ 27 w 38"/>
                <a:gd name="T1" fmla="*/ 12 h 76"/>
                <a:gd name="T2" fmla="*/ 11 w 38"/>
                <a:gd name="T3" fmla="*/ 65 h 76"/>
                <a:gd name="T4" fmla="*/ 27 w 38"/>
                <a:gd name="T5" fmla="*/ 1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6">
                  <a:moveTo>
                    <a:pt x="27" y="12"/>
                  </a:moveTo>
                  <a:cubicBezTo>
                    <a:pt x="35" y="26"/>
                    <a:pt x="38" y="76"/>
                    <a:pt x="11" y="65"/>
                  </a:cubicBezTo>
                  <a:cubicBezTo>
                    <a:pt x="2" y="51"/>
                    <a:pt x="0" y="0"/>
                    <a:pt x="2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77B2EEDB-04A8-C192-555E-3BA283EC6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235" y="4909185"/>
              <a:ext cx="98425" cy="127000"/>
            </a:xfrm>
            <a:custGeom>
              <a:avLst/>
              <a:gdLst>
                <a:gd name="T0" fmla="*/ 32 w 38"/>
                <a:gd name="T1" fmla="*/ 13 h 49"/>
                <a:gd name="T2" fmla="*/ 30 w 38"/>
                <a:gd name="T3" fmla="*/ 42 h 49"/>
                <a:gd name="T4" fmla="*/ 32 w 38"/>
                <a:gd name="T5" fmla="*/ 1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49">
                  <a:moveTo>
                    <a:pt x="32" y="13"/>
                  </a:moveTo>
                  <a:cubicBezTo>
                    <a:pt x="38" y="23"/>
                    <a:pt x="38" y="34"/>
                    <a:pt x="30" y="42"/>
                  </a:cubicBezTo>
                  <a:cubicBezTo>
                    <a:pt x="0" y="49"/>
                    <a:pt x="7" y="0"/>
                    <a:pt x="32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BF5AF237-7A2A-82EF-41E9-0CABC2D07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735" y="5240973"/>
              <a:ext cx="273050" cy="349250"/>
            </a:xfrm>
            <a:custGeom>
              <a:avLst/>
              <a:gdLst>
                <a:gd name="T0" fmla="*/ 96 w 105"/>
                <a:gd name="T1" fmla="*/ 51 h 134"/>
                <a:gd name="T2" fmla="*/ 105 w 105"/>
                <a:gd name="T3" fmla="*/ 51 h 134"/>
                <a:gd name="T4" fmla="*/ 85 w 105"/>
                <a:gd name="T5" fmla="*/ 81 h 134"/>
                <a:gd name="T6" fmla="*/ 73 w 105"/>
                <a:gd name="T7" fmla="*/ 33 h 134"/>
                <a:gd name="T8" fmla="*/ 15 w 105"/>
                <a:gd name="T9" fmla="*/ 81 h 134"/>
                <a:gd name="T10" fmla="*/ 60 w 105"/>
                <a:gd name="T11" fmla="*/ 97 h 134"/>
                <a:gd name="T12" fmla="*/ 51 w 105"/>
                <a:gd name="T13" fmla="*/ 81 h 134"/>
                <a:gd name="T14" fmla="*/ 87 w 105"/>
                <a:gd name="T15" fmla="*/ 107 h 134"/>
                <a:gd name="T16" fmla="*/ 76 w 105"/>
                <a:gd name="T17" fmla="*/ 106 h 134"/>
                <a:gd name="T18" fmla="*/ 56 w 105"/>
                <a:gd name="T19" fmla="*/ 132 h 134"/>
                <a:gd name="T20" fmla="*/ 1 w 105"/>
                <a:gd name="T21" fmla="*/ 77 h 134"/>
                <a:gd name="T22" fmla="*/ 96 w 105"/>
                <a:gd name="T23" fmla="*/ 5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5" h="134">
                  <a:moveTo>
                    <a:pt x="96" y="51"/>
                  </a:moveTo>
                  <a:cubicBezTo>
                    <a:pt x="100" y="51"/>
                    <a:pt x="101" y="47"/>
                    <a:pt x="105" y="51"/>
                  </a:cubicBezTo>
                  <a:cubicBezTo>
                    <a:pt x="104" y="59"/>
                    <a:pt x="95" y="75"/>
                    <a:pt x="85" y="81"/>
                  </a:cubicBezTo>
                  <a:cubicBezTo>
                    <a:pt x="88" y="64"/>
                    <a:pt x="89" y="39"/>
                    <a:pt x="73" y="33"/>
                  </a:cubicBezTo>
                  <a:cubicBezTo>
                    <a:pt x="51" y="23"/>
                    <a:pt x="17" y="52"/>
                    <a:pt x="15" y="81"/>
                  </a:cubicBezTo>
                  <a:cubicBezTo>
                    <a:pt x="12" y="114"/>
                    <a:pt x="51" y="134"/>
                    <a:pt x="60" y="97"/>
                  </a:cubicBezTo>
                  <a:cubicBezTo>
                    <a:pt x="60" y="88"/>
                    <a:pt x="49" y="91"/>
                    <a:pt x="51" y="81"/>
                  </a:cubicBezTo>
                  <a:cubicBezTo>
                    <a:pt x="63" y="88"/>
                    <a:pt x="78" y="95"/>
                    <a:pt x="87" y="107"/>
                  </a:cubicBezTo>
                  <a:cubicBezTo>
                    <a:pt x="83" y="113"/>
                    <a:pt x="81" y="105"/>
                    <a:pt x="76" y="106"/>
                  </a:cubicBezTo>
                  <a:cubicBezTo>
                    <a:pt x="66" y="111"/>
                    <a:pt x="62" y="123"/>
                    <a:pt x="56" y="132"/>
                  </a:cubicBezTo>
                  <a:cubicBezTo>
                    <a:pt x="27" y="124"/>
                    <a:pt x="1" y="110"/>
                    <a:pt x="1" y="77"/>
                  </a:cubicBezTo>
                  <a:cubicBezTo>
                    <a:pt x="0" y="25"/>
                    <a:pt x="73" y="0"/>
                    <a:pt x="96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8" name="Freeform 34">
              <a:extLst>
                <a:ext uri="{FF2B5EF4-FFF2-40B4-BE49-F238E27FC236}">
                  <a16:creationId xmlns:a16="http://schemas.microsoft.com/office/drawing/2014/main" id="{0F1ED690-8641-25AF-2A21-50E38AE327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15148" y="2423160"/>
              <a:ext cx="771525" cy="731838"/>
            </a:xfrm>
            <a:custGeom>
              <a:avLst/>
              <a:gdLst>
                <a:gd name="T0" fmla="*/ 26 w 297"/>
                <a:gd name="T1" fmla="*/ 174 h 282"/>
                <a:gd name="T2" fmla="*/ 40 w 297"/>
                <a:gd name="T3" fmla="*/ 158 h 282"/>
                <a:gd name="T4" fmla="*/ 24 w 297"/>
                <a:gd name="T5" fmla="*/ 158 h 282"/>
                <a:gd name="T6" fmla="*/ 73 w 297"/>
                <a:gd name="T7" fmla="*/ 171 h 282"/>
                <a:gd name="T8" fmla="*/ 35 w 297"/>
                <a:gd name="T9" fmla="*/ 234 h 282"/>
                <a:gd name="T10" fmla="*/ 53 w 297"/>
                <a:gd name="T11" fmla="*/ 180 h 282"/>
                <a:gd name="T12" fmla="*/ 80 w 297"/>
                <a:gd name="T13" fmla="*/ 127 h 282"/>
                <a:gd name="T14" fmla="*/ 59 w 297"/>
                <a:gd name="T15" fmla="*/ 141 h 282"/>
                <a:gd name="T16" fmla="*/ 101 w 297"/>
                <a:gd name="T17" fmla="*/ 136 h 282"/>
                <a:gd name="T18" fmla="*/ 101 w 297"/>
                <a:gd name="T19" fmla="*/ 136 h 282"/>
                <a:gd name="T20" fmla="*/ 126 w 297"/>
                <a:gd name="T21" fmla="*/ 139 h 282"/>
                <a:gd name="T22" fmla="*/ 134 w 297"/>
                <a:gd name="T23" fmla="*/ 161 h 282"/>
                <a:gd name="T24" fmla="*/ 134 w 297"/>
                <a:gd name="T25" fmla="*/ 161 h 282"/>
                <a:gd name="T26" fmla="*/ 151 w 297"/>
                <a:gd name="T27" fmla="*/ 27 h 282"/>
                <a:gd name="T28" fmla="*/ 157 w 297"/>
                <a:gd name="T29" fmla="*/ 239 h 282"/>
                <a:gd name="T30" fmla="*/ 163 w 297"/>
                <a:gd name="T31" fmla="*/ 200 h 282"/>
                <a:gd name="T32" fmla="*/ 139 w 297"/>
                <a:gd name="T33" fmla="*/ 218 h 282"/>
                <a:gd name="T34" fmla="*/ 156 w 297"/>
                <a:gd name="T35" fmla="*/ 227 h 282"/>
                <a:gd name="T36" fmla="*/ 173 w 297"/>
                <a:gd name="T37" fmla="*/ 39 h 282"/>
                <a:gd name="T38" fmla="*/ 173 w 297"/>
                <a:gd name="T39" fmla="*/ 39 h 282"/>
                <a:gd name="T40" fmla="*/ 173 w 297"/>
                <a:gd name="T41" fmla="*/ 58 h 282"/>
                <a:gd name="T42" fmla="*/ 157 w 297"/>
                <a:gd name="T43" fmla="*/ 191 h 282"/>
                <a:gd name="T44" fmla="*/ 143 w 297"/>
                <a:gd name="T45" fmla="*/ 186 h 282"/>
                <a:gd name="T46" fmla="*/ 157 w 297"/>
                <a:gd name="T47" fmla="*/ 191 h 282"/>
                <a:gd name="T48" fmla="*/ 186 w 297"/>
                <a:gd name="T49" fmla="*/ 127 h 282"/>
                <a:gd name="T50" fmla="*/ 202 w 297"/>
                <a:gd name="T51" fmla="*/ 119 h 282"/>
                <a:gd name="T52" fmla="*/ 198 w 297"/>
                <a:gd name="T53" fmla="*/ 67 h 282"/>
                <a:gd name="T54" fmla="*/ 189 w 297"/>
                <a:gd name="T55" fmla="*/ 72 h 282"/>
                <a:gd name="T56" fmla="*/ 209 w 297"/>
                <a:gd name="T57" fmla="*/ 66 h 282"/>
                <a:gd name="T58" fmla="*/ 211 w 297"/>
                <a:gd name="T59" fmla="*/ 72 h 282"/>
                <a:gd name="T60" fmla="*/ 217 w 297"/>
                <a:gd name="T61" fmla="*/ 139 h 282"/>
                <a:gd name="T62" fmla="*/ 201 w 297"/>
                <a:gd name="T63" fmla="*/ 150 h 282"/>
                <a:gd name="T64" fmla="*/ 192 w 297"/>
                <a:gd name="T65" fmla="*/ 166 h 282"/>
                <a:gd name="T66" fmla="*/ 227 w 297"/>
                <a:gd name="T67" fmla="*/ 67 h 282"/>
                <a:gd name="T68" fmla="*/ 235 w 297"/>
                <a:gd name="T69" fmla="*/ 115 h 282"/>
                <a:gd name="T70" fmla="*/ 184 w 297"/>
                <a:gd name="T71" fmla="*/ 91 h 282"/>
                <a:gd name="T72" fmla="*/ 173 w 297"/>
                <a:gd name="T73" fmla="*/ 84 h 282"/>
                <a:gd name="T74" fmla="*/ 154 w 297"/>
                <a:gd name="T75" fmla="*/ 136 h 282"/>
                <a:gd name="T76" fmla="*/ 206 w 297"/>
                <a:gd name="T77" fmla="*/ 109 h 282"/>
                <a:gd name="T78" fmla="*/ 217 w 297"/>
                <a:gd name="T79" fmla="*/ 96 h 282"/>
                <a:gd name="T80" fmla="*/ 235 w 297"/>
                <a:gd name="T81" fmla="*/ 115 h 282"/>
                <a:gd name="T82" fmla="*/ 251 w 297"/>
                <a:gd name="T83" fmla="*/ 106 h 282"/>
                <a:gd name="T84" fmla="*/ 249 w 297"/>
                <a:gd name="T85" fmla="*/ 119 h 282"/>
                <a:gd name="T86" fmla="*/ 263 w 297"/>
                <a:gd name="T87" fmla="*/ 261 h 282"/>
                <a:gd name="T88" fmla="*/ 185 w 297"/>
                <a:gd name="T89" fmla="*/ 225 h 282"/>
                <a:gd name="T90" fmla="*/ 131 w 297"/>
                <a:gd name="T91" fmla="*/ 267 h 282"/>
                <a:gd name="T92" fmla="*/ 62 w 297"/>
                <a:gd name="T93" fmla="*/ 218 h 282"/>
                <a:gd name="T94" fmla="*/ 10 w 297"/>
                <a:gd name="T95" fmla="*/ 256 h 282"/>
                <a:gd name="T96" fmla="*/ 97 w 297"/>
                <a:gd name="T97" fmla="*/ 113 h 282"/>
                <a:gd name="T98" fmla="*/ 134 w 297"/>
                <a:gd name="T99" fmla="*/ 82 h 282"/>
                <a:gd name="T100" fmla="*/ 207 w 297"/>
                <a:gd name="T101" fmla="*/ 8 h 282"/>
                <a:gd name="T102" fmla="*/ 234 w 297"/>
                <a:gd name="T103" fmla="*/ 27 h 282"/>
                <a:gd name="T104" fmla="*/ 263 w 297"/>
                <a:gd name="T105" fmla="*/ 184 h 282"/>
                <a:gd name="T106" fmla="*/ 290 w 297"/>
                <a:gd name="T107" fmla="*/ 23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7" h="282">
                  <a:moveTo>
                    <a:pt x="24" y="186"/>
                  </a:moveTo>
                  <a:cubicBezTo>
                    <a:pt x="30" y="187"/>
                    <a:pt x="32" y="172"/>
                    <a:pt x="26" y="174"/>
                  </a:cubicBezTo>
                  <a:cubicBezTo>
                    <a:pt x="22" y="175"/>
                    <a:pt x="21" y="182"/>
                    <a:pt x="24" y="186"/>
                  </a:cubicBezTo>
                  <a:close/>
                  <a:moveTo>
                    <a:pt x="40" y="158"/>
                  </a:moveTo>
                  <a:cubicBezTo>
                    <a:pt x="40" y="155"/>
                    <a:pt x="37" y="152"/>
                    <a:pt x="38" y="147"/>
                  </a:cubicBezTo>
                  <a:cubicBezTo>
                    <a:pt x="30" y="147"/>
                    <a:pt x="24" y="151"/>
                    <a:pt x="24" y="158"/>
                  </a:cubicBezTo>
                  <a:cubicBezTo>
                    <a:pt x="32" y="160"/>
                    <a:pt x="31" y="160"/>
                    <a:pt x="40" y="158"/>
                  </a:cubicBezTo>
                  <a:close/>
                  <a:moveTo>
                    <a:pt x="73" y="171"/>
                  </a:moveTo>
                  <a:cubicBezTo>
                    <a:pt x="64" y="166"/>
                    <a:pt x="59" y="180"/>
                    <a:pt x="52" y="171"/>
                  </a:cubicBezTo>
                  <a:cubicBezTo>
                    <a:pt x="51" y="195"/>
                    <a:pt x="0" y="214"/>
                    <a:pt x="35" y="234"/>
                  </a:cubicBezTo>
                  <a:cubicBezTo>
                    <a:pt x="41" y="225"/>
                    <a:pt x="30" y="220"/>
                    <a:pt x="29" y="213"/>
                  </a:cubicBezTo>
                  <a:cubicBezTo>
                    <a:pt x="42" y="205"/>
                    <a:pt x="52" y="194"/>
                    <a:pt x="53" y="180"/>
                  </a:cubicBezTo>
                  <a:cubicBezTo>
                    <a:pt x="59" y="180"/>
                    <a:pt x="70" y="184"/>
                    <a:pt x="73" y="171"/>
                  </a:cubicBezTo>
                  <a:close/>
                  <a:moveTo>
                    <a:pt x="80" y="127"/>
                  </a:moveTo>
                  <a:cubicBezTo>
                    <a:pt x="70" y="120"/>
                    <a:pt x="55" y="125"/>
                    <a:pt x="52" y="136"/>
                  </a:cubicBezTo>
                  <a:cubicBezTo>
                    <a:pt x="57" y="134"/>
                    <a:pt x="54" y="142"/>
                    <a:pt x="59" y="141"/>
                  </a:cubicBezTo>
                  <a:cubicBezTo>
                    <a:pt x="66" y="137"/>
                    <a:pt x="76" y="136"/>
                    <a:pt x="80" y="127"/>
                  </a:cubicBezTo>
                  <a:close/>
                  <a:moveTo>
                    <a:pt x="101" y="136"/>
                  </a:moveTo>
                  <a:cubicBezTo>
                    <a:pt x="104" y="131"/>
                    <a:pt x="104" y="123"/>
                    <a:pt x="95" y="123"/>
                  </a:cubicBezTo>
                  <a:cubicBezTo>
                    <a:pt x="95" y="131"/>
                    <a:pt x="96" y="134"/>
                    <a:pt x="101" y="136"/>
                  </a:cubicBezTo>
                  <a:close/>
                  <a:moveTo>
                    <a:pt x="131" y="150"/>
                  </a:moveTo>
                  <a:cubicBezTo>
                    <a:pt x="131" y="144"/>
                    <a:pt x="131" y="139"/>
                    <a:pt x="126" y="139"/>
                  </a:cubicBezTo>
                  <a:cubicBezTo>
                    <a:pt x="124" y="144"/>
                    <a:pt x="124" y="151"/>
                    <a:pt x="131" y="150"/>
                  </a:cubicBezTo>
                  <a:close/>
                  <a:moveTo>
                    <a:pt x="134" y="161"/>
                  </a:moveTo>
                  <a:cubicBezTo>
                    <a:pt x="137" y="163"/>
                    <a:pt x="151" y="165"/>
                    <a:pt x="151" y="157"/>
                  </a:cubicBezTo>
                  <a:cubicBezTo>
                    <a:pt x="147" y="151"/>
                    <a:pt x="134" y="153"/>
                    <a:pt x="134" y="161"/>
                  </a:cubicBezTo>
                  <a:close/>
                  <a:moveTo>
                    <a:pt x="151" y="37"/>
                  </a:moveTo>
                  <a:cubicBezTo>
                    <a:pt x="152" y="36"/>
                    <a:pt x="158" y="25"/>
                    <a:pt x="151" y="27"/>
                  </a:cubicBezTo>
                  <a:cubicBezTo>
                    <a:pt x="148" y="28"/>
                    <a:pt x="142" y="37"/>
                    <a:pt x="151" y="37"/>
                  </a:cubicBezTo>
                  <a:close/>
                  <a:moveTo>
                    <a:pt x="157" y="239"/>
                  </a:moveTo>
                  <a:cubicBezTo>
                    <a:pt x="163" y="247"/>
                    <a:pt x="176" y="249"/>
                    <a:pt x="185" y="243"/>
                  </a:cubicBezTo>
                  <a:cubicBezTo>
                    <a:pt x="170" y="237"/>
                    <a:pt x="168" y="218"/>
                    <a:pt x="163" y="200"/>
                  </a:cubicBezTo>
                  <a:cubicBezTo>
                    <a:pt x="158" y="208"/>
                    <a:pt x="165" y="212"/>
                    <a:pt x="159" y="217"/>
                  </a:cubicBezTo>
                  <a:cubicBezTo>
                    <a:pt x="151" y="209"/>
                    <a:pt x="146" y="224"/>
                    <a:pt x="139" y="218"/>
                  </a:cubicBezTo>
                  <a:cubicBezTo>
                    <a:pt x="142" y="225"/>
                    <a:pt x="145" y="234"/>
                    <a:pt x="143" y="247"/>
                  </a:cubicBezTo>
                  <a:cubicBezTo>
                    <a:pt x="154" y="247"/>
                    <a:pt x="143" y="225"/>
                    <a:pt x="156" y="227"/>
                  </a:cubicBezTo>
                  <a:cubicBezTo>
                    <a:pt x="158" y="229"/>
                    <a:pt x="157" y="234"/>
                    <a:pt x="157" y="239"/>
                  </a:cubicBezTo>
                  <a:close/>
                  <a:moveTo>
                    <a:pt x="173" y="39"/>
                  </a:moveTo>
                  <a:cubicBezTo>
                    <a:pt x="181" y="37"/>
                    <a:pt x="187" y="25"/>
                    <a:pt x="178" y="20"/>
                  </a:cubicBezTo>
                  <a:cubicBezTo>
                    <a:pt x="176" y="28"/>
                    <a:pt x="174" y="32"/>
                    <a:pt x="173" y="39"/>
                  </a:cubicBezTo>
                  <a:close/>
                  <a:moveTo>
                    <a:pt x="202" y="28"/>
                  </a:moveTo>
                  <a:cubicBezTo>
                    <a:pt x="190" y="36"/>
                    <a:pt x="178" y="43"/>
                    <a:pt x="173" y="58"/>
                  </a:cubicBezTo>
                  <a:cubicBezTo>
                    <a:pt x="187" y="53"/>
                    <a:pt x="197" y="42"/>
                    <a:pt x="202" y="28"/>
                  </a:cubicBezTo>
                  <a:close/>
                  <a:moveTo>
                    <a:pt x="157" y="191"/>
                  </a:moveTo>
                  <a:cubicBezTo>
                    <a:pt x="168" y="186"/>
                    <a:pt x="196" y="181"/>
                    <a:pt x="189" y="170"/>
                  </a:cubicBezTo>
                  <a:cubicBezTo>
                    <a:pt x="175" y="177"/>
                    <a:pt x="163" y="182"/>
                    <a:pt x="143" y="186"/>
                  </a:cubicBezTo>
                  <a:cubicBezTo>
                    <a:pt x="143" y="193"/>
                    <a:pt x="142" y="200"/>
                    <a:pt x="145" y="204"/>
                  </a:cubicBezTo>
                  <a:cubicBezTo>
                    <a:pt x="154" y="205"/>
                    <a:pt x="153" y="195"/>
                    <a:pt x="157" y="191"/>
                  </a:cubicBezTo>
                  <a:close/>
                  <a:moveTo>
                    <a:pt x="202" y="119"/>
                  </a:moveTo>
                  <a:cubicBezTo>
                    <a:pt x="196" y="117"/>
                    <a:pt x="187" y="119"/>
                    <a:pt x="186" y="127"/>
                  </a:cubicBezTo>
                  <a:cubicBezTo>
                    <a:pt x="192" y="125"/>
                    <a:pt x="191" y="133"/>
                    <a:pt x="197" y="132"/>
                  </a:cubicBezTo>
                  <a:cubicBezTo>
                    <a:pt x="197" y="125"/>
                    <a:pt x="202" y="125"/>
                    <a:pt x="202" y="119"/>
                  </a:cubicBezTo>
                  <a:close/>
                  <a:moveTo>
                    <a:pt x="189" y="72"/>
                  </a:moveTo>
                  <a:cubicBezTo>
                    <a:pt x="194" y="72"/>
                    <a:pt x="198" y="74"/>
                    <a:pt x="198" y="67"/>
                  </a:cubicBezTo>
                  <a:cubicBezTo>
                    <a:pt x="197" y="66"/>
                    <a:pt x="195" y="66"/>
                    <a:pt x="189" y="66"/>
                  </a:cubicBezTo>
                  <a:cubicBezTo>
                    <a:pt x="189" y="69"/>
                    <a:pt x="189" y="71"/>
                    <a:pt x="189" y="72"/>
                  </a:cubicBezTo>
                  <a:close/>
                  <a:moveTo>
                    <a:pt x="211" y="72"/>
                  </a:moveTo>
                  <a:cubicBezTo>
                    <a:pt x="212" y="70"/>
                    <a:pt x="209" y="69"/>
                    <a:pt x="209" y="66"/>
                  </a:cubicBezTo>
                  <a:cubicBezTo>
                    <a:pt x="206" y="65"/>
                    <a:pt x="202" y="66"/>
                    <a:pt x="201" y="67"/>
                  </a:cubicBezTo>
                  <a:cubicBezTo>
                    <a:pt x="200" y="74"/>
                    <a:pt x="208" y="75"/>
                    <a:pt x="211" y="72"/>
                  </a:cubicBezTo>
                  <a:close/>
                  <a:moveTo>
                    <a:pt x="192" y="166"/>
                  </a:moveTo>
                  <a:cubicBezTo>
                    <a:pt x="202" y="160"/>
                    <a:pt x="219" y="160"/>
                    <a:pt x="217" y="139"/>
                  </a:cubicBezTo>
                  <a:cubicBezTo>
                    <a:pt x="208" y="139"/>
                    <a:pt x="201" y="139"/>
                    <a:pt x="196" y="137"/>
                  </a:cubicBezTo>
                  <a:cubicBezTo>
                    <a:pt x="195" y="144"/>
                    <a:pt x="200" y="144"/>
                    <a:pt x="201" y="150"/>
                  </a:cubicBezTo>
                  <a:cubicBezTo>
                    <a:pt x="195" y="156"/>
                    <a:pt x="191" y="148"/>
                    <a:pt x="185" y="148"/>
                  </a:cubicBezTo>
                  <a:cubicBezTo>
                    <a:pt x="186" y="156"/>
                    <a:pt x="195" y="155"/>
                    <a:pt x="192" y="166"/>
                  </a:cubicBezTo>
                  <a:close/>
                  <a:moveTo>
                    <a:pt x="238" y="80"/>
                  </a:moveTo>
                  <a:cubicBezTo>
                    <a:pt x="238" y="72"/>
                    <a:pt x="234" y="62"/>
                    <a:pt x="227" y="67"/>
                  </a:cubicBezTo>
                  <a:cubicBezTo>
                    <a:pt x="227" y="76"/>
                    <a:pt x="233" y="77"/>
                    <a:pt x="238" y="80"/>
                  </a:cubicBezTo>
                  <a:close/>
                  <a:moveTo>
                    <a:pt x="235" y="115"/>
                  </a:moveTo>
                  <a:cubicBezTo>
                    <a:pt x="239" y="110"/>
                    <a:pt x="240" y="104"/>
                    <a:pt x="239" y="94"/>
                  </a:cubicBezTo>
                  <a:cubicBezTo>
                    <a:pt x="228" y="79"/>
                    <a:pt x="200" y="84"/>
                    <a:pt x="184" y="91"/>
                  </a:cubicBezTo>
                  <a:cubicBezTo>
                    <a:pt x="180" y="81"/>
                    <a:pt x="167" y="69"/>
                    <a:pt x="164" y="87"/>
                  </a:cubicBezTo>
                  <a:cubicBezTo>
                    <a:pt x="169" y="87"/>
                    <a:pt x="169" y="85"/>
                    <a:pt x="173" y="84"/>
                  </a:cubicBezTo>
                  <a:cubicBezTo>
                    <a:pt x="176" y="90"/>
                    <a:pt x="180" y="96"/>
                    <a:pt x="189" y="98"/>
                  </a:cubicBezTo>
                  <a:cubicBezTo>
                    <a:pt x="180" y="106"/>
                    <a:pt x="132" y="122"/>
                    <a:pt x="154" y="136"/>
                  </a:cubicBezTo>
                  <a:cubicBezTo>
                    <a:pt x="156" y="122"/>
                    <a:pt x="167" y="115"/>
                    <a:pt x="181" y="118"/>
                  </a:cubicBezTo>
                  <a:cubicBezTo>
                    <a:pt x="187" y="109"/>
                    <a:pt x="192" y="106"/>
                    <a:pt x="206" y="109"/>
                  </a:cubicBezTo>
                  <a:cubicBezTo>
                    <a:pt x="211" y="112"/>
                    <a:pt x="208" y="123"/>
                    <a:pt x="217" y="123"/>
                  </a:cubicBezTo>
                  <a:cubicBezTo>
                    <a:pt x="220" y="113"/>
                    <a:pt x="218" y="106"/>
                    <a:pt x="217" y="96"/>
                  </a:cubicBezTo>
                  <a:cubicBezTo>
                    <a:pt x="218" y="95"/>
                    <a:pt x="219" y="94"/>
                    <a:pt x="223" y="94"/>
                  </a:cubicBezTo>
                  <a:cubicBezTo>
                    <a:pt x="230" y="99"/>
                    <a:pt x="227" y="113"/>
                    <a:pt x="235" y="115"/>
                  </a:cubicBezTo>
                  <a:close/>
                  <a:moveTo>
                    <a:pt x="249" y="119"/>
                  </a:moveTo>
                  <a:cubicBezTo>
                    <a:pt x="253" y="115"/>
                    <a:pt x="252" y="114"/>
                    <a:pt x="251" y="106"/>
                  </a:cubicBezTo>
                  <a:cubicBezTo>
                    <a:pt x="249" y="106"/>
                    <a:pt x="247" y="106"/>
                    <a:pt x="246" y="106"/>
                  </a:cubicBezTo>
                  <a:cubicBezTo>
                    <a:pt x="246" y="112"/>
                    <a:pt x="244" y="119"/>
                    <a:pt x="249" y="119"/>
                  </a:cubicBezTo>
                  <a:close/>
                  <a:moveTo>
                    <a:pt x="290" y="233"/>
                  </a:moveTo>
                  <a:cubicBezTo>
                    <a:pt x="297" y="251"/>
                    <a:pt x="272" y="261"/>
                    <a:pt x="263" y="261"/>
                  </a:cubicBezTo>
                  <a:cubicBezTo>
                    <a:pt x="235" y="262"/>
                    <a:pt x="235" y="227"/>
                    <a:pt x="219" y="217"/>
                  </a:cubicBezTo>
                  <a:cubicBezTo>
                    <a:pt x="206" y="218"/>
                    <a:pt x="190" y="215"/>
                    <a:pt x="185" y="225"/>
                  </a:cubicBezTo>
                  <a:cubicBezTo>
                    <a:pt x="187" y="239"/>
                    <a:pt x="203" y="232"/>
                    <a:pt x="206" y="243"/>
                  </a:cubicBezTo>
                  <a:cubicBezTo>
                    <a:pt x="211" y="266"/>
                    <a:pt x="157" y="273"/>
                    <a:pt x="131" y="267"/>
                  </a:cubicBezTo>
                  <a:cubicBezTo>
                    <a:pt x="113" y="262"/>
                    <a:pt x="104" y="241"/>
                    <a:pt x="98" y="224"/>
                  </a:cubicBezTo>
                  <a:cubicBezTo>
                    <a:pt x="85" y="224"/>
                    <a:pt x="75" y="213"/>
                    <a:pt x="62" y="218"/>
                  </a:cubicBezTo>
                  <a:cubicBezTo>
                    <a:pt x="60" y="232"/>
                    <a:pt x="73" y="233"/>
                    <a:pt x="74" y="247"/>
                  </a:cubicBezTo>
                  <a:cubicBezTo>
                    <a:pt x="77" y="282"/>
                    <a:pt x="35" y="266"/>
                    <a:pt x="10" y="256"/>
                  </a:cubicBezTo>
                  <a:cubicBezTo>
                    <a:pt x="24" y="218"/>
                    <a:pt x="2" y="167"/>
                    <a:pt x="20" y="137"/>
                  </a:cubicBezTo>
                  <a:cubicBezTo>
                    <a:pt x="32" y="118"/>
                    <a:pt x="64" y="108"/>
                    <a:pt x="97" y="113"/>
                  </a:cubicBezTo>
                  <a:cubicBezTo>
                    <a:pt x="107" y="114"/>
                    <a:pt x="136" y="127"/>
                    <a:pt x="145" y="110"/>
                  </a:cubicBezTo>
                  <a:cubicBezTo>
                    <a:pt x="145" y="98"/>
                    <a:pt x="139" y="90"/>
                    <a:pt x="134" y="82"/>
                  </a:cubicBezTo>
                  <a:cubicBezTo>
                    <a:pt x="137" y="63"/>
                    <a:pt x="131" y="50"/>
                    <a:pt x="135" y="36"/>
                  </a:cubicBezTo>
                  <a:cubicBezTo>
                    <a:pt x="143" y="0"/>
                    <a:pt x="173" y="3"/>
                    <a:pt x="207" y="8"/>
                  </a:cubicBezTo>
                  <a:cubicBezTo>
                    <a:pt x="213" y="6"/>
                    <a:pt x="211" y="14"/>
                    <a:pt x="211" y="18"/>
                  </a:cubicBezTo>
                  <a:cubicBezTo>
                    <a:pt x="216" y="18"/>
                    <a:pt x="228" y="22"/>
                    <a:pt x="234" y="27"/>
                  </a:cubicBezTo>
                  <a:cubicBezTo>
                    <a:pt x="224" y="61"/>
                    <a:pt x="251" y="79"/>
                    <a:pt x="269" y="96"/>
                  </a:cubicBezTo>
                  <a:cubicBezTo>
                    <a:pt x="282" y="123"/>
                    <a:pt x="285" y="167"/>
                    <a:pt x="263" y="184"/>
                  </a:cubicBezTo>
                  <a:cubicBezTo>
                    <a:pt x="262" y="204"/>
                    <a:pt x="268" y="218"/>
                    <a:pt x="275" y="229"/>
                  </a:cubicBezTo>
                  <a:cubicBezTo>
                    <a:pt x="282" y="229"/>
                    <a:pt x="289" y="228"/>
                    <a:pt x="290" y="2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43" name="Freeform 35">
              <a:extLst>
                <a:ext uri="{FF2B5EF4-FFF2-40B4-BE49-F238E27FC236}">
                  <a16:creationId xmlns:a16="http://schemas.microsoft.com/office/drawing/2014/main" id="{FDFE189E-C686-F8A1-C843-B0A43408C6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098" y="5055235"/>
              <a:ext cx="357187" cy="352425"/>
            </a:xfrm>
            <a:custGeom>
              <a:avLst/>
              <a:gdLst>
                <a:gd name="T0" fmla="*/ 138 w 138"/>
                <a:gd name="T1" fmla="*/ 77 h 136"/>
                <a:gd name="T2" fmla="*/ 125 w 138"/>
                <a:gd name="T3" fmla="*/ 72 h 136"/>
                <a:gd name="T4" fmla="*/ 58 w 138"/>
                <a:gd name="T5" fmla="*/ 136 h 136"/>
                <a:gd name="T6" fmla="*/ 67 w 138"/>
                <a:gd name="T7" fmla="*/ 36 h 136"/>
                <a:gd name="T8" fmla="*/ 29 w 138"/>
                <a:gd name="T9" fmla="*/ 101 h 136"/>
                <a:gd name="T10" fmla="*/ 0 w 138"/>
                <a:gd name="T11" fmla="*/ 72 h 136"/>
                <a:gd name="T12" fmla="*/ 41 w 138"/>
                <a:gd name="T13" fmla="*/ 50 h 136"/>
                <a:gd name="T14" fmla="*/ 62 w 138"/>
                <a:gd name="T15" fmla="*/ 2 h 136"/>
                <a:gd name="T16" fmla="*/ 84 w 138"/>
                <a:gd name="T17" fmla="*/ 20 h 136"/>
                <a:gd name="T18" fmla="*/ 72 w 138"/>
                <a:gd name="T19" fmla="*/ 110 h 136"/>
                <a:gd name="T20" fmla="*/ 113 w 138"/>
                <a:gd name="T21" fmla="*/ 67 h 136"/>
                <a:gd name="T22" fmla="*/ 108 w 138"/>
                <a:gd name="T23" fmla="*/ 49 h 136"/>
                <a:gd name="T24" fmla="*/ 138 w 138"/>
                <a:gd name="T25" fmla="*/ 77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136">
                  <a:moveTo>
                    <a:pt x="138" y="77"/>
                  </a:moveTo>
                  <a:cubicBezTo>
                    <a:pt x="134" y="81"/>
                    <a:pt x="130" y="73"/>
                    <a:pt x="125" y="72"/>
                  </a:cubicBezTo>
                  <a:cubicBezTo>
                    <a:pt x="99" y="88"/>
                    <a:pt x="84" y="117"/>
                    <a:pt x="58" y="136"/>
                  </a:cubicBezTo>
                  <a:cubicBezTo>
                    <a:pt x="56" y="105"/>
                    <a:pt x="66" y="71"/>
                    <a:pt x="67" y="36"/>
                  </a:cubicBezTo>
                  <a:cubicBezTo>
                    <a:pt x="50" y="52"/>
                    <a:pt x="15" y="74"/>
                    <a:pt x="29" y="101"/>
                  </a:cubicBezTo>
                  <a:cubicBezTo>
                    <a:pt x="18" y="98"/>
                    <a:pt x="7" y="83"/>
                    <a:pt x="0" y="72"/>
                  </a:cubicBezTo>
                  <a:cubicBezTo>
                    <a:pt x="15" y="82"/>
                    <a:pt x="26" y="67"/>
                    <a:pt x="41" y="50"/>
                  </a:cubicBezTo>
                  <a:cubicBezTo>
                    <a:pt x="57" y="33"/>
                    <a:pt x="72" y="24"/>
                    <a:pt x="62" y="2"/>
                  </a:cubicBezTo>
                  <a:cubicBezTo>
                    <a:pt x="70" y="0"/>
                    <a:pt x="75" y="16"/>
                    <a:pt x="84" y="20"/>
                  </a:cubicBezTo>
                  <a:cubicBezTo>
                    <a:pt x="79" y="49"/>
                    <a:pt x="78" y="82"/>
                    <a:pt x="72" y="110"/>
                  </a:cubicBezTo>
                  <a:cubicBezTo>
                    <a:pt x="90" y="100"/>
                    <a:pt x="100" y="82"/>
                    <a:pt x="113" y="67"/>
                  </a:cubicBezTo>
                  <a:cubicBezTo>
                    <a:pt x="114" y="58"/>
                    <a:pt x="108" y="57"/>
                    <a:pt x="108" y="49"/>
                  </a:cubicBezTo>
                  <a:cubicBezTo>
                    <a:pt x="117" y="52"/>
                    <a:pt x="136" y="68"/>
                    <a:pt x="138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44" name="Freeform 36">
              <a:extLst>
                <a:ext uri="{FF2B5EF4-FFF2-40B4-BE49-F238E27FC236}">
                  <a16:creationId xmlns:a16="http://schemas.microsoft.com/office/drawing/2014/main" id="{FF2045FA-6B30-0897-2D4D-2ED9067C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873" y="4920298"/>
              <a:ext cx="265112" cy="242888"/>
            </a:xfrm>
            <a:custGeom>
              <a:avLst/>
              <a:gdLst>
                <a:gd name="T0" fmla="*/ 74 w 102"/>
                <a:gd name="T1" fmla="*/ 0 h 94"/>
                <a:gd name="T2" fmla="*/ 102 w 102"/>
                <a:gd name="T3" fmla="*/ 37 h 94"/>
                <a:gd name="T4" fmla="*/ 87 w 102"/>
                <a:gd name="T5" fmla="*/ 29 h 94"/>
                <a:gd name="T6" fmla="*/ 25 w 102"/>
                <a:gd name="T7" fmla="*/ 80 h 94"/>
                <a:gd name="T8" fmla="*/ 28 w 102"/>
                <a:gd name="T9" fmla="*/ 94 h 94"/>
                <a:gd name="T10" fmla="*/ 0 w 102"/>
                <a:gd name="T11" fmla="*/ 58 h 94"/>
                <a:gd name="T12" fmla="*/ 15 w 102"/>
                <a:gd name="T13" fmla="*/ 64 h 94"/>
                <a:gd name="T14" fmla="*/ 77 w 102"/>
                <a:gd name="T15" fmla="*/ 15 h 94"/>
                <a:gd name="T16" fmla="*/ 74 w 102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94">
                  <a:moveTo>
                    <a:pt x="74" y="0"/>
                  </a:moveTo>
                  <a:cubicBezTo>
                    <a:pt x="85" y="2"/>
                    <a:pt x="99" y="25"/>
                    <a:pt x="102" y="37"/>
                  </a:cubicBezTo>
                  <a:cubicBezTo>
                    <a:pt x="94" y="35"/>
                    <a:pt x="94" y="29"/>
                    <a:pt x="87" y="29"/>
                  </a:cubicBezTo>
                  <a:cubicBezTo>
                    <a:pt x="66" y="44"/>
                    <a:pt x="44" y="61"/>
                    <a:pt x="25" y="80"/>
                  </a:cubicBezTo>
                  <a:cubicBezTo>
                    <a:pt x="25" y="86"/>
                    <a:pt x="32" y="88"/>
                    <a:pt x="28" y="94"/>
                  </a:cubicBezTo>
                  <a:cubicBezTo>
                    <a:pt x="16" y="85"/>
                    <a:pt x="9" y="72"/>
                    <a:pt x="0" y="58"/>
                  </a:cubicBezTo>
                  <a:cubicBezTo>
                    <a:pt x="6" y="53"/>
                    <a:pt x="9" y="64"/>
                    <a:pt x="15" y="64"/>
                  </a:cubicBezTo>
                  <a:cubicBezTo>
                    <a:pt x="36" y="49"/>
                    <a:pt x="59" y="34"/>
                    <a:pt x="77" y="15"/>
                  </a:cubicBezTo>
                  <a:cubicBezTo>
                    <a:pt x="79" y="7"/>
                    <a:pt x="74" y="6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45" name="Freeform 37">
              <a:extLst>
                <a:ext uri="{FF2B5EF4-FFF2-40B4-BE49-F238E27FC236}">
                  <a16:creationId xmlns:a16="http://schemas.microsoft.com/office/drawing/2014/main" id="{8DFE35AF-79E1-8032-8E49-33053F7D0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710" y="4769485"/>
              <a:ext cx="320675" cy="184150"/>
            </a:xfrm>
            <a:custGeom>
              <a:avLst/>
              <a:gdLst>
                <a:gd name="T0" fmla="*/ 124 w 124"/>
                <a:gd name="T1" fmla="*/ 36 h 71"/>
                <a:gd name="T2" fmla="*/ 113 w 124"/>
                <a:gd name="T3" fmla="*/ 30 h 71"/>
                <a:gd name="T4" fmla="*/ 36 w 124"/>
                <a:gd name="T5" fmla="*/ 64 h 71"/>
                <a:gd name="T6" fmla="*/ 38 w 124"/>
                <a:gd name="T7" fmla="*/ 11 h 71"/>
                <a:gd name="T8" fmla="*/ 43 w 124"/>
                <a:gd name="T9" fmla="*/ 24 h 71"/>
                <a:gd name="T10" fmla="*/ 41 w 124"/>
                <a:gd name="T11" fmla="*/ 28 h 71"/>
                <a:gd name="T12" fmla="*/ 22 w 124"/>
                <a:gd name="T13" fmla="*/ 30 h 71"/>
                <a:gd name="T14" fmla="*/ 27 w 124"/>
                <a:gd name="T15" fmla="*/ 52 h 71"/>
                <a:gd name="T16" fmla="*/ 103 w 124"/>
                <a:gd name="T17" fmla="*/ 14 h 71"/>
                <a:gd name="T18" fmla="*/ 102 w 124"/>
                <a:gd name="T19" fmla="*/ 0 h 71"/>
                <a:gd name="T20" fmla="*/ 124 w 124"/>
                <a:gd name="T21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4" h="71">
                  <a:moveTo>
                    <a:pt x="124" y="36"/>
                  </a:moveTo>
                  <a:cubicBezTo>
                    <a:pt x="119" y="41"/>
                    <a:pt x="119" y="29"/>
                    <a:pt x="113" y="30"/>
                  </a:cubicBezTo>
                  <a:cubicBezTo>
                    <a:pt x="91" y="30"/>
                    <a:pt x="65" y="71"/>
                    <a:pt x="36" y="64"/>
                  </a:cubicBezTo>
                  <a:cubicBezTo>
                    <a:pt x="15" y="59"/>
                    <a:pt x="0" y="14"/>
                    <a:pt x="38" y="11"/>
                  </a:cubicBezTo>
                  <a:cubicBezTo>
                    <a:pt x="39" y="16"/>
                    <a:pt x="43" y="17"/>
                    <a:pt x="43" y="24"/>
                  </a:cubicBezTo>
                  <a:cubicBezTo>
                    <a:pt x="41" y="24"/>
                    <a:pt x="42" y="26"/>
                    <a:pt x="41" y="28"/>
                  </a:cubicBezTo>
                  <a:cubicBezTo>
                    <a:pt x="33" y="31"/>
                    <a:pt x="28" y="31"/>
                    <a:pt x="22" y="30"/>
                  </a:cubicBezTo>
                  <a:cubicBezTo>
                    <a:pt x="17" y="38"/>
                    <a:pt x="23" y="47"/>
                    <a:pt x="27" y="52"/>
                  </a:cubicBezTo>
                  <a:cubicBezTo>
                    <a:pt x="63" y="48"/>
                    <a:pt x="80" y="28"/>
                    <a:pt x="103" y="14"/>
                  </a:cubicBezTo>
                  <a:cubicBezTo>
                    <a:pt x="107" y="6"/>
                    <a:pt x="97" y="2"/>
                    <a:pt x="102" y="0"/>
                  </a:cubicBezTo>
                  <a:cubicBezTo>
                    <a:pt x="110" y="2"/>
                    <a:pt x="121" y="28"/>
                    <a:pt x="124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46" name="Freeform 38">
              <a:extLst>
                <a:ext uri="{FF2B5EF4-FFF2-40B4-BE49-F238E27FC236}">
                  <a16:creationId xmlns:a16="http://schemas.microsoft.com/office/drawing/2014/main" id="{0F4B0DF6-7913-2155-D211-F44EC75EC4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560" y="4437698"/>
              <a:ext cx="307975" cy="287338"/>
            </a:xfrm>
            <a:custGeom>
              <a:avLst/>
              <a:gdLst>
                <a:gd name="T0" fmla="*/ 119 w 119"/>
                <a:gd name="T1" fmla="*/ 107 h 111"/>
                <a:gd name="T2" fmla="*/ 104 w 119"/>
                <a:gd name="T3" fmla="*/ 95 h 111"/>
                <a:gd name="T4" fmla="*/ 19 w 119"/>
                <a:gd name="T5" fmla="*/ 111 h 111"/>
                <a:gd name="T6" fmla="*/ 78 w 119"/>
                <a:gd name="T7" fmla="*/ 32 h 111"/>
                <a:gd name="T8" fmla="*/ 16 w 119"/>
                <a:gd name="T9" fmla="*/ 47 h 111"/>
                <a:gd name="T10" fmla="*/ 12 w 119"/>
                <a:gd name="T11" fmla="*/ 64 h 111"/>
                <a:gd name="T12" fmla="*/ 0 w 119"/>
                <a:gd name="T13" fmla="*/ 23 h 111"/>
                <a:gd name="T14" fmla="*/ 15 w 119"/>
                <a:gd name="T15" fmla="*/ 35 h 111"/>
                <a:gd name="T16" fmla="*/ 94 w 119"/>
                <a:gd name="T17" fmla="*/ 0 h 111"/>
                <a:gd name="T18" fmla="*/ 44 w 119"/>
                <a:gd name="T19" fmla="*/ 99 h 111"/>
                <a:gd name="T20" fmla="*/ 103 w 119"/>
                <a:gd name="T21" fmla="*/ 85 h 111"/>
                <a:gd name="T22" fmla="*/ 107 w 119"/>
                <a:gd name="T23" fmla="*/ 66 h 111"/>
                <a:gd name="T24" fmla="*/ 119 w 119"/>
                <a:gd name="T25" fmla="*/ 107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" h="111">
                  <a:moveTo>
                    <a:pt x="119" y="107"/>
                  </a:moveTo>
                  <a:cubicBezTo>
                    <a:pt x="108" y="109"/>
                    <a:pt x="111" y="96"/>
                    <a:pt x="104" y="95"/>
                  </a:cubicBezTo>
                  <a:cubicBezTo>
                    <a:pt x="77" y="96"/>
                    <a:pt x="45" y="110"/>
                    <a:pt x="19" y="111"/>
                  </a:cubicBezTo>
                  <a:cubicBezTo>
                    <a:pt x="33" y="80"/>
                    <a:pt x="61" y="61"/>
                    <a:pt x="78" y="32"/>
                  </a:cubicBezTo>
                  <a:cubicBezTo>
                    <a:pt x="61" y="33"/>
                    <a:pt x="34" y="39"/>
                    <a:pt x="16" y="47"/>
                  </a:cubicBezTo>
                  <a:cubicBezTo>
                    <a:pt x="14" y="51"/>
                    <a:pt x="16" y="61"/>
                    <a:pt x="12" y="64"/>
                  </a:cubicBezTo>
                  <a:cubicBezTo>
                    <a:pt x="4" y="56"/>
                    <a:pt x="5" y="37"/>
                    <a:pt x="0" y="23"/>
                  </a:cubicBezTo>
                  <a:cubicBezTo>
                    <a:pt x="11" y="21"/>
                    <a:pt x="8" y="34"/>
                    <a:pt x="15" y="35"/>
                  </a:cubicBezTo>
                  <a:cubicBezTo>
                    <a:pt x="45" y="29"/>
                    <a:pt x="88" y="33"/>
                    <a:pt x="94" y="0"/>
                  </a:cubicBezTo>
                  <a:cubicBezTo>
                    <a:pt x="118" y="42"/>
                    <a:pt x="56" y="68"/>
                    <a:pt x="44" y="99"/>
                  </a:cubicBezTo>
                  <a:cubicBezTo>
                    <a:pt x="65" y="95"/>
                    <a:pt x="85" y="91"/>
                    <a:pt x="103" y="85"/>
                  </a:cubicBezTo>
                  <a:cubicBezTo>
                    <a:pt x="105" y="80"/>
                    <a:pt x="103" y="71"/>
                    <a:pt x="107" y="66"/>
                  </a:cubicBezTo>
                  <a:cubicBezTo>
                    <a:pt x="115" y="75"/>
                    <a:pt x="114" y="95"/>
                    <a:pt x="119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47" name="Freeform 39">
              <a:extLst>
                <a:ext uri="{FF2B5EF4-FFF2-40B4-BE49-F238E27FC236}">
                  <a16:creationId xmlns:a16="http://schemas.microsoft.com/office/drawing/2014/main" id="{926B2FD0-8B78-EE3B-8E52-499F424096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635" y="3866198"/>
              <a:ext cx="269875" cy="282575"/>
            </a:xfrm>
            <a:custGeom>
              <a:avLst/>
              <a:gdLst>
                <a:gd name="T0" fmla="*/ 100 w 104"/>
                <a:gd name="T1" fmla="*/ 0 h 109"/>
                <a:gd name="T2" fmla="*/ 100 w 104"/>
                <a:gd name="T3" fmla="*/ 30 h 109"/>
                <a:gd name="T4" fmla="*/ 29 w 104"/>
                <a:gd name="T5" fmla="*/ 83 h 109"/>
                <a:gd name="T6" fmla="*/ 96 w 104"/>
                <a:gd name="T7" fmla="*/ 68 h 109"/>
                <a:gd name="T8" fmla="*/ 99 w 104"/>
                <a:gd name="T9" fmla="*/ 109 h 109"/>
                <a:gd name="T10" fmla="*/ 87 w 104"/>
                <a:gd name="T11" fmla="*/ 92 h 109"/>
                <a:gd name="T12" fmla="*/ 1 w 104"/>
                <a:gd name="T13" fmla="*/ 91 h 109"/>
                <a:gd name="T14" fmla="*/ 78 w 104"/>
                <a:gd name="T15" fmla="*/ 26 h 109"/>
                <a:gd name="T16" fmla="*/ 13 w 104"/>
                <a:gd name="T17" fmla="*/ 28 h 109"/>
                <a:gd name="T18" fmla="*/ 7 w 104"/>
                <a:gd name="T19" fmla="*/ 43 h 109"/>
                <a:gd name="T20" fmla="*/ 5 w 104"/>
                <a:gd name="T21" fmla="*/ 1 h 109"/>
                <a:gd name="T22" fmla="*/ 12 w 104"/>
                <a:gd name="T23" fmla="*/ 15 h 109"/>
                <a:gd name="T24" fmla="*/ 88 w 104"/>
                <a:gd name="T25" fmla="*/ 15 h 109"/>
                <a:gd name="T26" fmla="*/ 95 w 104"/>
                <a:gd name="T27" fmla="*/ 0 h 109"/>
                <a:gd name="T28" fmla="*/ 100 w 104"/>
                <a:gd name="T2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9">
                  <a:moveTo>
                    <a:pt x="100" y="0"/>
                  </a:moveTo>
                  <a:cubicBezTo>
                    <a:pt x="100" y="10"/>
                    <a:pt x="100" y="20"/>
                    <a:pt x="100" y="30"/>
                  </a:cubicBezTo>
                  <a:cubicBezTo>
                    <a:pt x="76" y="47"/>
                    <a:pt x="52" y="66"/>
                    <a:pt x="29" y="83"/>
                  </a:cubicBezTo>
                  <a:cubicBezTo>
                    <a:pt x="52" y="86"/>
                    <a:pt x="95" y="93"/>
                    <a:pt x="96" y="68"/>
                  </a:cubicBezTo>
                  <a:cubicBezTo>
                    <a:pt x="104" y="73"/>
                    <a:pt x="100" y="100"/>
                    <a:pt x="99" y="109"/>
                  </a:cubicBezTo>
                  <a:cubicBezTo>
                    <a:pt x="91" y="107"/>
                    <a:pt x="94" y="93"/>
                    <a:pt x="87" y="92"/>
                  </a:cubicBezTo>
                  <a:cubicBezTo>
                    <a:pt x="58" y="91"/>
                    <a:pt x="27" y="95"/>
                    <a:pt x="1" y="91"/>
                  </a:cubicBezTo>
                  <a:cubicBezTo>
                    <a:pt x="22" y="63"/>
                    <a:pt x="55" y="50"/>
                    <a:pt x="78" y="26"/>
                  </a:cubicBezTo>
                  <a:cubicBezTo>
                    <a:pt x="62" y="28"/>
                    <a:pt x="29" y="24"/>
                    <a:pt x="13" y="28"/>
                  </a:cubicBezTo>
                  <a:cubicBezTo>
                    <a:pt x="10" y="30"/>
                    <a:pt x="11" y="39"/>
                    <a:pt x="7" y="43"/>
                  </a:cubicBezTo>
                  <a:cubicBezTo>
                    <a:pt x="0" y="36"/>
                    <a:pt x="3" y="10"/>
                    <a:pt x="5" y="1"/>
                  </a:cubicBezTo>
                  <a:cubicBezTo>
                    <a:pt x="12" y="1"/>
                    <a:pt x="8" y="12"/>
                    <a:pt x="12" y="15"/>
                  </a:cubicBezTo>
                  <a:cubicBezTo>
                    <a:pt x="35" y="19"/>
                    <a:pt x="66" y="21"/>
                    <a:pt x="88" y="15"/>
                  </a:cubicBezTo>
                  <a:cubicBezTo>
                    <a:pt x="91" y="11"/>
                    <a:pt x="95" y="7"/>
                    <a:pt x="95" y="0"/>
                  </a:cubicBezTo>
                  <a:cubicBezTo>
                    <a:pt x="96" y="0"/>
                    <a:pt x="99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48" name="Freeform 40">
              <a:extLst>
                <a:ext uri="{FF2B5EF4-FFF2-40B4-BE49-F238E27FC236}">
                  <a16:creationId xmlns:a16="http://schemas.microsoft.com/office/drawing/2014/main" id="{98617666-087E-C8E4-5A83-57D128A1F4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78635" y="4175760"/>
              <a:ext cx="269875" cy="271463"/>
            </a:xfrm>
            <a:custGeom>
              <a:avLst/>
              <a:gdLst>
                <a:gd name="T0" fmla="*/ 46 w 104"/>
                <a:gd name="T1" fmla="*/ 58 h 105"/>
                <a:gd name="T2" fmla="*/ 79 w 104"/>
                <a:gd name="T3" fmla="*/ 40 h 105"/>
                <a:gd name="T4" fmla="*/ 43 w 104"/>
                <a:gd name="T5" fmla="*/ 33 h 105"/>
                <a:gd name="T6" fmla="*/ 46 w 104"/>
                <a:gd name="T7" fmla="*/ 58 h 105"/>
                <a:gd name="T8" fmla="*/ 104 w 104"/>
                <a:gd name="T9" fmla="*/ 41 h 105"/>
                <a:gd name="T10" fmla="*/ 62 w 104"/>
                <a:gd name="T11" fmla="*/ 67 h 105"/>
                <a:gd name="T12" fmla="*/ 19 w 104"/>
                <a:gd name="T13" fmla="*/ 89 h 105"/>
                <a:gd name="T14" fmla="*/ 11 w 104"/>
                <a:gd name="T15" fmla="*/ 105 h 105"/>
                <a:gd name="T16" fmla="*/ 8 w 104"/>
                <a:gd name="T17" fmla="*/ 62 h 105"/>
                <a:gd name="T18" fmla="*/ 16 w 104"/>
                <a:gd name="T19" fmla="*/ 74 h 105"/>
                <a:gd name="T20" fmla="*/ 40 w 104"/>
                <a:gd name="T21" fmla="*/ 63 h 105"/>
                <a:gd name="T22" fmla="*/ 38 w 104"/>
                <a:gd name="T23" fmla="*/ 31 h 105"/>
                <a:gd name="T24" fmla="*/ 13 w 104"/>
                <a:gd name="T25" fmla="*/ 24 h 105"/>
                <a:gd name="T26" fmla="*/ 8 w 104"/>
                <a:gd name="T27" fmla="*/ 38 h 105"/>
                <a:gd name="T28" fmla="*/ 1 w 104"/>
                <a:gd name="T29" fmla="*/ 1 h 105"/>
                <a:gd name="T30" fmla="*/ 12 w 104"/>
                <a:gd name="T31" fmla="*/ 14 h 105"/>
                <a:gd name="T32" fmla="*/ 104 w 104"/>
                <a:gd name="T3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4" h="105">
                  <a:moveTo>
                    <a:pt x="46" y="58"/>
                  </a:moveTo>
                  <a:cubicBezTo>
                    <a:pt x="60" y="54"/>
                    <a:pt x="69" y="48"/>
                    <a:pt x="79" y="40"/>
                  </a:cubicBezTo>
                  <a:cubicBezTo>
                    <a:pt x="67" y="39"/>
                    <a:pt x="55" y="29"/>
                    <a:pt x="43" y="33"/>
                  </a:cubicBezTo>
                  <a:cubicBezTo>
                    <a:pt x="46" y="39"/>
                    <a:pt x="45" y="50"/>
                    <a:pt x="46" y="58"/>
                  </a:cubicBezTo>
                  <a:close/>
                  <a:moveTo>
                    <a:pt x="104" y="41"/>
                  </a:moveTo>
                  <a:cubicBezTo>
                    <a:pt x="95" y="55"/>
                    <a:pt x="77" y="59"/>
                    <a:pt x="62" y="67"/>
                  </a:cubicBezTo>
                  <a:cubicBezTo>
                    <a:pt x="47" y="74"/>
                    <a:pt x="34" y="83"/>
                    <a:pt x="19" y="89"/>
                  </a:cubicBezTo>
                  <a:cubicBezTo>
                    <a:pt x="17" y="96"/>
                    <a:pt x="17" y="105"/>
                    <a:pt x="11" y="105"/>
                  </a:cubicBezTo>
                  <a:cubicBezTo>
                    <a:pt x="12" y="89"/>
                    <a:pt x="5" y="73"/>
                    <a:pt x="8" y="62"/>
                  </a:cubicBezTo>
                  <a:cubicBezTo>
                    <a:pt x="14" y="62"/>
                    <a:pt x="12" y="71"/>
                    <a:pt x="16" y="74"/>
                  </a:cubicBezTo>
                  <a:cubicBezTo>
                    <a:pt x="25" y="72"/>
                    <a:pt x="32" y="67"/>
                    <a:pt x="40" y="63"/>
                  </a:cubicBezTo>
                  <a:cubicBezTo>
                    <a:pt x="41" y="50"/>
                    <a:pt x="38" y="43"/>
                    <a:pt x="38" y="31"/>
                  </a:cubicBezTo>
                  <a:cubicBezTo>
                    <a:pt x="32" y="22"/>
                    <a:pt x="25" y="25"/>
                    <a:pt x="13" y="24"/>
                  </a:cubicBezTo>
                  <a:cubicBezTo>
                    <a:pt x="7" y="24"/>
                    <a:pt x="13" y="36"/>
                    <a:pt x="8" y="38"/>
                  </a:cubicBezTo>
                  <a:cubicBezTo>
                    <a:pt x="0" y="33"/>
                    <a:pt x="3" y="14"/>
                    <a:pt x="1" y="1"/>
                  </a:cubicBezTo>
                  <a:cubicBezTo>
                    <a:pt x="10" y="0"/>
                    <a:pt x="8" y="10"/>
                    <a:pt x="12" y="14"/>
                  </a:cubicBezTo>
                  <a:cubicBezTo>
                    <a:pt x="41" y="24"/>
                    <a:pt x="76" y="29"/>
                    <a:pt x="104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47080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（五节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76B31C-484D-1243-346E-0D8FEF10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36020" y="6538913"/>
            <a:ext cx="601472" cy="319088"/>
          </a:xfrm>
        </p:spPr>
        <p:txBody>
          <a:bodyPr/>
          <a:lstStyle>
            <a:lvl1pPr>
              <a:defRPr lang="en-US" altLang="zh-CN" sz="1600" kern="1200" dirty="0" smtClean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05389D-C31E-4256-1684-8F4385C7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2112" y="6538913"/>
            <a:ext cx="673608" cy="319088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C87181AA-4DAD-42D9-B724-3F8AD1554AD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8EC224A-60D3-3041-D2B7-8A3EFFA30928}"/>
              </a:ext>
            </a:extLst>
          </p:cNvPr>
          <p:cNvGrpSpPr/>
          <p:nvPr userDrawn="1"/>
        </p:nvGrpSpPr>
        <p:grpSpPr>
          <a:xfrm>
            <a:off x="9371152" y="825910"/>
            <a:ext cx="4209136" cy="5349742"/>
            <a:chOff x="1508760" y="1972310"/>
            <a:chExt cx="3309937" cy="4206875"/>
          </a:xfrm>
          <a:solidFill>
            <a:schemeClr val="accent1">
              <a:alpha val="15000"/>
            </a:schemeClr>
          </a:solidFill>
        </p:grpSpPr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B1B0C16C-5953-AFF3-A85A-6BF2B1EB5F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08760" y="1972310"/>
              <a:ext cx="3309937" cy="4206875"/>
            </a:xfrm>
            <a:custGeom>
              <a:avLst/>
              <a:gdLst>
                <a:gd name="T0" fmla="*/ 1226 w 1275"/>
                <a:gd name="T1" fmla="*/ 588 h 1621"/>
                <a:gd name="T2" fmla="*/ 1228 w 1275"/>
                <a:gd name="T3" fmla="*/ 60 h 1621"/>
                <a:gd name="T4" fmla="*/ 935 w 1275"/>
                <a:gd name="T5" fmla="*/ 117 h 1621"/>
                <a:gd name="T6" fmla="*/ 644 w 1275"/>
                <a:gd name="T7" fmla="*/ 51 h 1621"/>
                <a:gd name="T8" fmla="*/ 88 w 1275"/>
                <a:gd name="T9" fmla="*/ 72 h 1621"/>
                <a:gd name="T10" fmla="*/ 59 w 1275"/>
                <a:gd name="T11" fmla="*/ 63 h 1621"/>
                <a:gd name="T12" fmla="*/ 61 w 1275"/>
                <a:gd name="T13" fmla="*/ 589 h 1621"/>
                <a:gd name="T14" fmla="*/ 96 w 1275"/>
                <a:gd name="T15" fmla="*/ 1079 h 1621"/>
                <a:gd name="T16" fmla="*/ 308 w 1275"/>
                <a:gd name="T17" fmla="*/ 1392 h 1621"/>
                <a:gd name="T18" fmla="*/ 646 w 1275"/>
                <a:gd name="T19" fmla="*/ 1572 h 1621"/>
                <a:gd name="T20" fmla="*/ 980 w 1275"/>
                <a:gd name="T21" fmla="*/ 1392 h 1621"/>
                <a:gd name="T22" fmla="*/ 1190 w 1275"/>
                <a:gd name="T23" fmla="*/ 1079 h 1621"/>
                <a:gd name="T24" fmla="*/ 1226 w 1275"/>
                <a:gd name="T25" fmla="*/ 588 h 1621"/>
                <a:gd name="T26" fmla="*/ 1267 w 1275"/>
                <a:gd name="T27" fmla="*/ 3 h 1621"/>
                <a:gd name="T28" fmla="*/ 1265 w 1275"/>
                <a:gd name="T29" fmla="*/ 566 h 1621"/>
                <a:gd name="T30" fmla="*/ 1228 w 1275"/>
                <a:gd name="T31" fmla="*/ 1092 h 1621"/>
                <a:gd name="T32" fmla="*/ 996 w 1275"/>
                <a:gd name="T33" fmla="*/ 1418 h 1621"/>
                <a:gd name="T34" fmla="*/ 643 w 1275"/>
                <a:gd name="T35" fmla="*/ 1621 h 1621"/>
                <a:gd name="T36" fmla="*/ 336 w 1275"/>
                <a:gd name="T37" fmla="*/ 1452 h 1621"/>
                <a:gd name="T38" fmla="*/ 107 w 1275"/>
                <a:gd name="T39" fmla="*/ 1203 h 1621"/>
                <a:gd name="T40" fmla="*/ 41 w 1275"/>
                <a:gd name="T41" fmla="*/ 1028 h 1621"/>
                <a:gd name="T42" fmla="*/ 17 w 1275"/>
                <a:gd name="T43" fmla="*/ 318 h 1621"/>
                <a:gd name="T44" fmla="*/ 17 w 1275"/>
                <a:gd name="T45" fmla="*/ 0 h 1621"/>
                <a:gd name="T46" fmla="*/ 331 w 1275"/>
                <a:gd name="T47" fmla="*/ 82 h 1621"/>
                <a:gd name="T48" fmla="*/ 644 w 1275"/>
                <a:gd name="T49" fmla="*/ 7 h 1621"/>
                <a:gd name="T50" fmla="*/ 962 w 1275"/>
                <a:gd name="T51" fmla="*/ 82 h 1621"/>
                <a:gd name="T52" fmla="*/ 1238 w 1275"/>
                <a:gd name="T53" fmla="*/ 17 h 1621"/>
                <a:gd name="T54" fmla="*/ 1267 w 1275"/>
                <a:gd name="T55" fmla="*/ 3 h 1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5" h="1621">
                  <a:moveTo>
                    <a:pt x="1226" y="588"/>
                  </a:moveTo>
                  <a:cubicBezTo>
                    <a:pt x="1226" y="410"/>
                    <a:pt x="1227" y="232"/>
                    <a:pt x="1228" y="60"/>
                  </a:cubicBezTo>
                  <a:cubicBezTo>
                    <a:pt x="1146" y="96"/>
                    <a:pt x="1049" y="120"/>
                    <a:pt x="935" y="117"/>
                  </a:cubicBezTo>
                  <a:cubicBezTo>
                    <a:pt x="827" y="116"/>
                    <a:pt x="720" y="94"/>
                    <a:pt x="644" y="51"/>
                  </a:cubicBezTo>
                  <a:cubicBezTo>
                    <a:pt x="511" y="134"/>
                    <a:pt x="242" y="136"/>
                    <a:pt x="88" y="72"/>
                  </a:cubicBezTo>
                  <a:cubicBezTo>
                    <a:pt x="79" y="68"/>
                    <a:pt x="68" y="60"/>
                    <a:pt x="59" y="63"/>
                  </a:cubicBezTo>
                  <a:cubicBezTo>
                    <a:pt x="57" y="236"/>
                    <a:pt x="61" y="413"/>
                    <a:pt x="61" y="589"/>
                  </a:cubicBezTo>
                  <a:cubicBezTo>
                    <a:pt x="61" y="769"/>
                    <a:pt x="50" y="941"/>
                    <a:pt x="96" y="1079"/>
                  </a:cubicBezTo>
                  <a:cubicBezTo>
                    <a:pt x="140" y="1211"/>
                    <a:pt x="213" y="1316"/>
                    <a:pt x="308" y="1392"/>
                  </a:cubicBezTo>
                  <a:cubicBezTo>
                    <a:pt x="404" y="1466"/>
                    <a:pt x="529" y="1507"/>
                    <a:pt x="646" y="1572"/>
                  </a:cubicBezTo>
                  <a:cubicBezTo>
                    <a:pt x="760" y="1505"/>
                    <a:pt x="885" y="1467"/>
                    <a:pt x="980" y="1392"/>
                  </a:cubicBezTo>
                  <a:cubicBezTo>
                    <a:pt x="1074" y="1314"/>
                    <a:pt x="1148" y="1212"/>
                    <a:pt x="1190" y="1079"/>
                  </a:cubicBezTo>
                  <a:cubicBezTo>
                    <a:pt x="1233" y="940"/>
                    <a:pt x="1226" y="768"/>
                    <a:pt x="1226" y="588"/>
                  </a:cubicBezTo>
                  <a:close/>
                  <a:moveTo>
                    <a:pt x="1267" y="3"/>
                  </a:moveTo>
                  <a:cubicBezTo>
                    <a:pt x="1275" y="189"/>
                    <a:pt x="1259" y="379"/>
                    <a:pt x="1265" y="566"/>
                  </a:cubicBezTo>
                  <a:cubicBezTo>
                    <a:pt x="1270" y="752"/>
                    <a:pt x="1275" y="946"/>
                    <a:pt x="1228" y="1092"/>
                  </a:cubicBezTo>
                  <a:cubicBezTo>
                    <a:pt x="1183" y="1231"/>
                    <a:pt x="1098" y="1340"/>
                    <a:pt x="996" y="1418"/>
                  </a:cubicBezTo>
                  <a:cubicBezTo>
                    <a:pt x="891" y="1499"/>
                    <a:pt x="760" y="1545"/>
                    <a:pt x="643" y="1621"/>
                  </a:cubicBezTo>
                  <a:cubicBezTo>
                    <a:pt x="543" y="1551"/>
                    <a:pt x="430" y="1514"/>
                    <a:pt x="336" y="1452"/>
                  </a:cubicBezTo>
                  <a:cubicBezTo>
                    <a:pt x="242" y="1390"/>
                    <a:pt x="165" y="1307"/>
                    <a:pt x="107" y="1203"/>
                  </a:cubicBezTo>
                  <a:cubicBezTo>
                    <a:pt x="78" y="1150"/>
                    <a:pt x="54" y="1092"/>
                    <a:pt x="41" y="1028"/>
                  </a:cubicBezTo>
                  <a:cubicBezTo>
                    <a:pt x="0" y="825"/>
                    <a:pt x="33" y="554"/>
                    <a:pt x="17" y="318"/>
                  </a:cubicBezTo>
                  <a:cubicBezTo>
                    <a:pt x="17" y="212"/>
                    <a:pt x="17" y="106"/>
                    <a:pt x="17" y="0"/>
                  </a:cubicBezTo>
                  <a:cubicBezTo>
                    <a:pt x="98" y="48"/>
                    <a:pt x="205" y="82"/>
                    <a:pt x="331" y="82"/>
                  </a:cubicBezTo>
                  <a:cubicBezTo>
                    <a:pt x="452" y="82"/>
                    <a:pt x="563" y="60"/>
                    <a:pt x="644" y="7"/>
                  </a:cubicBezTo>
                  <a:cubicBezTo>
                    <a:pt x="720" y="60"/>
                    <a:pt x="837" y="82"/>
                    <a:pt x="962" y="82"/>
                  </a:cubicBezTo>
                  <a:cubicBezTo>
                    <a:pt x="1067" y="82"/>
                    <a:pt x="1166" y="55"/>
                    <a:pt x="1238" y="17"/>
                  </a:cubicBezTo>
                  <a:cubicBezTo>
                    <a:pt x="1250" y="11"/>
                    <a:pt x="1260" y="2"/>
                    <a:pt x="1267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E8FFA7DF-B644-4817-3099-3219A1B2E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7523" y="3866198"/>
              <a:ext cx="269875" cy="249238"/>
            </a:xfrm>
            <a:custGeom>
              <a:avLst/>
              <a:gdLst>
                <a:gd name="T0" fmla="*/ 98 w 104"/>
                <a:gd name="T1" fmla="*/ 26 h 96"/>
                <a:gd name="T2" fmla="*/ 98 w 104"/>
                <a:gd name="T3" fmla="*/ 73 h 96"/>
                <a:gd name="T4" fmla="*/ 93 w 104"/>
                <a:gd name="T5" fmla="*/ 58 h 96"/>
                <a:gd name="T6" fmla="*/ 15 w 104"/>
                <a:gd name="T7" fmla="*/ 82 h 96"/>
                <a:gd name="T8" fmla="*/ 6 w 104"/>
                <a:gd name="T9" fmla="*/ 96 h 96"/>
                <a:gd name="T10" fmla="*/ 5 w 104"/>
                <a:gd name="T11" fmla="*/ 53 h 96"/>
                <a:gd name="T12" fmla="*/ 10 w 104"/>
                <a:gd name="T13" fmla="*/ 66 h 96"/>
                <a:gd name="T14" fmla="*/ 51 w 104"/>
                <a:gd name="T15" fmla="*/ 47 h 96"/>
                <a:gd name="T16" fmla="*/ 15 w 104"/>
                <a:gd name="T17" fmla="*/ 22 h 96"/>
                <a:gd name="T18" fmla="*/ 6 w 104"/>
                <a:gd name="T19" fmla="*/ 35 h 96"/>
                <a:gd name="T20" fmla="*/ 5 w 104"/>
                <a:gd name="T21" fmla="*/ 0 h 96"/>
                <a:gd name="T22" fmla="*/ 10 w 104"/>
                <a:gd name="T23" fmla="*/ 0 h 96"/>
                <a:gd name="T24" fmla="*/ 92 w 104"/>
                <a:gd name="T25" fmla="*/ 40 h 96"/>
                <a:gd name="T26" fmla="*/ 98 w 104"/>
                <a:gd name="T27" fmla="*/ 2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96">
                  <a:moveTo>
                    <a:pt x="98" y="26"/>
                  </a:moveTo>
                  <a:cubicBezTo>
                    <a:pt x="104" y="35"/>
                    <a:pt x="99" y="57"/>
                    <a:pt x="98" y="73"/>
                  </a:cubicBezTo>
                  <a:cubicBezTo>
                    <a:pt x="92" y="73"/>
                    <a:pt x="97" y="62"/>
                    <a:pt x="93" y="58"/>
                  </a:cubicBezTo>
                  <a:cubicBezTo>
                    <a:pt x="56" y="49"/>
                    <a:pt x="38" y="72"/>
                    <a:pt x="15" y="82"/>
                  </a:cubicBezTo>
                  <a:cubicBezTo>
                    <a:pt x="11" y="84"/>
                    <a:pt x="10" y="92"/>
                    <a:pt x="6" y="96"/>
                  </a:cubicBezTo>
                  <a:cubicBezTo>
                    <a:pt x="0" y="90"/>
                    <a:pt x="2" y="63"/>
                    <a:pt x="5" y="53"/>
                  </a:cubicBezTo>
                  <a:cubicBezTo>
                    <a:pt x="10" y="53"/>
                    <a:pt x="9" y="62"/>
                    <a:pt x="10" y="66"/>
                  </a:cubicBezTo>
                  <a:cubicBezTo>
                    <a:pt x="26" y="62"/>
                    <a:pt x="35" y="50"/>
                    <a:pt x="51" y="47"/>
                  </a:cubicBezTo>
                  <a:cubicBezTo>
                    <a:pt x="42" y="36"/>
                    <a:pt x="28" y="29"/>
                    <a:pt x="15" y="22"/>
                  </a:cubicBezTo>
                  <a:cubicBezTo>
                    <a:pt x="6" y="20"/>
                    <a:pt x="13" y="35"/>
                    <a:pt x="6" y="35"/>
                  </a:cubicBezTo>
                  <a:cubicBezTo>
                    <a:pt x="0" y="30"/>
                    <a:pt x="7" y="11"/>
                    <a:pt x="5" y="0"/>
                  </a:cubicBezTo>
                  <a:cubicBezTo>
                    <a:pt x="6" y="0"/>
                    <a:pt x="9" y="0"/>
                    <a:pt x="10" y="0"/>
                  </a:cubicBezTo>
                  <a:cubicBezTo>
                    <a:pt x="24" y="25"/>
                    <a:pt x="53" y="47"/>
                    <a:pt x="92" y="40"/>
                  </a:cubicBezTo>
                  <a:cubicBezTo>
                    <a:pt x="97" y="39"/>
                    <a:pt x="93" y="28"/>
                    <a:pt x="98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5DBCCBBB-5E1B-5C78-2097-9355459CD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348" y="4140835"/>
              <a:ext cx="265112" cy="244475"/>
            </a:xfrm>
            <a:custGeom>
              <a:avLst/>
              <a:gdLst>
                <a:gd name="T0" fmla="*/ 98 w 102"/>
                <a:gd name="T1" fmla="*/ 27 h 94"/>
                <a:gd name="T2" fmla="*/ 98 w 102"/>
                <a:gd name="T3" fmla="*/ 72 h 94"/>
                <a:gd name="T4" fmla="*/ 93 w 102"/>
                <a:gd name="T5" fmla="*/ 58 h 94"/>
                <a:gd name="T6" fmla="*/ 10 w 102"/>
                <a:gd name="T7" fmla="*/ 53 h 94"/>
                <a:gd name="T8" fmla="*/ 28 w 102"/>
                <a:gd name="T9" fmla="*/ 89 h 94"/>
                <a:gd name="T10" fmla="*/ 0 w 102"/>
                <a:gd name="T11" fmla="*/ 89 h 94"/>
                <a:gd name="T12" fmla="*/ 3 w 102"/>
                <a:gd name="T13" fmla="*/ 3 h 94"/>
                <a:gd name="T14" fmla="*/ 30 w 102"/>
                <a:gd name="T15" fmla="*/ 5 h 94"/>
                <a:gd name="T16" fmla="*/ 10 w 102"/>
                <a:gd name="T17" fmla="*/ 37 h 94"/>
                <a:gd name="T18" fmla="*/ 89 w 102"/>
                <a:gd name="T19" fmla="*/ 40 h 94"/>
                <a:gd name="T20" fmla="*/ 98 w 102"/>
                <a:gd name="T21" fmla="*/ 2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94">
                  <a:moveTo>
                    <a:pt x="98" y="27"/>
                  </a:moveTo>
                  <a:cubicBezTo>
                    <a:pt x="102" y="33"/>
                    <a:pt x="99" y="61"/>
                    <a:pt x="98" y="72"/>
                  </a:cubicBezTo>
                  <a:cubicBezTo>
                    <a:pt x="91" y="72"/>
                    <a:pt x="93" y="65"/>
                    <a:pt x="93" y="58"/>
                  </a:cubicBezTo>
                  <a:cubicBezTo>
                    <a:pt x="67" y="53"/>
                    <a:pt x="35" y="57"/>
                    <a:pt x="10" y="53"/>
                  </a:cubicBezTo>
                  <a:cubicBezTo>
                    <a:pt x="0" y="73"/>
                    <a:pt x="21" y="78"/>
                    <a:pt x="28" y="89"/>
                  </a:cubicBezTo>
                  <a:cubicBezTo>
                    <a:pt x="21" y="94"/>
                    <a:pt x="10" y="89"/>
                    <a:pt x="0" y="89"/>
                  </a:cubicBezTo>
                  <a:cubicBezTo>
                    <a:pt x="2" y="61"/>
                    <a:pt x="2" y="32"/>
                    <a:pt x="3" y="3"/>
                  </a:cubicBezTo>
                  <a:cubicBezTo>
                    <a:pt x="12" y="4"/>
                    <a:pt x="24" y="0"/>
                    <a:pt x="30" y="5"/>
                  </a:cubicBezTo>
                  <a:cubicBezTo>
                    <a:pt x="23" y="15"/>
                    <a:pt x="3" y="14"/>
                    <a:pt x="10" y="37"/>
                  </a:cubicBezTo>
                  <a:cubicBezTo>
                    <a:pt x="35" y="40"/>
                    <a:pt x="57" y="40"/>
                    <a:pt x="89" y="40"/>
                  </a:cubicBezTo>
                  <a:cubicBezTo>
                    <a:pt x="95" y="39"/>
                    <a:pt x="91" y="28"/>
                    <a:pt x="98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AC83772D-8A91-F3BD-5AC9-C5C530D2F8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2223" y="2431098"/>
              <a:ext cx="765175" cy="695325"/>
            </a:xfrm>
            <a:custGeom>
              <a:avLst/>
              <a:gdLst>
                <a:gd name="T0" fmla="*/ 47 w 295"/>
                <a:gd name="T1" fmla="*/ 102 h 268"/>
                <a:gd name="T2" fmla="*/ 56 w 295"/>
                <a:gd name="T3" fmla="*/ 77 h 268"/>
                <a:gd name="T4" fmla="*/ 56 w 295"/>
                <a:gd name="T5" fmla="*/ 77 h 268"/>
                <a:gd name="T6" fmla="*/ 92 w 295"/>
                <a:gd name="T7" fmla="*/ 116 h 268"/>
                <a:gd name="T8" fmla="*/ 107 w 295"/>
                <a:gd name="T9" fmla="*/ 124 h 268"/>
                <a:gd name="T10" fmla="*/ 83 w 295"/>
                <a:gd name="T11" fmla="*/ 69 h 268"/>
                <a:gd name="T12" fmla="*/ 119 w 295"/>
                <a:gd name="T13" fmla="*/ 55 h 268"/>
                <a:gd name="T14" fmla="*/ 119 w 295"/>
                <a:gd name="T15" fmla="*/ 55 h 268"/>
                <a:gd name="T16" fmla="*/ 114 w 295"/>
                <a:gd name="T17" fmla="*/ 16 h 268"/>
                <a:gd name="T18" fmla="*/ 143 w 295"/>
                <a:gd name="T19" fmla="*/ 133 h 268"/>
                <a:gd name="T20" fmla="*/ 130 w 295"/>
                <a:gd name="T21" fmla="*/ 84 h 268"/>
                <a:gd name="T22" fmla="*/ 107 w 295"/>
                <a:gd name="T23" fmla="*/ 88 h 268"/>
                <a:gd name="T24" fmla="*/ 60 w 295"/>
                <a:gd name="T25" fmla="*/ 111 h 268"/>
                <a:gd name="T26" fmla="*/ 77 w 295"/>
                <a:gd name="T27" fmla="*/ 97 h 268"/>
                <a:gd name="T28" fmla="*/ 88 w 295"/>
                <a:gd name="T29" fmla="*/ 106 h 268"/>
                <a:gd name="T30" fmla="*/ 143 w 295"/>
                <a:gd name="T31" fmla="*/ 133 h 268"/>
                <a:gd name="T32" fmla="*/ 146 w 295"/>
                <a:gd name="T33" fmla="*/ 25 h 268"/>
                <a:gd name="T34" fmla="*/ 147 w 295"/>
                <a:gd name="T35" fmla="*/ 34 h 268"/>
                <a:gd name="T36" fmla="*/ 151 w 295"/>
                <a:gd name="T37" fmla="*/ 183 h 268"/>
                <a:gd name="T38" fmla="*/ 109 w 295"/>
                <a:gd name="T39" fmla="*/ 147 h 268"/>
                <a:gd name="T40" fmla="*/ 97 w 295"/>
                <a:gd name="T41" fmla="*/ 133 h 268"/>
                <a:gd name="T42" fmla="*/ 97 w 295"/>
                <a:gd name="T43" fmla="*/ 158 h 268"/>
                <a:gd name="T44" fmla="*/ 148 w 295"/>
                <a:gd name="T45" fmla="*/ 201 h 268"/>
                <a:gd name="T46" fmla="*/ 134 w 295"/>
                <a:gd name="T47" fmla="*/ 214 h 268"/>
                <a:gd name="T48" fmla="*/ 109 w 295"/>
                <a:gd name="T49" fmla="*/ 240 h 268"/>
                <a:gd name="T50" fmla="*/ 140 w 295"/>
                <a:gd name="T51" fmla="*/ 224 h 268"/>
                <a:gd name="T52" fmla="*/ 158 w 295"/>
                <a:gd name="T53" fmla="*/ 215 h 268"/>
                <a:gd name="T54" fmla="*/ 146 w 295"/>
                <a:gd name="T55" fmla="*/ 153 h 268"/>
                <a:gd name="T56" fmla="*/ 159 w 295"/>
                <a:gd name="T57" fmla="*/ 159 h 268"/>
                <a:gd name="T58" fmla="*/ 164 w 295"/>
                <a:gd name="T59" fmla="*/ 136 h 268"/>
                <a:gd name="T60" fmla="*/ 200 w 295"/>
                <a:gd name="T61" fmla="*/ 129 h 268"/>
                <a:gd name="T62" fmla="*/ 193 w 295"/>
                <a:gd name="T63" fmla="*/ 120 h 268"/>
                <a:gd name="T64" fmla="*/ 200 w 295"/>
                <a:gd name="T65" fmla="*/ 129 h 268"/>
                <a:gd name="T66" fmla="*/ 242 w 295"/>
                <a:gd name="T67" fmla="*/ 133 h 268"/>
                <a:gd name="T68" fmla="*/ 263 w 295"/>
                <a:gd name="T69" fmla="*/ 206 h 268"/>
                <a:gd name="T70" fmla="*/ 244 w 295"/>
                <a:gd name="T71" fmla="*/ 168 h 268"/>
                <a:gd name="T72" fmla="*/ 241 w 295"/>
                <a:gd name="T73" fmla="*/ 177 h 268"/>
                <a:gd name="T74" fmla="*/ 270 w 295"/>
                <a:gd name="T75" fmla="*/ 155 h 268"/>
                <a:gd name="T76" fmla="*/ 255 w 295"/>
                <a:gd name="T77" fmla="*/ 155 h 268"/>
                <a:gd name="T78" fmla="*/ 270 w 295"/>
                <a:gd name="T79" fmla="*/ 183 h 268"/>
                <a:gd name="T80" fmla="*/ 270 w 295"/>
                <a:gd name="T81" fmla="*/ 183 h 268"/>
                <a:gd name="T82" fmla="*/ 283 w 295"/>
                <a:gd name="T83" fmla="*/ 252 h 268"/>
                <a:gd name="T84" fmla="*/ 231 w 295"/>
                <a:gd name="T85" fmla="*/ 217 h 268"/>
                <a:gd name="T86" fmla="*/ 160 w 295"/>
                <a:gd name="T87" fmla="*/ 264 h 268"/>
                <a:gd name="T88" fmla="*/ 107 w 295"/>
                <a:gd name="T89" fmla="*/ 224 h 268"/>
                <a:gd name="T90" fmla="*/ 30 w 295"/>
                <a:gd name="T91" fmla="*/ 258 h 268"/>
                <a:gd name="T92" fmla="*/ 19 w 295"/>
                <a:gd name="T93" fmla="*/ 224 h 268"/>
                <a:gd name="T94" fmla="*/ 64 w 295"/>
                <a:gd name="T95" fmla="*/ 48 h 268"/>
                <a:gd name="T96" fmla="*/ 85 w 295"/>
                <a:gd name="T97" fmla="*/ 5 h 268"/>
                <a:gd name="T98" fmla="*/ 160 w 295"/>
                <a:gd name="T99" fmla="*/ 76 h 268"/>
                <a:gd name="T100" fmla="*/ 208 w 295"/>
                <a:gd name="T101" fmla="*/ 107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95" h="268">
                  <a:moveTo>
                    <a:pt x="42" y="115"/>
                  </a:moveTo>
                  <a:cubicBezTo>
                    <a:pt x="49" y="117"/>
                    <a:pt x="50" y="105"/>
                    <a:pt x="47" y="102"/>
                  </a:cubicBezTo>
                  <a:cubicBezTo>
                    <a:pt x="44" y="106"/>
                    <a:pt x="41" y="109"/>
                    <a:pt x="42" y="115"/>
                  </a:cubicBezTo>
                  <a:close/>
                  <a:moveTo>
                    <a:pt x="56" y="77"/>
                  </a:moveTo>
                  <a:cubicBezTo>
                    <a:pt x="63" y="76"/>
                    <a:pt x="68" y="73"/>
                    <a:pt x="68" y="64"/>
                  </a:cubicBezTo>
                  <a:cubicBezTo>
                    <a:pt x="61" y="60"/>
                    <a:pt x="55" y="68"/>
                    <a:pt x="56" y="77"/>
                  </a:cubicBezTo>
                  <a:close/>
                  <a:moveTo>
                    <a:pt x="107" y="124"/>
                  </a:moveTo>
                  <a:cubicBezTo>
                    <a:pt x="107" y="116"/>
                    <a:pt x="98" y="112"/>
                    <a:pt x="92" y="116"/>
                  </a:cubicBezTo>
                  <a:cubicBezTo>
                    <a:pt x="91" y="122"/>
                    <a:pt x="97" y="124"/>
                    <a:pt x="97" y="129"/>
                  </a:cubicBezTo>
                  <a:cubicBezTo>
                    <a:pt x="102" y="129"/>
                    <a:pt x="103" y="125"/>
                    <a:pt x="107" y="124"/>
                  </a:cubicBezTo>
                  <a:close/>
                  <a:moveTo>
                    <a:pt x="105" y="69"/>
                  </a:moveTo>
                  <a:cubicBezTo>
                    <a:pt x="107" y="59"/>
                    <a:pt x="83" y="59"/>
                    <a:pt x="83" y="69"/>
                  </a:cubicBezTo>
                  <a:cubicBezTo>
                    <a:pt x="90" y="72"/>
                    <a:pt x="97" y="67"/>
                    <a:pt x="105" y="69"/>
                  </a:cubicBezTo>
                  <a:close/>
                  <a:moveTo>
                    <a:pt x="119" y="55"/>
                  </a:moveTo>
                  <a:cubicBezTo>
                    <a:pt x="116" y="38"/>
                    <a:pt x="103" y="31"/>
                    <a:pt x="90" y="25"/>
                  </a:cubicBezTo>
                  <a:cubicBezTo>
                    <a:pt x="96" y="39"/>
                    <a:pt x="108" y="48"/>
                    <a:pt x="119" y="55"/>
                  </a:cubicBezTo>
                  <a:close/>
                  <a:moveTo>
                    <a:pt x="123" y="38"/>
                  </a:moveTo>
                  <a:cubicBezTo>
                    <a:pt x="118" y="33"/>
                    <a:pt x="120" y="20"/>
                    <a:pt x="114" y="16"/>
                  </a:cubicBezTo>
                  <a:cubicBezTo>
                    <a:pt x="109" y="25"/>
                    <a:pt x="115" y="36"/>
                    <a:pt x="123" y="38"/>
                  </a:cubicBezTo>
                  <a:close/>
                  <a:moveTo>
                    <a:pt x="143" y="133"/>
                  </a:moveTo>
                  <a:cubicBezTo>
                    <a:pt x="157" y="112"/>
                    <a:pt x="114" y="109"/>
                    <a:pt x="105" y="93"/>
                  </a:cubicBezTo>
                  <a:cubicBezTo>
                    <a:pt x="120" y="96"/>
                    <a:pt x="116" y="74"/>
                    <a:pt x="130" y="84"/>
                  </a:cubicBezTo>
                  <a:cubicBezTo>
                    <a:pt x="129" y="78"/>
                    <a:pt x="125" y="74"/>
                    <a:pt x="121" y="72"/>
                  </a:cubicBezTo>
                  <a:cubicBezTo>
                    <a:pt x="116" y="78"/>
                    <a:pt x="115" y="86"/>
                    <a:pt x="107" y="88"/>
                  </a:cubicBezTo>
                  <a:cubicBezTo>
                    <a:pt x="92" y="79"/>
                    <a:pt x="65" y="77"/>
                    <a:pt x="55" y="91"/>
                  </a:cubicBezTo>
                  <a:cubicBezTo>
                    <a:pt x="56" y="98"/>
                    <a:pt x="53" y="111"/>
                    <a:pt x="60" y="111"/>
                  </a:cubicBezTo>
                  <a:cubicBezTo>
                    <a:pt x="66" y="106"/>
                    <a:pt x="64" y="93"/>
                    <a:pt x="72" y="91"/>
                  </a:cubicBezTo>
                  <a:cubicBezTo>
                    <a:pt x="75" y="92"/>
                    <a:pt x="77" y="95"/>
                    <a:pt x="77" y="97"/>
                  </a:cubicBezTo>
                  <a:cubicBezTo>
                    <a:pt x="74" y="103"/>
                    <a:pt x="75" y="112"/>
                    <a:pt x="77" y="120"/>
                  </a:cubicBezTo>
                  <a:cubicBezTo>
                    <a:pt x="86" y="120"/>
                    <a:pt x="82" y="109"/>
                    <a:pt x="88" y="106"/>
                  </a:cubicBezTo>
                  <a:cubicBezTo>
                    <a:pt x="107" y="98"/>
                    <a:pt x="108" y="120"/>
                    <a:pt x="125" y="112"/>
                  </a:cubicBezTo>
                  <a:cubicBezTo>
                    <a:pt x="132" y="119"/>
                    <a:pt x="137" y="126"/>
                    <a:pt x="143" y="133"/>
                  </a:cubicBezTo>
                  <a:close/>
                  <a:moveTo>
                    <a:pt x="147" y="34"/>
                  </a:moveTo>
                  <a:cubicBezTo>
                    <a:pt x="148" y="30"/>
                    <a:pt x="147" y="28"/>
                    <a:pt x="146" y="25"/>
                  </a:cubicBezTo>
                  <a:cubicBezTo>
                    <a:pt x="143" y="25"/>
                    <a:pt x="142" y="25"/>
                    <a:pt x="140" y="25"/>
                  </a:cubicBezTo>
                  <a:cubicBezTo>
                    <a:pt x="141" y="29"/>
                    <a:pt x="142" y="34"/>
                    <a:pt x="147" y="34"/>
                  </a:cubicBezTo>
                  <a:close/>
                  <a:moveTo>
                    <a:pt x="148" y="201"/>
                  </a:moveTo>
                  <a:cubicBezTo>
                    <a:pt x="152" y="195"/>
                    <a:pt x="151" y="191"/>
                    <a:pt x="151" y="183"/>
                  </a:cubicBezTo>
                  <a:cubicBezTo>
                    <a:pt x="132" y="176"/>
                    <a:pt x="103" y="179"/>
                    <a:pt x="102" y="154"/>
                  </a:cubicBezTo>
                  <a:cubicBezTo>
                    <a:pt x="101" y="149"/>
                    <a:pt x="110" y="154"/>
                    <a:pt x="109" y="147"/>
                  </a:cubicBezTo>
                  <a:cubicBezTo>
                    <a:pt x="104" y="143"/>
                    <a:pt x="99" y="154"/>
                    <a:pt x="93" y="149"/>
                  </a:cubicBezTo>
                  <a:cubicBezTo>
                    <a:pt x="93" y="143"/>
                    <a:pt x="102" y="138"/>
                    <a:pt x="97" y="133"/>
                  </a:cubicBezTo>
                  <a:cubicBezTo>
                    <a:pt x="96" y="139"/>
                    <a:pt x="85" y="135"/>
                    <a:pt x="77" y="136"/>
                  </a:cubicBezTo>
                  <a:cubicBezTo>
                    <a:pt x="77" y="150"/>
                    <a:pt x="82" y="159"/>
                    <a:pt x="97" y="158"/>
                  </a:cubicBezTo>
                  <a:cubicBezTo>
                    <a:pt x="101" y="167"/>
                    <a:pt x="105" y="176"/>
                    <a:pt x="114" y="181"/>
                  </a:cubicBezTo>
                  <a:cubicBezTo>
                    <a:pt x="129" y="177"/>
                    <a:pt x="136" y="196"/>
                    <a:pt x="148" y="201"/>
                  </a:cubicBezTo>
                  <a:close/>
                  <a:moveTo>
                    <a:pt x="158" y="215"/>
                  </a:moveTo>
                  <a:cubicBezTo>
                    <a:pt x="148" y="221"/>
                    <a:pt x="143" y="207"/>
                    <a:pt x="134" y="214"/>
                  </a:cubicBezTo>
                  <a:cubicBezTo>
                    <a:pt x="129" y="211"/>
                    <a:pt x="136" y="198"/>
                    <a:pt x="127" y="198"/>
                  </a:cubicBezTo>
                  <a:cubicBezTo>
                    <a:pt x="130" y="219"/>
                    <a:pt x="121" y="231"/>
                    <a:pt x="109" y="240"/>
                  </a:cubicBezTo>
                  <a:cubicBezTo>
                    <a:pt x="119" y="244"/>
                    <a:pt x="125" y="244"/>
                    <a:pt x="135" y="240"/>
                  </a:cubicBezTo>
                  <a:cubicBezTo>
                    <a:pt x="138" y="236"/>
                    <a:pt x="135" y="225"/>
                    <a:pt x="140" y="224"/>
                  </a:cubicBezTo>
                  <a:cubicBezTo>
                    <a:pt x="151" y="224"/>
                    <a:pt x="140" y="245"/>
                    <a:pt x="151" y="244"/>
                  </a:cubicBezTo>
                  <a:cubicBezTo>
                    <a:pt x="149" y="227"/>
                    <a:pt x="149" y="224"/>
                    <a:pt x="158" y="215"/>
                  </a:cubicBezTo>
                  <a:close/>
                  <a:moveTo>
                    <a:pt x="159" y="159"/>
                  </a:moveTo>
                  <a:cubicBezTo>
                    <a:pt x="162" y="150"/>
                    <a:pt x="151" y="148"/>
                    <a:pt x="146" y="153"/>
                  </a:cubicBezTo>
                  <a:cubicBezTo>
                    <a:pt x="146" y="154"/>
                    <a:pt x="146" y="155"/>
                    <a:pt x="146" y="158"/>
                  </a:cubicBezTo>
                  <a:cubicBezTo>
                    <a:pt x="149" y="159"/>
                    <a:pt x="153" y="160"/>
                    <a:pt x="159" y="159"/>
                  </a:cubicBezTo>
                  <a:close/>
                  <a:moveTo>
                    <a:pt x="167" y="147"/>
                  </a:moveTo>
                  <a:cubicBezTo>
                    <a:pt x="170" y="145"/>
                    <a:pt x="170" y="136"/>
                    <a:pt x="164" y="136"/>
                  </a:cubicBezTo>
                  <a:cubicBezTo>
                    <a:pt x="163" y="138"/>
                    <a:pt x="159" y="149"/>
                    <a:pt x="167" y="147"/>
                  </a:cubicBezTo>
                  <a:close/>
                  <a:moveTo>
                    <a:pt x="200" y="129"/>
                  </a:moveTo>
                  <a:cubicBezTo>
                    <a:pt x="200" y="126"/>
                    <a:pt x="200" y="124"/>
                    <a:pt x="200" y="120"/>
                  </a:cubicBezTo>
                  <a:cubicBezTo>
                    <a:pt x="197" y="120"/>
                    <a:pt x="196" y="120"/>
                    <a:pt x="193" y="120"/>
                  </a:cubicBezTo>
                  <a:cubicBezTo>
                    <a:pt x="191" y="125"/>
                    <a:pt x="190" y="125"/>
                    <a:pt x="192" y="131"/>
                  </a:cubicBezTo>
                  <a:cubicBezTo>
                    <a:pt x="196" y="131"/>
                    <a:pt x="196" y="129"/>
                    <a:pt x="200" y="129"/>
                  </a:cubicBezTo>
                  <a:close/>
                  <a:moveTo>
                    <a:pt x="214" y="122"/>
                  </a:moveTo>
                  <a:cubicBezTo>
                    <a:pt x="217" y="134"/>
                    <a:pt x="233" y="140"/>
                    <a:pt x="242" y="133"/>
                  </a:cubicBezTo>
                  <a:cubicBezTo>
                    <a:pt x="237" y="120"/>
                    <a:pt x="228" y="122"/>
                    <a:pt x="214" y="122"/>
                  </a:cubicBezTo>
                  <a:close/>
                  <a:moveTo>
                    <a:pt x="263" y="206"/>
                  </a:moveTo>
                  <a:cubicBezTo>
                    <a:pt x="268" y="215"/>
                    <a:pt x="253" y="222"/>
                    <a:pt x="259" y="231"/>
                  </a:cubicBezTo>
                  <a:cubicBezTo>
                    <a:pt x="295" y="210"/>
                    <a:pt x="242" y="195"/>
                    <a:pt x="244" y="168"/>
                  </a:cubicBezTo>
                  <a:cubicBezTo>
                    <a:pt x="235" y="177"/>
                    <a:pt x="228" y="160"/>
                    <a:pt x="220" y="171"/>
                  </a:cubicBezTo>
                  <a:cubicBezTo>
                    <a:pt x="226" y="176"/>
                    <a:pt x="230" y="181"/>
                    <a:pt x="241" y="177"/>
                  </a:cubicBezTo>
                  <a:cubicBezTo>
                    <a:pt x="244" y="191"/>
                    <a:pt x="250" y="203"/>
                    <a:pt x="263" y="206"/>
                  </a:cubicBezTo>
                  <a:close/>
                  <a:moveTo>
                    <a:pt x="270" y="155"/>
                  </a:moveTo>
                  <a:cubicBezTo>
                    <a:pt x="270" y="147"/>
                    <a:pt x="262" y="145"/>
                    <a:pt x="256" y="141"/>
                  </a:cubicBezTo>
                  <a:cubicBezTo>
                    <a:pt x="257" y="148"/>
                    <a:pt x="256" y="152"/>
                    <a:pt x="255" y="155"/>
                  </a:cubicBezTo>
                  <a:cubicBezTo>
                    <a:pt x="259" y="155"/>
                    <a:pt x="264" y="155"/>
                    <a:pt x="270" y="155"/>
                  </a:cubicBezTo>
                  <a:close/>
                  <a:moveTo>
                    <a:pt x="270" y="183"/>
                  </a:moveTo>
                  <a:cubicBezTo>
                    <a:pt x="273" y="177"/>
                    <a:pt x="272" y="169"/>
                    <a:pt x="264" y="168"/>
                  </a:cubicBezTo>
                  <a:cubicBezTo>
                    <a:pt x="266" y="174"/>
                    <a:pt x="263" y="184"/>
                    <a:pt x="270" y="183"/>
                  </a:cubicBezTo>
                  <a:close/>
                  <a:moveTo>
                    <a:pt x="273" y="136"/>
                  </a:moveTo>
                  <a:cubicBezTo>
                    <a:pt x="291" y="164"/>
                    <a:pt x="274" y="217"/>
                    <a:pt x="283" y="252"/>
                  </a:cubicBezTo>
                  <a:cubicBezTo>
                    <a:pt x="269" y="260"/>
                    <a:pt x="246" y="268"/>
                    <a:pt x="225" y="264"/>
                  </a:cubicBezTo>
                  <a:cubicBezTo>
                    <a:pt x="211" y="248"/>
                    <a:pt x="228" y="230"/>
                    <a:pt x="231" y="217"/>
                  </a:cubicBezTo>
                  <a:cubicBezTo>
                    <a:pt x="221" y="207"/>
                    <a:pt x="207" y="222"/>
                    <a:pt x="193" y="222"/>
                  </a:cubicBezTo>
                  <a:cubicBezTo>
                    <a:pt x="190" y="244"/>
                    <a:pt x="176" y="254"/>
                    <a:pt x="160" y="264"/>
                  </a:cubicBezTo>
                  <a:cubicBezTo>
                    <a:pt x="138" y="265"/>
                    <a:pt x="88" y="268"/>
                    <a:pt x="88" y="244"/>
                  </a:cubicBezTo>
                  <a:cubicBezTo>
                    <a:pt x="88" y="230"/>
                    <a:pt x="102" y="236"/>
                    <a:pt x="107" y="224"/>
                  </a:cubicBezTo>
                  <a:cubicBezTo>
                    <a:pt x="101" y="212"/>
                    <a:pt x="83" y="211"/>
                    <a:pt x="76" y="214"/>
                  </a:cubicBezTo>
                  <a:cubicBezTo>
                    <a:pt x="55" y="220"/>
                    <a:pt x="60" y="260"/>
                    <a:pt x="30" y="258"/>
                  </a:cubicBezTo>
                  <a:cubicBezTo>
                    <a:pt x="19" y="258"/>
                    <a:pt x="0" y="249"/>
                    <a:pt x="1" y="230"/>
                  </a:cubicBezTo>
                  <a:cubicBezTo>
                    <a:pt x="5" y="225"/>
                    <a:pt x="14" y="227"/>
                    <a:pt x="19" y="224"/>
                  </a:cubicBezTo>
                  <a:cubicBezTo>
                    <a:pt x="35" y="207"/>
                    <a:pt x="35" y="169"/>
                    <a:pt x="15" y="158"/>
                  </a:cubicBezTo>
                  <a:cubicBezTo>
                    <a:pt x="5" y="95"/>
                    <a:pt x="44" y="81"/>
                    <a:pt x="64" y="48"/>
                  </a:cubicBezTo>
                  <a:cubicBezTo>
                    <a:pt x="65" y="39"/>
                    <a:pt x="60" y="35"/>
                    <a:pt x="60" y="25"/>
                  </a:cubicBezTo>
                  <a:cubicBezTo>
                    <a:pt x="66" y="16"/>
                    <a:pt x="85" y="16"/>
                    <a:pt x="85" y="5"/>
                  </a:cubicBezTo>
                  <a:cubicBezTo>
                    <a:pt x="101" y="3"/>
                    <a:pt x="115" y="3"/>
                    <a:pt x="131" y="0"/>
                  </a:cubicBezTo>
                  <a:cubicBezTo>
                    <a:pt x="152" y="11"/>
                    <a:pt x="165" y="47"/>
                    <a:pt x="160" y="76"/>
                  </a:cubicBezTo>
                  <a:cubicBezTo>
                    <a:pt x="159" y="88"/>
                    <a:pt x="147" y="96"/>
                    <a:pt x="148" y="110"/>
                  </a:cubicBezTo>
                  <a:cubicBezTo>
                    <a:pt x="168" y="125"/>
                    <a:pt x="190" y="109"/>
                    <a:pt x="208" y="107"/>
                  </a:cubicBezTo>
                  <a:cubicBezTo>
                    <a:pt x="231" y="106"/>
                    <a:pt x="261" y="117"/>
                    <a:pt x="273" y="1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D074E224-9669-CCD2-CFFD-10B3D6103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6248" y="4424998"/>
              <a:ext cx="282575" cy="149225"/>
            </a:xfrm>
            <a:custGeom>
              <a:avLst/>
              <a:gdLst>
                <a:gd name="T0" fmla="*/ 104 w 109"/>
                <a:gd name="T1" fmla="*/ 12 h 58"/>
                <a:gd name="T2" fmla="*/ 98 w 109"/>
                <a:gd name="T3" fmla="*/ 57 h 58"/>
                <a:gd name="T4" fmla="*/ 95 w 109"/>
                <a:gd name="T5" fmla="*/ 43 h 58"/>
                <a:gd name="T6" fmla="*/ 17 w 109"/>
                <a:gd name="T7" fmla="*/ 31 h 58"/>
                <a:gd name="T8" fmla="*/ 9 w 109"/>
                <a:gd name="T9" fmla="*/ 44 h 58"/>
                <a:gd name="T10" fmla="*/ 10 w 109"/>
                <a:gd name="T11" fmla="*/ 0 h 58"/>
                <a:gd name="T12" fmla="*/ 15 w 109"/>
                <a:gd name="T13" fmla="*/ 0 h 58"/>
                <a:gd name="T14" fmla="*/ 17 w 109"/>
                <a:gd name="T15" fmla="*/ 14 h 58"/>
                <a:gd name="T16" fmla="*/ 92 w 109"/>
                <a:gd name="T17" fmla="*/ 26 h 58"/>
                <a:gd name="T18" fmla="*/ 104 w 109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58">
                  <a:moveTo>
                    <a:pt x="104" y="12"/>
                  </a:moveTo>
                  <a:cubicBezTo>
                    <a:pt x="109" y="20"/>
                    <a:pt x="103" y="48"/>
                    <a:pt x="98" y="57"/>
                  </a:cubicBezTo>
                  <a:cubicBezTo>
                    <a:pt x="92" y="58"/>
                    <a:pt x="100" y="45"/>
                    <a:pt x="95" y="43"/>
                  </a:cubicBezTo>
                  <a:cubicBezTo>
                    <a:pt x="70" y="38"/>
                    <a:pt x="44" y="34"/>
                    <a:pt x="17" y="31"/>
                  </a:cubicBezTo>
                  <a:cubicBezTo>
                    <a:pt x="11" y="33"/>
                    <a:pt x="12" y="42"/>
                    <a:pt x="9" y="44"/>
                  </a:cubicBezTo>
                  <a:cubicBezTo>
                    <a:pt x="0" y="34"/>
                    <a:pt x="11" y="14"/>
                    <a:pt x="10" y="0"/>
                  </a:cubicBezTo>
                  <a:cubicBezTo>
                    <a:pt x="12" y="0"/>
                    <a:pt x="14" y="0"/>
                    <a:pt x="15" y="0"/>
                  </a:cubicBezTo>
                  <a:cubicBezTo>
                    <a:pt x="16" y="5"/>
                    <a:pt x="15" y="11"/>
                    <a:pt x="17" y="14"/>
                  </a:cubicBezTo>
                  <a:cubicBezTo>
                    <a:pt x="39" y="20"/>
                    <a:pt x="69" y="20"/>
                    <a:pt x="92" y="26"/>
                  </a:cubicBezTo>
                  <a:cubicBezTo>
                    <a:pt x="100" y="26"/>
                    <a:pt x="99" y="16"/>
                    <a:pt x="10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1C7F82E7-E337-4359-7117-62B87B423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985" y="4577398"/>
              <a:ext cx="312737" cy="236538"/>
            </a:xfrm>
            <a:custGeom>
              <a:avLst/>
              <a:gdLst>
                <a:gd name="T0" fmla="*/ 71 w 120"/>
                <a:gd name="T1" fmla="*/ 80 h 91"/>
                <a:gd name="T2" fmla="*/ 109 w 120"/>
                <a:gd name="T3" fmla="*/ 48 h 91"/>
                <a:gd name="T4" fmla="*/ 98 w 120"/>
                <a:gd name="T5" fmla="*/ 33 h 91"/>
                <a:gd name="T6" fmla="*/ 52 w 120"/>
                <a:gd name="T7" fmla="*/ 70 h 91"/>
                <a:gd name="T8" fmla="*/ 26 w 120"/>
                <a:gd name="T9" fmla="*/ 15 h 91"/>
                <a:gd name="T10" fmla="*/ 24 w 120"/>
                <a:gd name="T11" fmla="*/ 5 h 91"/>
                <a:gd name="T12" fmla="*/ 55 w 120"/>
                <a:gd name="T13" fmla="*/ 14 h 91"/>
                <a:gd name="T14" fmla="*/ 31 w 120"/>
                <a:gd name="T15" fmla="*/ 23 h 91"/>
                <a:gd name="T16" fmla="*/ 38 w 120"/>
                <a:gd name="T17" fmla="*/ 57 h 91"/>
                <a:gd name="T18" fmla="*/ 102 w 120"/>
                <a:gd name="T19" fmla="*/ 21 h 91"/>
                <a:gd name="T20" fmla="*/ 102 w 120"/>
                <a:gd name="T21" fmla="*/ 80 h 91"/>
                <a:gd name="T22" fmla="*/ 103 w 120"/>
                <a:gd name="T23" fmla="*/ 91 h 91"/>
                <a:gd name="T24" fmla="*/ 71 w 120"/>
                <a:gd name="T25" fmla="*/ 8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1">
                  <a:moveTo>
                    <a:pt x="71" y="80"/>
                  </a:moveTo>
                  <a:cubicBezTo>
                    <a:pt x="88" y="71"/>
                    <a:pt x="113" y="76"/>
                    <a:pt x="109" y="48"/>
                  </a:cubicBezTo>
                  <a:cubicBezTo>
                    <a:pt x="108" y="43"/>
                    <a:pt x="104" y="36"/>
                    <a:pt x="98" y="33"/>
                  </a:cubicBezTo>
                  <a:cubicBezTo>
                    <a:pt x="72" y="26"/>
                    <a:pt x="77" y="60"/>
                    <a:pt x="52" y="70"/>
                  </a:cubicBezTo>
                  <a:cubicBezTo>
                    <a:pt x="19" y="83"/>
                    <a:pt x="0" y="37"/>
                    <a:pt x="26" y="15"/>
                  </a:cubicBezTo>
                  <a:cubicBezTo>
                    <a:pt x="26" y="12"/>
                    <a:pt x="22" y="10"/>
                    <a:pt x="24" y="5"/>
                  </a:cubicBezTo>
                  <a:cubicBezTo>
                    <a:pt x="33" y="8"/>
                    <a:pt x="52" y="10"/>
                    <a:pt x="55" y="14"/>
                  </a:cubicBezTo>
                  <a:cubicBezTo>
                    <a:pt x="51" y="24"/>
                    <a:pt x="40" y="18"/>
                    <a:pt x="31" y="23"/>
                  </a:cubicBezTo>
                  <a:cubicBezTo>
                    <a:pt x="19" y="31"/>
                    <a:pt x="14" y="59"/>
                    <a:pt x="38" y="57"/>
                  </a:cubicBezTo>
                  <a:cubicBezTo>
                    <a:pt x="58" y="56"/>
                    <a:pt x="69" y="0"/>
                    <a:pt x="102" y="21"/>
                  </a:cubicBezTo>
                  <a:cubicBezTo>
                    <a:pt x="117" y="29"/>
                    <a:pt x="120" y="65"/>
                    <a:pt x="102" y="80"/>
                  </a:cubicBezTo>
                  <a:cubicBezTo>
                    <a:pt x="98" y="84"/>
                    <a:pt x="109" y="85"/>
                    <a:pt x="103" y="91"/>
                  </a:cubicBezTo>
                  <a:cubicBezTo>
                    <a:pt x="92" y="88"/>
                    <a:pt x="76" y="89"/>
                    <a:pt x="71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651EC3F4-F241-AE7C-7CD4-261203C2EC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0198" y="4723448"/>
              <a:ext cx="334962" cy="347663"/>
            </a:xfrm>
            <a:custGeom>
              <a:avLst/>
              <a:gdLst>
                <a:gd name="T0" fmla="*/ 56 w 129"/>
                <a:gd name="T1" fmla="*/ 85 h 134"/>
                <a:gd name="T2" fmla="*/ 32 w 129"/>
                <a:gd name="T3" fmla="*/ 44 h 134"/>
                <a:gd name="T4" fmla="*/ 19 w 129"/>
                <a:gd name="T5" fmla="*/ 66 h 134"/>
                <a:gd name="T6" fmla="*/ 56 w 129"/>
                <a:gd name="T7" fmla="*/ 85 h 134"/>
                <a:gd name="T8" fmla="*/ 128 w 129"/>
                <a:gd name="T9" fmla="*/ 48 h 134"/>
                <a:gd name="T10" fmla="*/ 115 w 129"/>
                <a:gd name="T11" fmla="*/ 75 h 134"/>
                <a:gd name="T12" fmla="*/ 61 w 129"/>
                <a:gd name="T13" fmla="*/ 85 h 134"/>
                <a:gd name="T14" fmla="*/ 90 w 129"/>
                <a:gd name="T15" fmla="*/ 105 h 134"/>
                <a:gd name="T16" fmla="*/ 102 w 129"/>
                <a:gd name="T17" fmla="*/ 96 h 134"/>
                <a:gd name="T18" fmla="*/ 83 w 129"/>
                <a:gd name="T19" fmla="*/ 134 h 134"/>
                <a:gd name="T20" fmla="*/ 83 w 129"/>
                <a:gd name="T21" fmla="*/ 121 h 134"/>
                <a:gd name="T22" fmla="*/ 16 w 129"/>
                <a:gd name="T23" fmla="*/ 82 h 134"/>
                <a:gd name="T24" fmla="*/ 0 w 129"/>
                <a:gd name="T25" fmla="*/ 89 h 134"/>
                <a:gd name="T26" fmla="*/ 70 w 129"/>
                <a:gd name="T27" fmla="*/ 46 h 134"/>
                <a:gd name="T28" fmla="*/ 68 w 129"/>
                <a:gd name="T29" fmla="*/ 63 h 134"/>
                <a:gd name="T30" fmla="*/ 128 w 129"/>
                <a:gd name="T31" fmla="*/ 48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9" h="134">
                  <a:moveTo>
                    <a:pt x="56" y="85"/>
                  </a:moveTo>
                  <a:cubicBezTo>
                    <a:pt x="67" y="67"/>
                    <a:pt x="59" y="39"/>
                    <a:pt x="32" y="44"/>
                  </a:cubicBezTo>
                  <a:cubicBezTo>
                    <a:pt x="27" y="51"/>
                    <a:pt x="21" y="56"/>
                    <a:pt x="19" y="66"/>
                  </a:cubicBezTo>
                  <a:cubicBezTo>
                    <a:pt x="32" y="72"/>
                    <a:pt x="43" y="80"/>
                    <a:pt x="56" y="85"/>
                  </a:cubicBezTo>
                  <a:close/>
                  <a:moveTo>
                    <a:pt x="128" y="48"/>
                  </a:moveTo>
                  <a:cubicBezTo>
                    <a:pt x="129" y="56"/>
                    <a:pt x="121" y="68"/>
                    <a:pt x="115" y="75"/>
                  </a:cubicBezTo>
                  <a:cubicBezTo>
                    <a:pt x="94" y="77"/>
                    <a:pt x="68" y="73"/>
                    <a:pt x="61" y="85"/>
                  </a:cubicBezTo>
                  <a:cubicBezTo>
                    <a:pt x="66" y="97"/>
                    <a:pt x="81" y="97"/>
                    <a:pt x="90" y="105"/>
                  </a:cubicBezTo>
                  <a:cubicBezTo>
                    <a:pt x="98" y="105"/>
                    <a:pt x="96" y="96"/>
                    <a:pt x="102" y="96"/>
                  </a:cubicBezTo>
                  <a:cubicBezTo>
                    <a:pt x="102" y="108"/>
                    <a:pt x="89" y="129"/>
                    <a:pt x="83" y="134"/>
                  </a:cubicBezTo>
                  <a:cubicBezTo>
                    <a:pt x="76" y="134"/>
                    <a:pt x="87" y="128"/>
                    <a:pt x="83" y="121"/>
                  </a:cubicBezTo>
                  <a:cubicBezTo>
                    <a:pt x="63" y="105"/>
                    <a:pt x="39" y="95"/>
                    <a:pt x="16" y="82"/>
                  </a:cubicBezTo>
                  <a:cubicBezTo>
                    <a:pt x="7" y="80"/>
                    <a:pt x="10" y="91"/>
                    <a:pt x="0" y="89"/>
                  </a:cubicBezTo>
                  <a:cubicBezTo>
                    <a:pt x="8" y="61"/>
                    <a:pt x="43" y="0"/>
                    <a:pt x="70" y="46"/>
                  </a:cubicBezTo>
                  <a:cubicBezTo>
                    <a:pt x="70" y="52"/>
                    <a:pt x="71" y="61"/>
                    <a:pt x="68" y="63"/>
                  </a:cubicBezTo>
                  <a:cubicBezTo>
                    <a:pt x="90" y="61"/>
                    <a:pt x="116" y="61"/>
                    <a:pt x="128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8" name="Freeform 23">
              <a:extLst>
                <a:ext uri="{FF2B5EF4-FFF2-40B4-BE49-F238E27FC236}">
                  <a16:creationId xmlns:a16="http://schemas.microsoft.com/office/drawing/2014/main" id="{CD3B8DEF-4639-A650-CB7B-03FC30DD7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7323" y="4993323"/>
              <a:ext cx="327025" cy="312738"/>
            </a:xfrm>
            <a:custGeom>
              <a:avLst/>
              <a:gdLst>
                <a:gd name="T0" fmla="*/ 103 w 126"/>
                <a:gd name="T1" fmla="*/ 40 h 121"/>
                <a:gd name="T2" fmla="*/ 126 w 126"/>
                <a:gd name="T3" fmla="*/ 58 h 121"/>
                <a:gd name="T4" fmla="*/ 71 w 126"/>
                <a:gd name="T5" fmla="*/ 121 h 121"/>
                <a:gd name="T6" fmla="*/ 74 w 126"/>
                <a:gd name="T7" fmla="*/ 107 h 121"/>
                <a:gd name="T8" fmla="*/ 16 w 126"/>
                <a:gd name="T9" fmla="*/ 55 h 121"/>
                <a:gd name="T10" fmla="*/ 0 w 126"/>
                <a:gd name="T11" fmla="*/ 60 h 121"/>
                <a:gd name="T12" fmla="*/ 46 w 126"/>
                <a:gd name="T13" fmla="*/ 0 h 121"/>
                <a:gd name="T14" fmla="*/ 63 w 126"/>
                <a:gd name="T15" fmla="*/ 15 h 121"/>
                <a:gd name="T16" fmla="*/ 43 w 126"/>
                <a:gd name="T17" fmla="*/ 17 h 121"/>
                <a:gd name="T18" fmla="*/ 22 w 126"/>
                <a:gd name="T19" fmla="*/ 39 h 121"/>
                <a:gd name="T20" fmla="*/ 50 w 126"/>
                <a:gd name="T21" fmla="*/ 64 h 121"/>
                <a:gd name="T22" fmla="*/ 57 w 126"/>
                <a:gd name="T23" fmla="*/ 31 h 121"/>
                <a:gd name="T24" fmla="*/ 90 w 126"/>
                <a:gd name="T25" fmla="*/ 55 h 121"/>
                <a:gd name="T26" fmla="*/ 57 w 126"/>
                <a:gd name="T27" fmla="*/ 67 h 121"/>
                <a:gd name="T28" fmla="*/ 87 w 126"/>
                <a:gd name="T29" fmla="*/ 92 h 121"/>
                <a:gd name="T30" fmla="*/ 103 w 126"/>
                <a:gd name="T31" fmla="*/ 4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6" h="121">
                  <a:moveTo>
                    <a:pt x="103" y="40"/>
                  </a:moveTo>
                  <a:cubicBezTo>
                    <a:pt x="111" y="39"/>
                    <a:pt x="116" y="55"/>
                    <a:pt x="126" y="58"/>
                  </a:cubicBezTo>
                  <a:cubicBezTo>
                    <a:pt x="107" y="78"/>
                    <a:pt x="92" y="110"/>
                    <a:pt x="71" y="121"/>
                  </a:cubicBezTo>
                  <a:cubicBezTo>
                    <a:pt x="71" y="115"/>
                    <a:pt x="78" y="111"/>
                    <a:pt x="74" y="107"/>
                  </a:cubicBezTo>
                  <a:cubicBezTo>
                    <a:pt x="57" y="87"/>
                    <a:pt x="35" y="72"/>
                    <a:pt x="16" y="55"/>
                  </a:cubicBezTo>
                  <a:cubicBezTo>
                    <a:pt x="8" y="54"/>
                    <a:pt x="6" y="66"/>
                    <a:pt x="0" y="60"/>
                  </a:cubicBezTo>
                  <a:cubicBezTo>
                    <a:pt x="13" y="38"/>
                    <a:pt x="33" y="21"/>
                    <a:pt x="46" y="0"/>
                  </a:cubicBezTo>
                  <a:cubicBezTo>
                    <a:pt x="52" y="4"/>
                    <a:pt x="63" y="11"/>
                    <a:pt x="63" y="15"/>
                  </a:cubicBezTo>
                  <a:cubicBezTo>
                    <a:pt x="62" y="24"/>
                    <a:pt x="51" y="14"/>
                    <a:pt x="43" y="17"/>
                  </a:cubicBezTo>
                  <a:cubicBezTo>
                    <a:pt x="41" y="20"/>
                    <a:pt x="22" y="34"/>
                    <a:pt x="22" y="39"/>
                  </a:cubicBezTo>
                  <a:cubicBezTo>
                    <a:pt x="23" y="49"/>
                    <a:pt x="44" y="54"/>
                    <a:pt x="50" y="64"/>
                  </a:cubicBezTo>
                  <a:cubicBezTo>
                    <a:pt x="63" y="60"/>
                    <a:pt x="65" y="41"/>
                    <a:pt x="57" y="31"/>
                  </a:cubicBezTo>
                  <a:cubicBezTo>
                    <a:pt x="68" y="31"/>
                    <a:pt x="78" y="49"/>
                    <a:pt x="90" y="55"/>
                  </a:cubicBezTo>
                  <a:cubicBezTo>
                    <a:pt x="81" y="58"/>
                    <a:pt x="61" y="52"/>
                    <a:pt x="57" y="67"/>
                  </a:cubicBezTo>
                  <a:cubicBezTo>
                    <a:pt x="66" y="76"/>
                    <a:pt x="74" y="93"/>
                    <a:pt x="87" y="92"/>
                  </a:cubicBezTo>
                  <a:cubicBezTo>
                    <a:pt x="105" y="92"/>
                    <a:pt x="116" y="60"/>
                    <a:pt x="103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9" name="Freeform 24">
              <a:extLst>
                <a:ext uri="{FF2B5EF4-FFF2-40B4-BE49-F238E27FC236}">
                  <a16:creationId xmlns:a16="http://schemas.microsoft.com/office/drawing/2014/main" id="{523FE168-E3E4-0675-00A8-1C6BF4B273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1535" y="3228023"/>
              <a:ext cx="2111375" cy="2195513"/>
            </a:xfrm>
            <a:custGeom>
              <a:avLst/>
              <a:gdLst>
                <a:gd name="T0" fmla="*/ 316 w 813"/>
                <a:gd name="T1" fmla="*/ 720 h 846"/>
                <a:gd name="T2" fmla="*/ 313 w 813"/>
                <a:gd name="T3" fmla="*/ 652 h 846"/>
                <a:gd name="T4" fmla="*/ 294 w 813"/>
                <a:gd name="T5" fmla="*/ 673 h 846"/>
                <a:gd name="T6" fmla="*/ 309 w 813"/>
                <a:gd name="T7" fmla="*/ 671 h 846"/>
                <a:gd name="T8" fmla="*/ 313 w 813"/>
                <a:gd name="T9" fmla="*/ 720 h 846"/>
                <a:gd name="T10" fmla="*/ 316 w 813"/>
                <a:gd name="T11" fmla="*/ 720 h 846"/>
                <a:gd name="T12" fmla="*/ 377 w 813"/>
                <a:gd name="T13" fmla="*/ 720 h 846"/>
                <a:gd name="T14" fmla="*/ 391 w 813"/>
                <a:gd name="T15" fmla="*/ 671 h 846"/>
                <a:gd name="T16" fmla="*/ 349 w 813"/>
                <a:gd name="T17" fmla="*/ 667 h 846"/>
                <a:gd name="T18" fmla="*/ 384 w 813"/>
                <a:gd name="T19" fmla="*/ 692 h 846"/>
                <a:gd name="T20" fmla="*/ 366 w 813"/>
                <a:gd name="T21" fmla="*/ 715 h 846"/>
                <a:gd name="T22" fmla="*/ 353 w 813"/>
                <a:gd name="T23" fmla="*/ 704 h 846"/>
                <a:gd name="T24" fmla="*/ 377 w 813"/>
                <a:gd name="T25" fmla="*/ 720 h 846"/>
                <a:gd name="T26" fmla="*/ 417 w 813"/>
                <a:gd name="T27" fmla="*/ 716 h 846"/>
                <a:gd name="T28" fmla="*/ 419 w 813"/>
                <a:gd name="T29" fmla="*/ 656 h 846"/>
                <a:gd name="T30" fmla="*/ 417 w 813"/>
                <a:gd name="T31" fmla="*/ 716 h 846"/>
                <a:gd name="T32" fmla="*/ 481 w 813"/>
                <a:gd name="T33" fmla="*/ 714 h 846"/>
                <a:gd name="T34" fmla="*/ 514 w 813"/>
                <a:gd name="T35" fmla="*/ 668 h 846"/>
                <a:gd name="T36" fmla="*/ 475 w 813"/>
                <a:gd name="T37" fmla="*/ 672 h 846"/>
                <a:gd name="T38" fmla="*/ 490 w 813"/>
                <a:gd name="T39" fmla="*/ 659 h 846"/>
                <a:gd name="T40" fmla="*/ 506 w 813"/>
                <a:gd name="T41" fmla="*/ 668 h 846"/>
                <a:gd name="T42" fmla="*/ 470 w 813"/>
                <a:gd name="T43" fmla="*/ 720 h 846"/>
                <a:gd name="T44" fmla="*/ 514 w 813"/>
                <a:gd name="T45" fmla="*/ 715 h 846"/>
                <a:gd name="T46" fmla="*/ 481 w 813"/>
                <a:gd name="T47" fmla="*/ 714 h 846"/>
                <a:gd name="T48" fmla="*/ 415 w 813"/>
                <a:gd name="T49" fmla="*/ 465 h 846"/>
                <a:gd name="T50" fmla="*/ 628 w 813"/>
                <a:gd name="T51" fmla="*/ 461 h 846"/>
                <a:gd name="T52" fmla="*/ 478 w 813"/>
                <a:gd name="T53" fmla="*/ 353 h 846"/>
                <a:gd name="T54" fmla="*/ 545 w 813"/>
                <a:gd name="T55" fmla="*/ 362 h 846"/>
                <a:gd name="T56" fmla="*/ 441 w 813"/>
                <a:gd name="T57" fmla="*/ 229 h 846"/>
                <a:gd name="T58" fmla="*/ 483 w 813"/>
                <a:gd name="T59" fmla="*/ 237 h 846"/>
                <a:gd name="T60" fmla="*/ 441 w 813"/>
                <a:gd name="T61" fmla="*/ 162 h 846"/>
                <a:gd name="T62" fmla="*/ 408 w 813"/>
                <a:gd name="T63" fmla="*/ 80 h 846"/>
                <a:gd name="T64" fmla="*/ 346 w 813"/>
                <a:gd name="T65" fmla="*/ 220 h 846"/>
                <a:gd name="T66" fmla="*/ 340 w 813"/>
                <a:gd name="T67" fmla="*/ 237 h 846"/>
                <a:gd name="T68" fmla="*/ 381 w 813"/>
                <a:gd name="T69" fmla="*/ 229 h 846"/>
                <a:gd name="T70" fmla="*/ 275 w 813"/>
                <a:gd name="T71" fmla="*/ 360 h 846"/>
                <a:gd name="T72" fmla="*/ 344 w 813"/>
                <a:gd name="T73" fmla="*/ 353 h 846"/>
                <a:gd name="T74" fmla="*/ 344 w 813"/>
                <a:gd name="T75" fmla="*/ 355 h 846"/>
                <a:gd name="T76" fmla="*/ 342 w 813"/>
                <a:gd name="T77" fmla="*/ 357 h 846"/>
                <a:gd name="T78" fmla="*/ 211 w 813"/>
                <a:gd name="T79" fmla="*/ 446 h 846"/>
                <a:gd name="T80" fmla="*/ 192 w 813"/>
                <a:gd name="T81" fmla="*/ 461 h 846"/>
                <a:gd name="T82" fmla="*/ 415 w 813"/>
                <a:gd name="T83" fmla="*/ 465 h 846"/>
                <a:gd name="T84" fmla="*/ 450 w 813"/>
                <a:gd name="T85" fmla="*/ 532 h 846"/>
                <a:gd name="T86" fmla="*/ 677 w 813"/>
                <a:gd name="T87" fmla="*/ 532 h 846"/>
                <a:gd name="T88" fmla="*/ 649 w 813"/>
                <a:gd name="T89" fmla="*/ 492 h 846"/>
                <a:gd name="T90" fmla="*/ 413 w 813"/>
                <a:gd name="T91" fmla="*/ 482 h 846"/>
                <a:gd name="T92" fmla="*/ 217 w 813"/>
                <a:gd name="T93" fmla="*/ 489 h 846"/>
                <a:gd name="T94" fmla="*/ 172 w 813"/>
                <a:gd name="T95" fmla="*/ 495 h 846"/>
                <a:gd name="T96" fmla="*/ 145 w 813"/>
                <a:gd name="T97" fmla="*/ 532 h 846"/>
                <a:gd name="T98" fmla="*/ 377 w 813"/>
                <a:gd name="T99" fmla="*/ 532 h 846"/>
                <a:gd name="T100" fmla="*/ 375 w 813"/>
                <a:gd name="T101" fmla="*/ 551 h 846"/>
                <a:gd name="T102" fmla="*/ 450 w 813"/>
                <a:gd name="T103" fmla="*/ 551 h 846"/>
                <a:gd name="T104" fmla="*/ 450 w 813"/>
                <a:gd name="T105" fmla="*/ 532 h 846"/>
                <a:gd name="T106" fmla="*/ 794 w 813"/>
                <a:gd name="T107" fmla="*/ 0 h 846"/>
                <a:gd name="T108" fmla="*/ 749 w 813"/>
                <a:gd name="T109" fmla="*/ 575 h 846"/>
                <a:gd name="T110" fmla="*/ 408 w 813"/>
                <a:gd name="T111" fmla="*/ 846 h 846"/>
                <a:gd name="T112" fmla="*/ 66 w 813"/>
                <a:gd name="T113" fmla="*/ 579 h 846"/>
                <a:gd name="T114" fmla="*/ 18 w 813"/>
                <a:gd name="T115" fmla="*/ 5 h 846"/>
                <a:gd name="T116" fmla="*/ 22 w 813"/>
                <a:gd name="T117" fmla="*/ 0 h 846"/>
                <a:gd name="T118" fmla="*/ 794 w 813"/>
                <a:gd name="T119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13" h="846">
                  <a:moveTo>
                    <a:pt x="316" y="720"/>
                  </a:moveTo>
                  <a:cubicBezTo>
                    <a:pt x="318" y="703"/>
                    <a:pt x="324" y="665"/>
                    <a:pt x="313" y="652"/>
                  </a:cubicBezTo>
                  <a:cubicBezTo>
                    <a:pt x="310" y="663"/>
                    <a:pt x="297" y="662"/>
                    <a:pt x="294" y="673"/>
                  </a:cubicBezTo>
                  <a:cubicBezTo>
                    <a:pt x="299" y="681"/>
                    <a:pt x="307" y="666"/>
                    <a:pt x="309" y="671"/>
                  </a:cubicBezTo>
                  <a:cubicBezTo>
                    <a:pt x="311" y="686"/>
                    <a:pt x="305" y="711"/>
                    <a:pt x="313" y="720"/>
                  </a:cubicBezTo>
                  <a:cubicBezTo>
                    <a:pt x="314" y="720"/>
                    <a:pt x="315" y="720"/>
                    <a:pt x="316" y="720"/>
                  </a:cubicBezTo>
                  <a:close/>
                  <a:moveTo>
                    <a:pt x="377" y="720"/>
                  </a:moveTo>
                  <a:cubicBezTo>
                    <a:pt x="392" y="716"/>
                    <a:pt x="395" y="684"/>
                    <a:pt x="391" y="671"/>
                  </a:cubicBezTo>
                  <a:cubicBezTo>
                    <a:pt x="385" y="644"/>
                    <a:pt x="353" y="653"/>
                    <a:pt x="349" y="667"/>
                  </a:cubicBezTo>
                  <a:cubicBezTo>
                    <a:pt x="340" y="705"/>
                    <a:pt x="376" y="699"/>
                    <a:pt x="384" y="692"/>
                  </a:cubicBezTo>
                  <a:cubicBezTo>
                    <a:pt x="382" y="704"/>
                    <a:pt x="380" y="715"/>
                    <a:pt x="366" y="715"/>
                  </a:cubicBezTo>
                  <a:cubicBezTo>
                    <a:pt x="358" y="716"/>
                    <a:pt x="362" y="704"/>
                    <a:pt x="353" y="704"/>
                  </a:cubicBezTo>
                  <a:cubicBezTo>
                    <a:pt x="349" y="720"/>
                    <a:pt x="364" y="724"/>
                    <a:pt x="377" y="720"/>
                  </a:cubicBezTo>
                  <a:close/>
                  <a:moveTo>
                    <a:pt x="417" y="716"/>
                  </a:moveTo>
                  <a:cubicBezTo>
                    <a:pt x="454" y="753"/>
                    <a:pt x="475" y="629"/>
                    <a:pt x="419" y="656"/>
                  </a:cubicBezTo>
                  <a:cubicBezTo>
                    <a:pt x="409" y="668"/>
                    <a:pt x="404" y="705"/>
                    <a:pt x="417" y="716"/>
                  </a:cubicBezTo>
                  <a:close/>
                  <a:moveTo>
                    <a:pt x="481" y="714"/>
                  </a:moveTo>
                  <a:cubicBezTo>
                    <a:pt x="489" y="696"/>
                    <a:pt x="517" y="692"/>
                    <a:pt x="514" y="668"/>
                  </a:cubicBezTo>
                  <a:cubicBezTo>
                    <a:pt x="511" y="646"/>
                    <a:pt x="469" y="648"/>
                    <a:pt x="475" y="672"/>
                  </a:cubicBezTo>
                  <a:cubicBezTo>
                    <a:pt x="485" y="671"/>
                    <a:pt x="481" y="661"/>
                    <a:pt x="490" y="659"/>
                  </a:cubicBezTo>
                  <a:cubicBezTo>
                    <a:pt x="497" y="658"/>
                    <a:pt x="503" y="661"/>
                    <a:pt x="506" y="668"/>
                  </a:cubicBezTo>
                  <a:cubicBezTo>
                    <a:pt x="511" y="690"/>
                    <a:pt x="468" y="699"/>
                    <a:pt x="470" y="720"/>
                  </a:cubicBezTo>
                  <a:cubicBezTo>
                    <a:pt x="484" y="718"/>
                    <a:pt x="509" y="727"/>
                    <a:pt x="514" y="715"/>
                  </a:cubicBezTo>
                  <a:cubicBezTo>
                    <a:pt x="506" y="711"/>
                    <a:pt x="491" y="714"/>
                    <a:pt x="481" y="714"/>
                  </a:cubicBezTo>
                  <a:close/>
                  <a:moveTo>
                    <a:pt x="415" y="465"/>
                  </a:moveTo>
                  <a:cubicBezTo>
                    <a:pt x="469" y="406"/>
                    <a:pt x="550" y="477"/>
                    <a:pt x="628" y="461"/>
                  </a:cubicBezTo>
                  <a:cubicBezTo>
                    <a:pt x="577" y="425"/>
                    <a:pt x="517" y="400"/>
                    <a:pt x="478" y="353"/>
                  </a:cubicBezTo>
                  <a:cubicBezTo>
                    <a:pt x="496" y="360"/>
                    <a:pt x="518" y="363"/>
                    <a:pt x="545" y="362"/>
                  </a:cubicBezTo>
                  <a:cubicBezTo>
                    <a:pt x="511" y="318"/>
                    <a:pt x="456" y="287"/>
                    <a:pt x="441" y="229"/>
                  </a:cubicBezTo>
                  <a:cubicBezTo>
                    <a:pt x="454" y="233"/>
                    <a:pt x="465" y="237"/>
                    <a:pt x="483" y="237"/>
                  </a:cubicBezTo>
                  <a:cubicBezTo>
                    <a:pt x="468" y="213"/>
                    <a:pt x="453" y="189"/>
                    <a:pt x="441" y="162"/>
                  </a:cubicBezTo>
                  <a:cubicBezTo>
                    <a:pt x="429" y="137"/>
                    <a:pt x="420" y="108"/>
                    <a:pt x="408" y="80"/>
                  </a:cubicBezTo>
                  <a:cubicBezTo>
                    <a:pt x="397" y="134"/>
                    <a:pt x="370" y="184"/>
                    <a:pt x="346" y="220"/>
                  </a:cubicBezTo>
                  <a:cubicBezTo>
                    <a:pt x="343" y="225"/>
                    <a:pt x="337" y="231"/>
                    <a:pt x="340" y="237"/>
                  </a:cubicBezTo>
                  <a:cubicBezTo>
                    <a:pt x="357" y="237"/>
                    <a:pt x="368" y="233"/>
                    <a:pt x="381" y="229"/>
                  </a:cubicBezTo>
                  <a:cubicBezTo>
                    <a:pt x="359" y="287"/>
                    <a:pt x="313" y="319"/>
                    <a:pt x="275" y="360"/>
                  </a:cubicBezTo>
                  <a:cubicBezTo>
                    <a:pt x="302" y="361"/>
                    <a:pt x="325" y="360"/>
                    <a:pt x="344" y="353"/>
                  </a:cubicBezTo>
                  <a:cubicBezTo>
                    <a:pt x="344" y="355"/>
                    <a:pt x="344" y="355"/>
                    <a:pt x="344" y="355"/>
                  </a:cubicBezTo>
                  <a:cubicBezTo>
                    <a:pt x="343" y="355"/>
                    <a:pt x="342" y="355"/>
                    <a:pt x="342" y="357"/>
                  </a:cubicBezTo>
                  <a:cubicBezTo>
                    <a:pt x="304" y="391"/>
                    <a:pt x="258" y="423"/>
                    <a:pt x="211" y="446"/>
                  </a:cubicBezTo>
                  <a:cubicBezTo>
                    <a:pt x="204" y="449"/>
                    <a:pt x="195" y="453"/>
                    <a:pt x="192" y="461"/>
                  </a:cubicBezTo>
                  <a:cubicBezTo>
                    <a:pt x="266" y="473"/>
                    <a:pt x="357" y="410"/>
                    <a:pt x="415" y="465"/>
                  </a:cubicBezTo>
                  <a:close/>
                  <a:moveTo>
                    <a:pt x="450" y="532"/>
                  </a:moveTo>
                  <a:cubicBezTo>
                    <a:pt x="525" y="532"/>
                    <a:pt x="601" y="532"/>
                    <a:pt x="677" y="532"/>
                  </a:cubicBezTo>
                  <a:cubicBezTo>
                    <a:pt x="670" y="517"/>
                    <a:pt x="659" y="505"/>
                    <a:pt x="649" y="492"/>
                  </a:cubicBezTo>
                  <a:cubicBezTo>
                    <a:pt x="572" y="496"/>
                    <a:pt x="480" y="424"/>
                    <a:pt x="413" y="482"/>
                  </a:cubicBezTo>
                  <a:cubicBezTo>
                    <a:pt x="357" y="433"/>
                    <a:pt x="277" y="479"/>
                    <a:pt x="217" y="489"/>
                  </a:cubicBezTo>
                  <a:cubicBezTo>
                    <a:pt x="201" y="492"/>
                    <a:pt x="183" y="490"/>
                    <a:pt x="172" y="495"/>
                  </a:cubicBezTo>
                  <a:cubicBezTo>
                    <a:pt x="159" y="500"/>
                    <a:pt x="151" y="523"/>
                    <a:pt x="145" y="532"/>
                  </a:cubicBezTo>
                  <a:cubicBezTo>
                    <a:pt x="222" y="532"/>
                    <a:pt x="299" y="532"/>
                    <a:pt x="377" y="532"/>
                  </a:cubicBezTo>
                  <a:cubicBezTo>
                    <a:pt x="377" y="539"/>
                    <a:pt x="374" y="542"/>
                    <a:pt x="375" y="551"/>
                  </a:cubicBezTo>
                  <a:cubicBezTo>
                    <a:pt x="401" y="551"/>
                    <a:pt x="425" y="551"/>
                    <a:pt x="450" y="551"/>
                  </a:cubicBezTo>
                  <a:cubicBezTo>
                    <a:pt x="451" y="544"/>
                    <a:pt x="445" y="537"/>
                    <a:pt x="450" y="532"/>
                  </a:cubicBezTo>
                  <a:close/>
                  <a:moveTo>
                    <a:pt x="794" y="0"/>
                  </a:moveTo>
                  <a:cubicBezTo>
                    <a:pt x="794" y="208"/>
                    <a:pt x="813" y="432"/>
                    <a:pt x="749" y="575"/>
                  </a:cubicBezTo>
                  <a:cubicBezTo>
                    <a:pt x="686" y="721"/>
                    <a:pt x="550" y="780"/>
                    <a:pt x="408" y="846"/>
                  </a:cubicBezTo>
                  <a:cubicBezTo>
                    <a:pt x="265" y="782"/>
                    <a:pt x="132" y="721"/>
                    <a:pt x="66" y="579"/>
                  </a:cubicBezTo>
                  <a:cubicBezTo>
                    <a:pt x="0" y="437"/>
                    <a:pt x="23" y="215"/>
                    <a:pt x="18" y="5"/>
                  </a:cubicBezTo>
                  <a:cubicBezTo>
                    <a:pt x="18" y="1"/>
                    <a:pt x="19" y="0"/>
                    <a:pt x="22" y="0"/>
                  </a:cubicBezTo>
                  <a:cubicBezTo>
                    <a:pt x="280" y="0"/>
                    <a:pt x="538" y="0"/>
                    <a:pt x="79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0" name="Freeform 25">
              <a:extLst>
                <a:ext uri="{FF2B5EF4-FFF2-40B4-BE49-F238E27FC236}">
                  <a16:creationId xmlns:a16="http://schemas.microsoft.com/office/drawing/2014/main" id="{1113EAA8-B1BC-54F6-3B24-E7F027ADC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3010" y="5166360"/>
              <a:ext cx="269875" cy="298450"/>
            </a:xfrm>
            <a:custGeom>
              <a:avLst/>
              <a:gdLst>
                <a:gd name="T0" fmla="*/ 74 w 104"/>
                <a:gd name="T1" fmla="*/ 15 h 115"/>
                <a:gd name="T2" fmla="*/ 96 w 104"/>
                <a:gd name="T3" fmla="*/ 115 h 115"/>
                <a:gd name="T4" fmla="*/ 17 w 104"/>
                <a:gd name="T5" fmla="*/ 64 h 115"/>
                <a:gd name="T6" fmla="*/ 0 w 104"/>
                <a:gd name="T7" fmla="*/ 67 h 115"/>
                <a:gd name="T8" fmla="*/ 25 w 104"/>
                <a:gd name="T9" fmla="*/ 50 h 115"/>
                <a:gd name="T10" fmla="*/ 84 w 104"/>
                <a:gd name="T11" fmla="*/ 88 h 115"/>
                <a:gd name="T12" fmla="*/ 66 w 104"/>
                <a:gd name="T13" fmla="*/ 21 h 115"/>
                <a:gd name="T14" fmla="*/ 50 w 104"/>
                <a:gd name="T15" fmla="*/ 28 h 115"/>
                <a:gd name="T16" fmla="*/ 75 w 104"/>
                <a:gd name="T17" fmla="*/ 0 h 115"/>
                <a:gd name="T18" fmla="*/ 74 w 104"/>
                <a:gd name="T19" fmla="*/ 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5">
                  <a:moveTo>
                    <a:pt x="74" y="15"/>
                  </a:moveTo>
                  <a:cubicBezTo>
                    <a:pt x="73" y="47"/>
                    <a:pt x="104" y="86"/>
                    <a:pt x="96" y="115"/>
                  </a:cubicBezTo>
                  <a:cubicBezTo>
                    <a:pt x="71" y="99"/>
                    <a:pt x="43" y="82"/>
                    <a:pt x="17" y="64"/>
                  </a:cubicBezTo>
                  <a:cubicBezTo>
                    <a:pt x="8" y="63"/>
                    <a:pt x="5" y="71"/>
                    <a:pt x="0" y="67"/>
                  </a:cubicBezTo>
                  <a:cubicBezTo>
                    <a:pt x="6" y="54"/>
                    <a:pt x="46" y="26"/>
                    <a:pt x="25" y="50"/>
                  </a:cubicBezTo>
                  <a:cubicBezTo>
                    <a:pt x="43" y="66"/>
                    <a:pt x="64" y="77"/>
                    <a:pt x="84" y="88"/>
                  </a:cubicBezTo>
                  <a:cubicBezTo>
                    <a:pt x="84" y="67"/>
                    <a:pt x="73" y="42"/>
                    <a:pt x="66" y="21"/>
                  </a:cubicBezTo>
                  <a:cubicBezTo>
                    <a:pt x="60" y="23"/>
                    <a:pt x="56" y="26"/>
                    <a:pt x="50" y="28"/>
                  </a:cubicBezTo>
                  <a:cubicBezTo>
                    <a:pt x="50" y="16"/>
                    <a:pt x="69" y="10"/>
                    <a:pt x="75" y="0"/>
                  </a:cubicBezTo>
                  <a:cubicBezTo>
                    <a:pt x="83" y="6"/>
                    <a:pt x="74" y="7"/>
                    <a:pt x="7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1" name="Freeform 26">
              <a:extLst>
                <a:ext uri="{FF2B5EF4-FFF2-40B4-BE49-F238E27FC236}">
                  <a16:creationId xmlns:a16="http://schemas.microsoft.com/office/drawing/2014/main" id="{CB2FACE7-4F4E-D7A0-4B14-BFB212822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010" y="5358448"/>
              <a:ext cx="204787" cy="273050"/>
            </a:xfrm>
            <a:custGeom>
              <a:avLst/>
              <a:gdLst>
                <a:gd name="T0" fmla="*/ 62 w 79"/>
                <a:gd name="T1" fmla="*/ 84 h 105"/>
                <a:gd name="T2" fmla="*/ 79 w 79"/>
                <a:gd name="T3" fmla="*/ 87 h 105"/>
                <a:gd name="T4" fmla="*/ 40 w 79"/>
                <a:gd name="T5" fmla="*/ 105 h 105"/>
                <a:gd name="T6" fmla="*/ 50 w 79"/>
                <a:gd name="T7" fmla="*/ 93 h 105"/>
                <a:gd name="T8" fmla="*/ 16 w 79"/>
                <a:gd name="T9" fmla="*/ 19 h 105"/>
                <a:gd name="T10" fmla="*/ 0 w 79"/>
                <a:gd name="T11" fmla="*/ 19 h 105"/>
                <a:gd name="T12" fmla="*/ 40 w 79"/>
                <a:gd name="T13" fmla="*/ 0 h 105"/>
                <a:gd name="T14" fmla="*/ 29 w 79"/>
                <a:gd name="T15" fmla="*/ 12 h 105"/>
                <a:gd name="T16" fmla="*/ 62 w 79"/>
                <a:gd name="T17" fmla="*/ 8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105">
                  <a:moveTo>
                    <a:pt x="62" y="84"/>
                  </a:moveTo>
                  <a:cubicBezTo>
                    <a:pt x="68" y="89"/>
                    <a:pt x="76" y="81"/>
                    <a:pt x="79" y="87"/>
                  </a:cubicBezTo>
                  <a:cubicBezTo>
                    <a:pt x="71" y="95"/>
                    <a:pt x="52" y="104"/>
                    <a:pt x="40" y="105"/>
                  </a:cubicBezTo>
                  <a:cubicBezTo>
                    <a:pt x="40" y="98"/>
                    <a:pt x="50" y="100"/>
                    <a:pt x="50" y="93"/>
                  </a:cubicBezTo>
                  <a:cubicBezTo>
                    <a:pt x="40" y="68"/>
                    <a:pt x="28" y="43"/>
                    <a:pt x="16" y="19"/>
                  </a:cubicBezTo>
                  <a:cubicBezTo>
                    <a:pt x="10" y="17"/>
                    <a:pt x="3" y="25"/>
                    <a:pt x="0" y="19"/>
                  </a:cubicBezTo>
                  <a:cubicBezTo>
                    <a:pt x="10" y="11"/>
                    <a:pt x="28" y="0"/>
                    <a:pt x="40" y="0"/>
                  </a:cubicBezTo>
                  <a:cubicBezTo>
                    <a:pt x="38" y="6"/>
                    <a:pt x="32" y="7"/>
                    <a:pt x="29" y="12"/>
                  </a:cubicBezTo>
                  <a:cubicBezTo>
                    <a:pt x="40" y="36"/>
                    <a:pt x="52" y="60"/>
                    <a:pt x="6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2" name="Freeform 27">
              <a:extLst>
                <a:ext uri="{FF2B5EF4-FFF2-40B4-BE49-F238E27FC236}">
                  <a16:creationId xmlns:a16="http://schemas.microsoft.com/office/drawing/2014/main" id="{8847B595-3F71-C621-588D-223F76363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148" y="5423535"/>
              <a:ext cx="314325" cy="342900"/>
            </a:xfrm>
            <a:custGeom>
              <a:avLst/>
              <a:gdLst>
                <a:gd name="T0" fmla="*/ 121 w 121"/>
                <a:gd name="T1" fmla="*/ 98 h 132"/>
                <a:gd name="T2" fmla="*/ 78 w 121"/>
                <a:gd name="T3" fmla="*/ 79 h 132"/>
                <a:gd name="T4" fmla="*/ 33 w 121"/>
                <a:gd name="T5" fmla="*/ 54 h 132"/>
                <a:gd name="T6" fmla="*/ 59 w 121"/>
                <a:gd name="T7" fmla="*/ 115 h 132"/>
                <a:gd name="T8" fmla="*/ 78 w 121"/>
                <a:gd name="T9" fmla="*/ 116 h 132"/>
                <a:gd name="T10" fmla="*/ 39 w 121"/>
                <a:gd name="T11" fmla="*/ 132 h 132"/>
                <a:gd name="T12" fmla="*/ 48 w 121"/>
                <a:gd name="T13" fmla="*/ 118 h 132"/>
                <a:gd name="T14" fmla="*/ 17 w 121"/>
                <a:gd name="T15" fmla="*/ 46 h 132"/>
                <a:gd name="T16" fmla="*/ 1 w 121"/>
                <a:gd name="T17" fmla="*/ 46 h 132"/>
                <a:gd name="T18" fmla="*/ 25 w 121"/>
                <a:gd name="T19" fmla="*/ 32 h 132"/>
                <a:gd name="T20" fmla="*/ 102 w 121"/>
                <a:gd name="T21" fmla="*/ 77 h 132"/>
                <a:gd name="T22" fmla="*/ 78 w 121"/>
                <a:gd name="T23" fmla="*/ 20 h 132"/>
                <a:gd name="T24" fmla="*/ 60 w 121"/>
                <a:gd name="T25" fmla="*/ 20 h 132"/>
                <a:gd name="T26" fmla="*/ 95 w 121"/>
                <a:gd name="T27" fmla="*/ 0 h 132"/>
                <a:gd name="T28" fmla="*/ 88 w 121"/>
                <a:gd name="T29" fmla="*/ 16 h 132"/>
                <a:gd name="T30" fmla="*/ 121 w 121"/>
                <a:gd name="T31" fmla="*/ 9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1" h="132">
                  <a:moveTo>
                    <a:pt x="121" y="98"/>
                  </a:moveTo>
                  <a:cubicBezTo>
                    <a:pt x="105" y="103"/>
                    <a:pt x="92" y="87"/>
                    <a:pt x="78" y="79"/>
                  </a:cubicBezTo>
                  <a:cubicBezTo>
                    <a:pt x="62" y="70"/>
                    <a:pt x="47" y="62"/>
                    <a:pt x="33" y="54"/>
                  </a:cubicBezTo>
                  <a:cubicBezTo>
                    <a:pt x="39" y="77"/>
                    <a:pt x="48" y="96"/>
                    <a:pt x="59" y="115"/>
                  </a:cubicBezTo>
                  <a:cubicBezTo>
                    <a:pt x="65" y="116"/>
                    <a:pt x="73" y="113"/>
                    <a:pt x="78" y="116"/>
                  </a:cubicBezTo>
                  <a:cubicBezTo>
                    <a:pt x="67" y="124"/>
                    <a:pt x="50" y="132"/>
                    <a:pt x="39" y="132"/>
                  </a:cubicBezTo>
                  <a:cubicBezTo>
                    <a:pt x="39" y="126"/>
                    <a:pt x="48" y="126"/>
                    <a:pt x="48" y="118"/>
                  </a:cubicBezTo>
                  <a:cubicBezTo>
                    <a:pt x="51" y="98"/>
                    <a:pt x="23" y="63"/>
                    <a:pt x="17" y="46"/>
                  </a:cubicBezTo>
                  <a:cubicBezTo>
                    <a:pt x="11" y="44"/>
                    <a:pt x="5" y="51"/>
                    <a:pt x="1" y="46"/>
                  </a:cubicBezTo>
                  <a:cubicBezTo>
                    <a:pt x="0" y="39"/>
                    <a:pt x="18" y="37"/>
                    <a:pt x="25" y="32"/>
                  </a:cubicBezTo>
                  <a:cubicBezTo>
                    <a:pt x="51" y="45"/>
                    <a:pt x="75" y="63"/>
                    <a:pt x="102" y="77"/>
                  </a:cubicBezTo>
                  <a:cubicBezTo>
                    <a:pt x="97" y="55"/>
                    <a:pt x="87" y="37"/>
                    <a:pt x="78" y="20"/>
                  </a:cubicBezTo>
                  <a:cubicBezTo>
                    <a:pt x="70" y="17"/>
                    <a:pt x="65" y="24"/>
                    <a:pt x="60" y="20"/>
                  </a:cubicBezTo>
                  <a:cubicBezTo>
                    <a:pt x="67" y="8"/>
                    <a:pt x="86" y="8"/>
                    <a:pt x="95" y="0"/>
                  </a:cubicBezTo>
                  <a:cubicBezTo>
                    <a:pt x="104" y="7"/>
                    <a:pt x="88" y="7"/>
                    <a:pt x="88" y="16"/>
                  </a:cubicBezTo>
                  <a:cubicBezTo>
                    <a:pt x="97" y="46"/>
                    <a:pt x="110" y="72"/>
                    <a:pt x="121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3" name="Freeform 28">
              <a:extLst>
                <a:ext uri="{FF2B5EF4-FFF2-40B4-BE49-F238E27FC236}">
                  <a16:creationId xmlns:a16="http://schemas.microsoft.com/office/drawing/2014/main" id="{D6CC2DCF-188B-BCF2-0A9D-2DDD3BC63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198" y="2524760"/>
              <a:ext cx="238125" cy="295275"/>
            </a:xfrm>
            <a:custGeom>
              <a:avLst/>
              <a:gdLst>
                <a:gd name="T0" fmla="*/ 74 w 92"/>
                <a:gd name="T1" fmla="*/ 19 h 114"/>
                <a:gd name="T2" fmla="*/ 71 w 92"/>
                <a:gd name="T3" fmla="*/ 114 h 114"/>
                <a:gd name="T4" fmla="*/ 65 w 92"/>
                <a:gd name="T5" fmla="*/ 100 h 114"/>
                <a:gd name="T6" fmla="*/ 3 w 92"/>
                <a:gd name="T7" fmla="*/ 79 h 114"/>
                <a:gd name="T8" fmla="*/ 69 w 92"/>
                <a:gd name="T9" fmla="*/ 83 h 114"/>
                <a:gd name="T10" fmla="*/ 51 w 92"/>
                <a:gd name="T11" fmla="*/ 66 h 114"/>
                <a:gd name="T12" fmla="*/ 2 w 92"/>
                <a:gd name="T13" fmla="*/ 52 h 114"/>
                <a:gd name="T14" fmla="*/ 69 w 92"/>
                <a:gd name="T15" fmla="*/ 54 h 114"/>
                <a:gd name="T16" fmla="*/ 2 w 92"/>
                <a:gd name="T17" fmla="*/ 24 h 114"/>
                <a:gd name="T18" fmla="*/ 62 w 92"/>
                <a:gd name="T19" fmla="*/ 23 h 114"/>
                <a:gd name="T20" fmla="*/ 74 w 92"/>
                <a:gd name="T21" fmla="*/ 1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4">
                  <a:moveTo>
                    <a:pt x="74" y="19"/>
                  </a:moveTo>
                  <a:cubicBezTo>
                    <a:pt x="88" y="36"/>
                    <a:pt x="92" y="103"/>
                    <a:pt x="71" y="114"/>
                  </a:cubicBezTo>
                  <a:cubicBezTo>
                    <a:pt x="63" y="114"/>
                    <a:pt x="64" y="107"/>
                    <a:pt x="65" y="100"/>
                  </a:cubicBezTo>
                  <a:cubicBezTo>
                    <a:pt x="51" y="86"/>
                    <a:pt x="14" y="99"/>
                    <a:pt x="3" y="79"/>
                  </a:cubicBezTo>
                  <a:cubicBezTo>
                    <a:pt x="24" y="65"/>
                    <a:pt x="49" y="83"/>
                    <a:pt x="69" y="83"/>
                  </a:cubicBezTo>
                  <a:cubicBezTo>
                    <a:pt x="73" y="69"/>
                    <a:pt x="58" y="69"/>
                    <a:pt x="51" y="66"/>
                  </a:cubicBezTo>
                  <a:cubicBezTo>
                    <a:pt x="36" y="61"/>
                    <a:pt x="14" y="62"/>
                    <a:pt x="2" y="52"/>
                  </a:cubicBezTo>
                  <a:cubicBezTo>
                    <a:pt x="14" y="31"/>
                    <a:pt x="49" y="52"/>
                    <a:pt x="69" y="54"/>
                  </a:cubicBezTo>
                  <a:cubicBezTo>
                    <a:pt x="65" y="24"/>
                    <a:pt x="22" y="36"/>
                    <a:pt x="2" y="24"/>
                  </a:cubicBezTo>
                  <a:cubicBezTo>
                    <a:pt x="0" y="0"/>
                    <a:pt x="48" y="18"/>
                    <a:pt x="62" y="23"/>
                  </a:cubicBezTo>
                  <a:cubicBezTo>
                    <a:pt x="68" y="24"/>
                    <a:pt x="70" y="13"/>
                    <a:pt x="74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4" name="Freeform 29">
              <a:extLst>
                <a:ext uri="{FF2B5EF4-FFF2-40B4-BE49-F238E27FC236}">
                  <a16:creationId xmlns:a16="http://schemas.microsoft.com/office/drawing/2014/main" id="{EB752082-84C0-E697-7DD8-C16F744194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0185" y="2210435"/>
              <a:ext cx="796925" cy="906463"/>
            </a:xfrm>
            <a:custGeom>
              <a:avLst/>
              <a:gdLst>
                <a:gd name="T0" fmla="*/ 220 w 307"/>
                <a:gd name="T1" fmla="*/ 268 h 349"/>
                <a:gd name="T2" fmla="*/ 111 w 307"/>
                <a:gd name="T3" fmla="*/ 268 h 349"/>
                <a:gd name="T4" fmla="*/ 220 w 307"/>
                <a:gd name="T5" fmla="*/ 268 h 349"/>
                <a:gd name="T6" fmla="*/ 173 w 307"/>
                <a:gd name="T7" fmla="*/ 123 h 349"/>
                <a:gd name="T8" fmla="*/ 194 w 307"/>
                <a:gd name="T9" fmla="*/ 123 h 349"/>
                <a:gd name="T10" fmla="*/ 162 w 307"/>
                <a:gd name="T11" fmla="*/ 45 h 349"/>
                <a:gd name="T12" fmla="*/ 137 w 307"/>
                <a:gd name="T13" fmla="*/ 123 h 349"/>
                <a:gd name="T14" fmla="*/ 156 w 307"/>
                <a:gd name="T15" fmla="*/ 123 h 349"/>
                <a:gd name="T16" fmla="*/ 168 w 307"/>
                <a:gd name="T17" fmla="*/ 105 h 349"/>
                <a:gd name="T18" fmla="*/ 173 w 307"/>
                <a:gd name="T19" fmla="*/ 123 h 349"/>
                <a:gd name="T20" fmla="*/ 253 w 307"/>
                <a:gd name="T21" fmla="*/ 300 h 349"/>
                <a:gd name="T22" fmla="*/ 286 w 307"/>
                <a:gd name="T23" fmla="*/ 257 h 349"/>
                <a:gd name="T24" fmla="*/ 45 w 307"/>
                <a:gd name="T25" fmla="*/ 259 h 349"/>
                <a:gd name="T26" fmla="*/ 79 w 307"/>
                <a:gd name="T27" fmla="*/ 300 h 349"/>
                <a:gd name="T28" fmla="*/ 109 w 307"/>
                <a:gd name="T29" fmla="*/ 294 h 349"/>
                <a:gd name="T30" fmla="*/ 83 w 307"/>
                <a:gd name="T31" fmla="*/ 264 h 349"/>
                <a:gd name="T32" fmla="*/ 178 w 307"/>
                <a:gd name="T33" fmla="*/ 244 h 349"/>
                <a:gd name="T34" fmla="*/ 248 w 307"/>
                <a:gd name="T35" fmla="*/ 266 h 349"/>
                <a:gd name="T36" fmla="*/ 222 w 307"/>
                <a:gd name="T37" fmla="*/ 291 h 349"/>
                <a:gd name="T38" fmla="*/ 253 w 307"/>
                <a:gd name="T39" fmla="*/ 300 h 349"/>
                <a:gd name="T40" fmla="*/ 274 w 307"/>
                <a:gd name="T41" fmla="*/ 75 h 349"/>
                <a:gd name="T42" fmla="*/ 302 w 307"/>
                <a:gd name="T43" fmla="*/ 133 h 349"/>
                <a:gd name="T44" fmla="*/ 264 w 307"/>
                <a:gd name="T45" fmla="*/ 85 h 349"/>
                <a:gd name="T46" fmla="*/ 187 w 307"/>
                <a:gd name="T47" fmla="*/ 47 h 349"/>
                <a:gd name="T48" fmla="*/ 210 w 307"/>
                <a:gd name="T49" fmla="*/ 121 h 349"/>
                <a:gd name="T50" fmla="*/ 175 w 307"/>
                <a:gd name="T51" fmla="*/ 139 h 349"/>
                <a:gd name="T52" fmla="*/ 173 w 307"/>
                <a:gd name="T53" fmla="*/ 173 h 349"/>
                <a:gd name="T54" fmla="*/ 225 w 307"/>
                <a:gd name="T55" fmla="*/ 175 h 349"/>
                <a:gd name="T56" fmla="*/ 173 w 307"/>
                <a:gd name="T57" fmla="*/ 188 h 349"/>
                <a:gd name="T58" fmla="*/ 166 w 307"/>
                <a:gd name="T59" fmla="*/ 219 h 349"/>
                <a:gd name="T60" fmla="*/ 305 w 307"/>
                <a:gd name="T61" fmla="*/ 250 h 349"/>
                <a:gd name="T62" fmla="*/ 256 w 307"/>
                <a:gd name="T63" fmla="*/ 318 h 349"/>
                <a:gd name="T64" fmla="*/ 192 w 307"/>
                <a:gd name="T65" fmla="*/ 338 h 349"/>
                <a:gd name="T66" fmla="*/ 232 w 307"/>
                <a:gd name="T67" fmla="*/ 312 h 349"/>
                <a:gd name="T68" fmla="*/ 183 w 307"/>
                <a:gd name="T69" fmla="*/ 304 h 349"/>
                <a:gd name="T70" fmla="*/ 181 w 307"/>
                <a:gd name="T71" fmla="*/ 343 h 349"/>
                <a:gd name="T72" fmla="*/ 132 w 307"/>
                <a:gd name="T73" fmla="*/ 334 h 349"/>
                <a:gd name="T74" fmla="*/ 168 w 307"/>
                <a:gd name="T75" fmla="*/ 330 h 349"/>
                <a:gd name="T76" fmla="*/ 166 w 307"/>
                <a:gd name="T77" fmla="*/ 304 h 349"/>
                <a:gd name="T78" fmla="*/ 100 w 307"/>
                <a:gd name="T79" fmla="*/ 311 h 349"/>
                <a:gd name="T80" fmla="*/ 123 w 307"/>
                <a:gd name="T81" fmla="*/ 334 h 349"/>
                <a:gd name="T82" fmla="*/ 25 w 307"/>
                <a:gd name="T83" fmla="*/ 252 h 349"/>
                <a:gd name="T84" fmla="*/ 161 w 307"/>
                <a:gd name="T85" fmla="*/ 221 h 349"/>
                <a:gd name="T86" fmla="*/ 157 w 307"/>
                <a:gd name="T87" fmla="*/ 191 h 349"/>
                <a:gd name="T88" fmla="*/ 104 w 307"/>
                <a:gd name="T89" fmla="*/ 182 h 349"/>
                <a:gd name="T90" fmla="*/ 156 w 307"/>
                <a:gd name="T91" fmla="*/ 173 h 349"/>
                <a:gd name="T92" fmla="*/ 157 w 307"/>
                <a:gd name="T93" fmla="*/ 140 h 349"/>
                <a:gd name="T94" fmla="*/ 104 w 307"/>
                <a:gd name="T95" fmla="*/ 132 h 349"/>
                <a:gd name="T96" fmla="*/ 121 w 307"/>
                <a:gd name="T97" fmla="*/ 123 h 349"/>
                <a:gd name="T98" fmla="*/ 144 w 307"/>
                <a:gd name="T99" fmla="*/ 51 h 349"/>
                <a:gd name="T100" fmla="*/ 34 w 307"/>
                <a:gd name="T101" fmla="*/ 143 h 349"/>
                <a:gd name="T102" fmla="*/ 95 w 307"/>
                <a:gd name="T103" fmla="*/ 140 h 349"/>
                <a:gd name="T104" fmla="*/ 28 w 307"/>
                <a:gd name="T105" fmla="*/ 173 h 349"/>
                <a:gd name="T106" fmla="*/ 95 w 307"/>
                <a:gd name="T107" fmla="*/ 171 h 349"/>
                <a:gd name="T108" fmla="*/ 28 w 307"/>
                <a:gd name="T109" fmla="*/ 204 h 349"/>
                <a:gd name="T110" fmla="*/ 91 w 307"/>
                <a:gd name="T111" fmla="*/ 201 h 349"/>
                <a:gd name="T112" fmla="*/ 33 w 307"/>
                <a:gd name="T113" fmla="*/ 221 h 349"/>
                <a:gd name="T114" fmla="*/ 28 w 307"/>
                <a:gd name="T115" fmla="*/ 239 h 349"/>
                <a:gd name="T116" fmla="*/ 12 w 307"/>
                <a:gd name="T117" fmla="*/ 213 h 349"/>
                <a:gd name="T118" fmla="*/ 150 w 307"/>
                <a:gd name="T119" fmla="*/ 29 h 349"/>
                <a:gd name="T120" fmla="*/ 177 w 307"/>
                <a:gd name="T121" fmla="*/ 29 h 349"/>
                <a:gd name="T122" fmla="*/ 274 w 307"/>
                <a:gd name="T123" fmla="*/ 75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7" h="349">
                  <a:moveTo>
                    <a:pt x="220" y="268"/>
                  </a:moveTo>
                  <a:cubicBezTo>
                    <a:pt x="190" y="258"/>
                    <a:pt x="144" y="258"/>
                    <a:pt x="111" y="268"/>
                  </a:cubicBezTo>
                  <a:cubicBezTo>
                    <a:pt x="129" y="292"/>
                    <a:pt x="201" y="292"/>
                    <a:pt x="220" y="268"/>
                  </a:cubicBezTo>
                  <a:close/>
                  <a:moveTo>
                    <a:pt x="173" y="123"/>
                  </a:moveTo>
                  <a:cubicBezTo>
                    <a:pt x="181" y="123"/>
                    <a:pt x="187" y="123"/>
                    <a:pt x="194" y="123"/>
                  </a:cubicBezTo>
                  <a:cubicBezTo>
                    <a:pt x="184" y="96"/>
                    <a:pt x="181" y="64"/>
                    <a:pt x="162" y="45"/>
                  </a:cubicBezTo>
                  <a:cubicBezTo>
                    <a:pt x="154" y="71"/>
                    <a:pt x="143" y="95"/>
                    <a:pt x="137" y="123"/>
                  </a:cubicBezTo>
                  <a:cubicBezTo>
                    <a:pt x="143" y="123"/>
                    <a:pt x="149" y="123"/>
                    <a:pt x="156" y="123"/>
                  </a:cubicBezTo>
                  <a:cubicBezTo>
                    <a:pt x="156" y="113"/>
                    <a:pt x="159" y="106"/>
                    <a:pt x="168" y="105"/>
                  </a:cubicBezTo>
                  <a:cubicBezTo>
                    <a:pt x="173" y="107"/>
                    <a:pt x="173" y="114"/>
                    <a:pt x="173" y="123"/>
                  </a:cubicBezTo>
                  <a:close/>
                  <a:moveTo>
                    <a:pt x="253" y="300"/>
                  </a:moveTo>
                  <a:cubicBezTo>
                    <a:pt x="266" y="288"/>
                    <a:pt x="278" y="276"/>
                    <a:pt x="286" y="257"/>
                  </a:cubicBezTo>
                  <a:cubicBezTo>
                    <a:pt x="219" y="230"/>
                    <a:pt x="105" y="229"/>
                    <a:pt x="45" y="259"/>
                  </a:cubicBezTo>
                  <a:cubicBezTo>
                    <a:pt x="54" y="276"/>
                    <a:pt x="67" y="287"/>
                    <a:pt x="79" y="300"/>
                  </a:cubicBezTo>
                  <a:cubicBezTo>
                    <a:pt x="90" y="299"/>
                    <a:pt x="96" y="292"/>
                    <a:pt x="109" y="294"/>
                  </a:cubicBezTo>
                  <a:cubicBezTo>
                    <a:pt x="105" y="280"/>
                    <a:pt x="85" y="281"/>
                    <a:pt x="83" y="264"/>
                  </a:cubicBezTo>
                  <a:cubicBezTo>
                    <a:pt x="100" y="247"/>
                    <a:pt x="143" y="242"/>
                    <a:pt x="178" y="244"/>
                  </a:cubicBezTo>
                  <a:cubicBezTo>
                    <a:pt x="205" y="247"/>
                    <a:pt x="238" y="249"/>
                    <a:pt x="248" y="266"/>
                  </a:cubicBezTo>
                  <a:cubicBezTo>
                    <a:pt x="244" y="280"/>
                    <a:pt x="228" y="281"/>
                    <a:pt x="222" y="291"/>
                  </a:cubicBezTo>
                  <a:cubicBezTo>
                    <a:pt x="232" y="294"/>
                    <a:pt x="243" y="297"/>
                    <a:pt x="253" y="300"/>
                  </a:cubicBezTo>
                  <a:close/>
                  <a:moveTo>
                    <a:pt x="274" y="75"/>
                  </a:moveTo>
                  <a:cubicBezTo>
                    <a:pt x="287" y="88"/>
                    <a:pt x="307" y="110"/>
                    <a:pt x="302" y="133"/>
                  </a:cubicBezTo>
                  <a:cubicBezTo>
                    <a:pt x="283" y="125"/>
                    <a:pt x="278" y="100"/>
                    <a:pt x="264" y="85"/>
                  </a:cubicBezTo>
                  <a:cubicBezTo>
                    <a:pt x="244" y="64"/>
                    <a:pt x="217" y="57"/>
                    <a:pt x="187" y="47"/>
                  </a:cubicBezTo>
                  <a:cubicBezTo>
                    <a:pt x="192" y="75"/>
                    <a:pt x="204" y="94"/>
                    <a:pt x="210" y="121"/>
                  </a:cubicBezTo>
                  <a:cubicBezTo>
                    <a:pt x="252" y="134"/>
                    <a:pt x="201" y="145"/>
                    <a:pt x="175" y="139"/>
                  </a:cubicBezTo>
                  <a:cubicBezTo>
                    <a:pt x="171" y="147"/>
                    <a:pt x="175" y="162"/>
                    <a:pt x="173" y="173"/>
                  </a:cubicBezTo>
                  <a:cubicBezTo>
                    <a:pt x="187" y="177"/>
                    <a:pt x="210" y="168"/>
                    <a:pt x="225" y="175"/>
                  </a:cubicBezTo>
                  <a:cubicBezTo>
                    <a:pt x="225" y="202"/>
                    <a:pt x="197" y="185"/>
                    <a:pt x="173" y="188"/>
                  </a:cubicBezTo>
                  <a:cubicBezTo>
                    <a:pt x="173" y="202"/>
                    <a:pt x="175" y="215"/>
                    <a:pt x="166" y="219"/>
                  </a:cubicBezTo>
                  <a:cubicBezTo>
                    <a:pt x="220" y="223"/>
                    <a:pt x="271" y="226"/>
                    <a:pt x="305" y="250"/>
                  </a:cubicBezTo>
                  <a:cubicBezTo>
                    <a:pt x="297" y="277"/>
                    <a:pt x="278" y="302"/>
                    <a:pt x="256" y="318"/>
                  </a:cubicBezTo>
                  <a:cubicBezTo>
                    <a:pt x="239" y="330"/>
                    <a:pt x="215" y="342"/>
                    <a:pt x="192" y="338"/>
                  </a:cubicBezTo>
                  <a:cubicBezTo>
                    <a:pt x="192" y="315"/>
                    <a:pt x="222" y="325"/>
                    <a:pt x="232" y="312"/>
                  </a:cubicBezTo>
                  <a:cubicBezTo>
                    <a:pt x="220" y="305"/>
                    <a:pt x="201" y="305"/>
                    <a:pt x="183" y="304"/>
                  </a:cubicBezTo>
                  <a:cubicBezTo>
                    <a:pt x="182" y="311"/>
                    <a:pt x="187" y="335"/>
                    <a:pt x="181" y="343"/>
                  </a:cubicBezTo>
                  <a:cubicBezTo>
                    <a:pt x="166" y="349"/>
                    <a:pt x="129" y="347"/>
                    <a:pt x="132" y="334"/>
                  </a:cubicBezTo>
                  <a:cubicBezTo>
                    <a:pt x="134" y="323"/>
                    <a:pt x="154" y="330"/>
                    <a:pt x="168" y="330"/>
                  </a:cubicBezTo>
                  <a:cubicBezTo>
                    <a:pt x="168" y="321"/>
                    <a:pt x="168" y="311"/>
                    <a:pt x="166" y="304"/>
                  </a:cubicBezTo>
                  <a:cubicBezTo>
                    <a:pt x="140" y="302"/>
                    <a:pt x="120" y="306"/>
                    <a:pt x="100" y="311"/>
                  </a:cubicBezTo>
                  <a:cubicBezTo>
                    <a:pt x="105" y="321"/>
                    <a:pt x="129" y="318"/>
                    <a:pt x="123" y="334"/>
                  </a:cubicBezTo>
                  <a:cubicBezTo>
                    <a:pt x="76" y="330"/>
                    <a:pt x="44" y="294"/>
                    <a:pt x="25" y="252"/>
                  </a:cubicBezTo>
                  <a:cubicBezTo>
                    <a:pt x="57" y="228"/>
                    <a:pt x="109" y="224"/>
                    <a:pt x="161" y="221"/>
                  </a:cubicBezTo>
                  <a:cubicBezTo>
                    <a:pt x="161" y="216"/>
                    <a:pt x="155" y="204"/>
                    <a:pt x="157" y="191"/>
                  </a:cubicBezTo>
                  <a:cubicBezTo>
                    <a:pt x="142" y="182"/>
                    <a:pt x="111" y="200"/>
                    <a:pt x="104" y="182"/>
                  </a:cubicBezTo>
                  <a:cubicBezTo>
                    <a:pt x="109" y="164"/>
                    <a:pt x="139" y="178"/>
                    <a:pt x="156" y="173"/>
                  </a:cubicBezTo>
                  <a:cubicBezTo>
                    <a:pt x="160" y="166"/>
                    <a:pt x="156" y="151"/>
                    <a:pt x="157" y="140"/>
                  </a:cubicBezTo>
                  <a:cubicBezTo>
                    <a:pt x="138" y="133"/>
                    <a:pt x="113" y="151"/>
                    <a:pt x="104" y="132"/>
                  </a:cubicBezTo>
                  <a:cubicBezTo>
                    <a:pt x="105" y="124"/>
                    <a:pt x="112" y="123"/>
                    <a:pt x="121" y="123"/>
                  </a:cubicBezTo>
                  <a:cubicBezTo>
                    <a:pt x="124" y="95"/>
                    <a:pt x="137" y="76"/>
                    <a:pt x="144" y="51"/>
                  </a:cubicBezTo>
                  <a:cubicBezTo>
                    <a:pt x="88" y="54"/>
                    <a:pt x="52" y="94"/>
                    <a:pt x="34" y="143"/>
                  </a:cubicBezTo>
                  <a:cubicBezTo>
                    <a:pt x="52" y="142"/>
                    <a:pt x="83" y="124"/>
                    <a:pt x="95" y="140"/>
                  </a:cubicBezTo>
                  <a:cubicBezTo>
                    <a:pt x="83" y="162"/>
                    <a:pt x="34" y="142"/>
                    <a:pt x="28" y="173"/>
                  </a:cubicBezTo>
                  <a:cubicBezTo>
                    <a:pt x="41" y="177"/>
                    <a:pt x="79" y="152"/>
                    <a:pt x="95" y="171"/>
                  </a:cubicBezTo>
                  <a:cubicBezTo>
                    <a:pt x="83" y="192"/>
                    <a:pt x="30" y="172"/>
                    <a:pt x="28" y="204"/>
                  </a:cubicBezTo>
                  <a:cubicBezTo>
                    <a:pt x="43" y="206"/>
                    <a:pt x="76" y="183"/>
                    <a:pt x="91" y="201"/>
                  </a:cubicBezTo>
                  <a:cubicBezTo>
                    <a:pt x="84" y="220"/>
                    <a:pt x="45" y="207"/>
                    <a:pt x="33" y="221"/>
                  </a:cubicBezTo>
                  <a:cubicBezTo>
                    <a:pt x="30" y="225"/>
                    <a:pt x="35" y="238"/>
                    <a:pt x="28" y="239"/>
                  </a:cubicBezTo>
                  <a:cubicBezTo>
                    <a:pt x="16" y="237"/>
                    <a:pt x="13" y="223"/>
                    <a:pt x="12" y="213"/>
                  </a:cubicBezTo>
                  <a:cubicBezTo>
                    <a:pt x="0" y="105"/>
                    <a:pt x="69" y="44"/>
                    <a:pt x="150" y="29"/>
                  </a:cubicBezTo>
                  <a:cubicBezTo>
                    <a:pt x="155" y="9"/>
                    <a:pt x="176" y="0"/>
                    <a:pt x="177" y="29"/>
                  </a:cubicBezTo>
                  <a:cubicBezTo>
                    <a:pt x="214" y="35"/>
                    <a:pt x="250" y="51"/>
                    <a:pt x="274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5" name="Freeform 30">
              <a:extLst>
                <a:ext uri="{FF2B5EF4-FFF2-40B4-BE49-F238E27FC236}">
                  <a16:creationId xmlns:a16="http://schemas.microsoft.com/office/drawing/2014/main" id="{A579D0CD-B52B-5ECE-3128-0C4ECBF10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698" y="5542598"/>
              <a:ext cx="265112" cy="306388"/>
            </a:xfrm>
            <a:custGeom>
              <a:avLst/>
              <a:gdLst>
                <a:gd name="T0" fmla="*/ 100 w 102"/>
                <a:gd name="T1" fmla="*/ 5 h 118"/>
                <a:gd name="T2" fmla="*/ 89 w 102"/>
                <a:gd name="T3" fmla="*/ 13 h 118"/>
                <a:gd name="T4" fmla="*/ 86 w 102"/>
                <a:gd name="T5" fmla="*/ 83 h 118"/>
                <a:gd name="T6" fmla="*/ 21 w 102"/>
                <a:gd name="T7" fmla="*/ 99 h 118"/>
                <a:gd name="T8" fmla="*/ 12 w 102"/>
                <a:gd name="T9" fmla="*/ 16 h 118"/>
                <a:gd name="T10" fmla="*/ 0 w 102"/>
                <a:gd name="T11" fmla="*/ 8 h 118"/>
                <a:gd name="T12" fmla="*/ 42 w 102"/>
                <a:gd name="T13" fmla="*/ 5 h 118"/>
                <a:gd name="T14" fmla="*/ 30 w 102"/>
                <a:gd name="T15" fmla="*/ 13 h 118"/>
                <a:gd name="T16" fmla="*/ 48 w 102"/>
                <a:gd name="T17" fmla="*/ 99 h 118"/>
                <a:gd name="T18" fmla="*/ 74 w 102"/>
                <a:gd name="T19" fmla="*/ 13 h 118"/>
                <a:gd name="T20" fmla="*/ 61 w 102"/>
                <a:gd name="T21" fmla="*/ 8 h 118"/>
                <a:gd name="T22" fmla="*/ 100 w 102"/>
                <a:gd name="T23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" h="118">
                  <a:moveTo>
                    <a:pt x="100" y="5"/>
                  </a:moveTo>
                  <a:cubicBezTo>
                    <a:pt x="102" y="13"/>
                    <a:pt x="91" y="9"/>
                    <a:pt x="89" y="13"/>
                  </a:cubicBezTo>
                  <a:cubicBezTo>
                    <a:pt x="78" y="33"/>
                    <a:pt x="91" y="61"/>
                    <a:pt x="86" y="83"/>
                  </a:cubicBezTo>
                  <a:cubicBezTo>
                    <a:pt x="80" y="107"/>
                    <a:pt x="39" y="118"/>
                    <a:pt x="21" y="99"/>
                  </a:cubicBezTo>
                  <a:cubicBezTo>
                    <a:pt x="1" y="80"/>
                    <a:pt x="23" y="45"/>
                    <a:pt x="12" y="16"/>
                  </a:cubicBezTo>
                  <a:cubicBezTo>
                    <a:pt x="11" y="9"/>
                    <a:pt x="3" y="12"/>
                    <a:pt x="0" y="8"/>
                  </a:cubicBezTo>
                  <a:cubicBezTo>
                    <a:pt x="8" y="0"/>
                    <a:pt x="33" y="4"/>
                    <a:pt x="42" y="5"/>
                  </a:cubicBezTo>
                  <a:cubicBezTo>
                    <a:pt x="43" y="13"/>
                    <a:pt x="32" y="9"/>
                    <a:pt x="30" y="13"/>
                  </a:cubicBezTo>
                  <a:cubicBezTo>
                    <a:pt x="28" y="43"/>
                    <a:pt x="20" y="95"/>
                    <a:pt x="48" y="99"/>
                  </a:cubicBezTo>
                  <a:cubicBezTo>
                    <a:pt x="83" y="105"/>
                    <a:pt x="85" y="48"/>
                    <a:pt x="74" y="13"/>
                  </a:cubicBezTo>
                  <a:cubicBezTo>
                    <a:pt x="71" y="9"/>
                    <a:pt x="61" y="13"/>
                    <a:pt x="61" y="8"/>
                  </a:cubicBezTo>
                  <a:cubicBezTo>
                    <a:pt x="67" y="0"/>
                    <a:pt x="92" y="4"/>
                    <a:pt x="10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6" name="Freeform 31">
              <a:extLst>
                <a:ext uri="{FF2B5EF4-FFF2-40B4-BE49-F238E27FC236}">
                  <a16:creationId xmlns:a16="http://schemas.microsoft.com/office/drawing/2014/main" id="{18784BCF-A725-3ABD-F6A0-0E2C99305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685" y="4912360"/>
              <a:ext cx="98425" cy="196850"/>
            </a:xfrm>
            <a:custGeom>
              <a:avLst/>
              <a:gdLst>
                <a:gd name="T0" fmla="*/ 27 w 38"/>
                <a:gd name="T1" fmla="*/ 12 h 76"/>
                <a:gd name="T2" fmla="*/ 11 w 38"/>
                <a:gd name="T3" fmla="*/ 65 h 76"/>
                <a:gd name="T4" fmla="*/ 27 w 38"/>
                <a:gd name="T5" fmla="*/ 1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6">
                  <a:moveTo>
                    <a:pt x="27" y="12"/>
                  </a:moveTo>
                  <a:cubicBezTo>
                    <a:pt x="35" y="26"/>
                    <a:pt x="38" y="76"/>
                    <a:pt x="11" y="65"/>
                  </a:cubicBezTo>
                  <a:cubicBezTo>
                    <a:pt x="2" y="51"/>
                    <a:pt x="0" y="0"/>
                    <a:pt x="2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7" name="Freeform 32">
              <a:extLst>
                <a:ext uri="{FF2B5EF4-FFF2-40B4-BE49-F238E27FC236}">
                  <a16:creationId xmlns:a16="http://schemas.microsoft.com/office/drawing/2014/main" id="{150DEFEC-500E-F1BC-CF2B-BDACE97E1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235" y="4909185"/>
              <a:ext cx="98425" cy="127000"/>
            </a:xfrm>
            <a:custGeom>
              <a:avLst/>
              <a:gdLst>
                <a:gd name="T0" fmla="*/ 32 w 38"/>
                <a:gd name="T1" fmla="*/ 13 h 49"/>
                <a:gd name="T2" fmla="*/ 30 w 38"/>
                <a:gd name="T3" fmla="*/ 42 h 49"/>
                <a:gd name="T4" fmla="*/ 32 w 38"/>
                <a:gd name="T5" fmla="*/ 1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49">
                  <a:moveTo>
                    <a:pt x="32" y="13"/>
                  </a:moveTo>
                  <a:cubicBezTo>
                    <a:pt x="38" y="23"/>
                    <a:pt x="38" y="34"/>
                    <a:pt x="30" y="42"/>
                  </a:cubicBezTo>
                  <a:cubicBezTo>
                    <a:pt x="0" y="49"/>
                    <a:pt x="7" y="0"/>
                    <a:pt x="32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8" name="Freeform 33">
              <a:extLst>
                <a:ext uri="{FF2B5EF4-FFF2-40B4-BE49-F238E27FC236}">
                  <a16:creationId xmlns:a16="http://schemas.microsoft.com/office/drawing/2014/main" id="{22F2B0CB-454C-0A2C-E4D1-9FE8FE5A7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735" y="5240973"/>
              <a:ext cx="273050" cy="349250"/>
            </a:xfrm>
            <a:custGeom>
              <a:avLst/>
              <a:gdLst>
                <a:gd name="T0" fmla="*/ 96 w 105"/>
                <a:gd name="T1" fmla="*/ 51 h 134"/>
                <a:gd name="T2" fmla="*/ 105 w 105"/>
                <a:gd name="T3" fmla="*/ 51 h 134"/>
                <a:gd name="T4" fmla="*/ 85 w 105"/>
                <a:gd name="T5" fmla="*/ 81 h 134"/>
                <a:gd name="T6" fmla="*/ 73 w 105"/>
                <a:gd name="T7" fmla="*/ 33 h 134"/>
                <a:gd name="T8" fmla="*/ 15 w 105"/>
                <a:gd name="T9" fmla="*/ 81 h 134"/>
                <a:gd name="T10" fmla="*/ 60 w 105"/>
                <a:gd name="T11" fmla="*/ 97 h 134"/>
                <a:gd name="T12" fmla="*/ 51 w 105"/>
                <a:gd name="T13" fmla="*/ 81 h 134"/>
                <a:gd name="T14" fmla="*/ 87 w 105"/>
                <a:gd name="T15" fmla="*/ 107 h 134"/>
                <a:gd name="T16" fmla="*/ 76 w 105"/>
                <a:gd name="T17" fmla="*/ 106 h 134"/>
                <a:gd name="T18" fmla="*/ 56 w 105"/>
                <a:gd name="T19" fmla="*/ 132 h 134"/>
                <a:gd name="T20" fmla="*/ 1 w 105"/>
                <a:gd name="T21" fmla="*/ 77 h 134"/>
                <a:gd name="T22" fmla="*/ 96 w 105"/>
                <a:gd name="T23" fmla="*/ 5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5" h="134">
                  <a:moveTo>
                    <a:pt x="96" y="51"/>
                  </a:moveTo>
                  <a:cubicBezTo>
                    <a:pt x="100" y="51"/>
                    <a:pt x="101" y="47"/>
                    <a:pt x="105" y="51"/>
                  </a:cubicBezTo>
                  <a:cubicBezTo>
                    <a:pt x="104" y="59"/>
                    <a:pt x="95" y="75"/>
                    <a:pt x="85" y="81"/>
                  </a:cubicBezTo>
                  <a:cubicBezTo>
                    <a:pt x="88" y="64"/>
                    <a:pt x="89" y="39"/>
                    <a:pt x="73" y="33"/>
                  </a:cubicBezTo>
                  <a:cubicBezTo>
                    <a:pt x="51" y="23"/>
                    <a:pt x="17" y="52"/>
                    <a:pt x="15" y="81"/>
                  </a:cubicBezTo>
                  <a:cubicBezTo>
                    <a:pt x="12" y="114"/>
                    <a:pt x="51" y="134"/>
                    <a:pt x="60" y="97"/>
                  </a:cubicBezTo>
                  <a:cubicBezTo>
                    <a:pt x="60" y="88"/>
                    <a:pt x="49" y="91"/>
                    <a:pt x="51" y="81"/>
                  </a:cubicBezTo>
                  <a:cubicBezTo>
                    <a:pt x="63" y="88"/>
                    <a:pt x="78" y="95"/>
                    <a:pt x="87" y="107"/>
                  </a:cubicBezTo>
                  <a:cubicBezTo>
                    <a:pt x="83" y="113"/>
                    <a:pt x="81" y="105"/>
                    <a:pt x="76" y="106"/>
                  </a:cubicBezTo>
                  <a:cubicBezTo>
                    <a:pt x="66" y="111"/>
                    <a:pt x="62" y="123"/>
                    <a:pt x="56" y="132"/>
                  </a:cubicBezTo>
                  <a:cubicBezTo>
                    <a:pt x="27" y="124"/>
                    <a:pt x="1" y="110"/>
                    <a:pt x="1" y="77"/>
                  </a:cubicBezTo>
                  <a:cubicBezTo>
                    <a:pt x="0" y="25"/>
                    <a:pt x="73" y="0"/>
                    <a:pt x="96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9" name="Freeform 34">
              <a:extLst>
                <a:ext uri="{FF2B5EF4-FFF2-40B4-BE49-F238E27FC236}">
                  <a16:creationId xmlns:a16="http://schemas.microsoft.com/office/drawing/2014/main" id="{34988525-1D85-232C-6F51-5C9F440F58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15148" y="2423160"/>
              <a:ext cx="771525" cy="731838"/>
            </a:xfrm>
            <a:custGeom>
              <a:avLst/>
              <a:gdLst>
                <a:gd name="T0" fmla="*/ 26 w 297"/>
                <a:gd name="T1" fmla="*/ 174 h 282"/>
                <a:gd name="T2" fmla="*/ 40 w 297"/>
                <a:gd name="T3" fmla="*/ 158 h 282"/>
                <a:gd name="T4" fmla="*/ 24 w 297"/>
                <a:gd name="T5" fmla="*/ 158 h 282"/>
                <a:gd name="T6" fmla="*/ 73 w 297"/>
                <a:gd name="T7" fmla="*/ 171 h 282"/>
                <a:gd name="T8" fmla="*/ 35 w 297"/>
                <a:gd name="T9" fmla="*/ 234 h 282"/>
                <a:gd name="T10" fmla="*/ 53 w 297"/>
                <a:gd name="T11" fmla="*/ 180 h 282"/>
                <a:gd name="T12" fmla="*/ 80 w 297"/>
                <a:gd name="T13" fmla="*/ 127 h 282"/>
                <a:gd name="T14" fmla="*/ 59 w 297"/>
                <a:gd name="T15" fmla="*/ 141 h 282"/>
                <a:gd name="T16" fmla="*/ 101 w 297"/>
                <a:gd name="T17" fmla="*/ 136 h 282"/>
                <a:gd name="T18" fmla="*/ 101 w 297"/>
                <a:gd name="T19" fmla="*/ 136 h 282"/>
                <a:gd name="T20" fmla="*/ 126 w 297"/>
                <a:gd name="T21" fmla="*/ 139 h 282"/>
                <a:gd name="T22" fmla="*/ 134 w 297"/>
                <a:gd name="T23" fmla="*/ 161 h 282"/>
                <a:gd name="T24" fmla="*/ 134 w 297"/>
                <a:gd name="T25" fmla="*/ 161 h 282"/>
                <a:gd name="T26" fmla="*/ 151 w 297"/>
                <a:gd name="T27" fmla="*/ 27 h 282"/>
                <a:gd name="T28" fmla="*/ 157 w 297"/>
                <a:gd name="T29" fmla="*/ 239 h 282"/>
                <a:gd name="T30" fmla="*/ 163 w 297"/>
                <a:gd name="T31" fmla="*/ 200 h 282"/>
                <a:gd name="T32" fmla="*/ 139 w 297"/>
                <a:gd name="T33" fmla="*/ 218 h 282"/>
                <a:gd name="T34" fmla="*/ 156 w 297"/>
                <a:gd name="T35" fmla="*/ 227 h 282"/>
                <a:gd name="T36" fmla="*/ 173 w 297"/>
                <a:gd name="T37" fmla="*/ 39 h 282"/>
                <a:gd name="T38" fmla="*/ 173 w 297"/>
                <a:gd name="T39" fmla="*/ 39 h 282"/>
                <a:gd name="T40" fmla="*/ 173 w 297"/>
                <a:gd name="T41" fmla="*/ 58 h 282"/>
                <a:gd name="T42" fmla="*/ 157 w 297"/>
                <a:gd name="T43" fmla="*/ 191 h 282"/>
                <a:gd name="T44" fmla="*/ 143 w 297"/>
                <a:gd name="T45" fmla="*/ 186 h 282"/>
                <a:gd name="T46" fmla="*/ 157 w 297"/>
                <a:gd name="T47" fmla="*/ 191 h 282"/>
                <a:gd name="T48" fmla="*/ 186 w 297"/>
                <a:gd name="T49" fmla="*/ 127 h 282"/>
                <a:gd name="T50" fmla="*/ 202 w 297"/>
                <a:gd name="T51" fmla="*/ 119 h 282"/>
                <a:gd name="T52" fmla="*/ 198 w 297"/>
                <a:gd name="T53" fmla="*/ 67 h 282"/>
                <a:gd name="T54" fmla="*/ 189 w 297"/>
                <a:gd name="T55" fmla="*/ 72 h 282"/>
                <a:gd name="T56" fmla="*/ 209 w 297"/>
                <a:gd name="T57" fmla="*/ 66 h 282"/>
                <a:gd name="T58" fmla="*/ 211 w 297"/>
                <a:gd name="T59" fmla="*/ 72 h 282"/>
                <a:gd name="T60" fmla="*/ 217 w 297"/>
                <a:gd name="T61" fmla="*/ 139 h 282"/>
                <a:gd name="T62" fmla="*/ 201 w 297"/>
                <a:gd name="T63" fmla="*/ 150 h 282"/>
                <a:gd name="T64" fmla="*/ 192 w 297"/>
                <a:gd name="T65" fmla="*/ 166 h 282"/>
                <a:gd name="T66" fmla="*/ 227 w 297"/>
                <a:gd name="T67" fmla="*/ 67 h 282"/>
                <a:gd name="T68" fmla="*/ 235 w 297"/>
                <a:gd name="T69" fmla="*/ 115 h 282"/>
                <a:gd name="T70" fmla="*/ 184 w 297"/>
                <a:gd name="T71" fmla="*/ 91 h 282"/>
                <a:gd name="T72" fmla="*/ 173 w 297"/>
                <a:gd name="T73" fmla="*/ 84 h 282"/>
                <a:gd name="T74" fmla="*/ 154 w 297"/>
                <a:gd name="T75" fmla="*/ 136 h 282"/>
                <a:gd name="T76" fmla="*/ 206 w 297"/>
                <a:gd name="T77" fmla="*/ 109 h 282"/>
                <a:gd name="T78" fmla="*/ 217 w 297"/>
                <a:gd name="T79" fmla="*/ 96 h 282"/>
                <a:gd name="T80" fmla="*/ 235 w 297"/>
                <a:gd name="T81" fmla="*/ 115 h 282"/>
                <a:gd name="T82" fmla="*/ 251 w 297"/>
                <a:gd name="T83" fmla="*/ 106 h 282"/>
                <a:gd name="T84" fmla="*/ 249 w 297"/>
                <a:gd name="T85" fmla="*/ 119 h 282"/>
                <a:gd name="T86" fmla="*/ 263 w 297"/>
                <a:gd name="T87" fmla="*/ 261 h 282"/>
                <a:gd name="T88" fmla="*/ 185 w 297"/>
                <a:gd name="T89" fmla="*/ 225 h 282"/>
                <a:gd name="T90" fmla="*/ 131 w 297"/>
                <a:gd name="T91" fmla="*/ 267 h 282"/>
                <a:gd name="T92" fmla="*/ 62 w 297"/>
                <a:gd name="T93" fmla="*/ 218 h 282"/>
                <a:gd name="T94" fmla="*/ 10 w 297"/>
                <a:gd name="T95" fmla="*/ 256 h 282"/>
                <a:gd name="T96" fmla="*/ 97 w 297"/>
                <a:gd name="T97" fmla="*/ 113 h 282"/>
                <a:gd name="T98" fmla="*/ 134 w 297"/>
                <a:gd name="T99" fmla="*/ 82 h 282"/>
                <a:gd name="T100" fmla="*/ 207 w 297"/>
                <a:gd name="T101" fmla="*/ 8 h 282"/>
                <a:gd name="T102" fmla="*/ 234 w 297"/>
                <a:gd name="T103" fmla="*/ 27 h 282"/>
                <a:gd name="T104" fmla="*/ 263 w 297"/>
                <a:gd name="T105" fmla="*/ 184 h 282"/>
                <a:gd name="T106" fmla="*/ 290 w 297"/>
                <a:gd name="T107" fmla="*/ 23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7" h="282">
                  <a:moveTo>
                    <a:pt x="24" y="186"/>
                  </a:moveTo>
                  <a:cubicBezTo>
                    <a:pt x="30" y="187"/>
                    <a:pt x="32" y="172"/>
                    <a:pt x="26" y="174"/>
                  </a:cubicBezTo>
                  <a:cubicBezTo>
                    <a:pt x="22" y="175"/>
                    <a:pt x="21" y="182"/>
                    <a:pt x="24" y="186"/>
                  </a:cubicBezTo>
                  <a:close/>
                  <a:moveTo>
                    <a:pt x="40" y="158"/>
                  </a:moveTo>
                  <a:cubicBezTo>
                    <a:pt x="40" y="155"/>
                    <a:pt x="37" y="152"/>
                    <a:pt x="38" y="147"/>
                  </a:cubicBezTo>
                  <a:cubicBezTo>
                    <a:pt x="30" y="147"/>
                    <a:pt x="24" y="151"/>
                    <a:pt x="24" y="158"/>
                  </a:cubicBezTo>
                  <a:cubicBezTo>
                    <a:pt x="32" y="160"/>
                    <a:pt x="31" y="160"/>
                    <a:pt x="40" y="158"/>
                  </a:cubicBezTo>
                  <a:close/>
                  <a:moveTo>
                    <a:pt x="73" y="171"/>
                  </a:moveTo>
                  <a:cubicBezTo>
                    <a:pt x="64" y="166"/>
                    <a:pt x="59" y="180"/>
                    <a:pt x="52" y="171"/>
                  </a:cubicBezTo>
                  <a:cubicBezTo>
                    <a:pt x="51" y="195"/>
                    <a:pt x="0" y="214"/>
                    <a:pt x="35" y="234"/>
                  </a:cubicBezTo>
                  <a:cubicBezTo>
                    <a:pt x="41" y="225"/>
                    <a:pt x="30" y="220"/>
                    <a:pt x="29" y="213"/>
                  </a:cubicBezTo>
                  <a:cubicBezTo>
                    <a:pt x="42" y="205"/>
                    <a:pt x="52" y="194"/>
                    <a:pt x="53" y="180"/>
                  </a:cubicBezTo>
                  <a:cubicBezTo>
                    <a:pt x="59" y="180"/>
                    <a:pt x="70" y="184"/>
                    <a:pt x="73" y="171"/>
                  </a:cubicBezTo>
                  <a:close/>
                  <a:moveTo>
                    <a:pt x="80" y="127"/>
                  </a:moveTo>
                  <a:cubicBezTo>
                    <a:pt x="70" y="120"/>
                    <a:pt x="55" y="125"/>
                    <a:pt x="52" y="136"/>
                  </a:cubicBezTo>
                  <a:cubicBezTo>
                    <a:pt x="57" y="134"/>
                    <a:pt x="54" y="142"/>
                    <a:pt x="59" y="141"/>
                  </a:cubicBezTo>
                  <a:cubicBezTo>
                    <a:pt x="66" y="137"/>
                    <a:pt x="76" y="136"/>
                    <a:pt x="80" y="127"/>
                  </a:cubicBezTo>
                  <a:close/>
                  <a:moveTo>
                    <a:pt x="101" y="136"/>
                  </a:moveTo>
                  <a:cubicBezTo>
                    <a:pt x="104" y="131"/>
                    <a:pt x="104" y="123"/>
                    <a:pt x="95" y="123"/>
                  </a:cubicBezTo>
                  <a:cubicBezTo>
                    <a:pt x="95" y="131"/>
                    <a:pt x="96" y="134"/>
                    <a:pt x="101" y="136"/>
                  </a:cubicBezTo>
                  <a:close/>
                  <a:moveTo>
                    <a:pt x="131" y="150"/>
                  </a:moveTo>
                  <a:cubicBezTo>
                    <a:pt x="131" y="144"/>
                    <a:pt x="131" y="139"/>
                    <a:pt x="126" y="139"/>
                  </a:cubicBezTo>
                  <a:cubicBezTo>
                    <a:pt x="124" y="144"/>
                    <a:pt x="124" y="151"/>
                    <a:pt x="131" y="150"/>
                  </a:cubicBezTo>
                  <a:close/>
                  <a:moveTo>
                    <a:pt x="134" y="161"/>
                  </a:moveTo>
                  <a:cubicBezTo>
                    <a:pt x="137" y="163"/>
                    <a:pt x="151" y="165"/>
                    <a:pt x="151" y="157"/>
                  </a:cubicBezTo>
                  <a:cubicBezTo>
                    <a:pt x="147" y="151"/>
                    <a:pt x="134" y="153"/>
                    <a:pt x="134" y="161"/>
                  </a:cubicBezTo>
                  <a:close/>
                  <a:moveTo>
                    <a:pt x="151" y="37"/>
                  </a:moveTo>
                  <a:cubicBezTo>
                    <a:pt x="152" y="36"/>
                    <a:pt x="158" y="25"/>
                    <a:pt x="151" y="27"/>
                  </a:cubicBezTo>
                  <a:cubicBezTo>
                    <a:pt x="148" y="28"/>
                    <a:pt x="142" y="37"/>
                    <a:pt x="151" y="37"/>
                  </a:cubicBezTo>
                  <a:close/>
                  <a:moveTo>
                    <a:pt x="157" y="239"/>
                  </a:moveTo>
                  <a:cubicBezTo>
                    <a:pt x="163" y="247"/>
                    <a:pt x="176" y="249"/>
                    <a:pt x="185" y="243"/>
                  </a:cubicBezTo>
                  <a:cubicBezTo>
                    <a:pt x="170" y="237"/>
                    <a:pt x="168" y="218"/>
                    <a:pt x="163" y="200"/>
                  </a:cubicBezTo>
                  <a:cubicBezTo>
                    <a:pt x="158" y="208"/>
                    <a:pt x="165" y="212"/>
                    <a:pt x="159" y="217"/>
                  </a:cubicBezTo>
                  <a:cubicBezTo>
                    <a:pt x="151" y="209"/>
                    <a:pt x="146" y="224"/>
                    <a:pt x="139" y="218"/>
                  </a:cubicBezTo>
                  <a:cubicBezTo>
                    <a:pt x="142" y="225"/>
                    <a:pt x="145" y="234"/>
                    <a:pt x="143" y="247"/>
                  </a:cubicBezTo>
                  <a:cubicBezTo>
                    <a:pt x="154" y="247"/>
                    <a:pt x="143" y="225"/>
                    <a:pt x="156" y="227"/>
                  </a:cubicBezTo>
                  <a:cubicBezTo>
                    <a:pt x="158" y="229"/>
                    <a:pt x="157" y="234"/>
                    <a:pt x="157" y="239"/>
                  </a:cubicBezTo>
                  <a:close/>
                  <a:moveTo>
                    <a:pt x="173" y="39"/>
                  </a:moveTo>
                  <a:cubicBezTo>
                    <a:pt x="181" y="37"/>
                    <a:pt x="187" y="25"/>
                    <a:pt x="178" y="20"/>
                  </a:cubicBezTo>
                  <a:cubicBezTo>
                    <a:pt x="176" y="28"/>
                    <a:pt x="174" y="32"/>
                    <a:pt x="173" y="39"/>
                  </a:cubicBezTo>
                  <a:close/>
                  <a:moveTo>
                    <a:pt x="202" y="28"/>
                  </a:moveTo>
                  <a:cubicBezTo>
                    <a:pt x="190" y="36"/>
                    <a:pt x="178" y="43"/>
                    <a:pt x="173" y="58"/>
                  </a:cubicBezTo>
                  <a:cubicBezTo>
                    <a:pt x="187" y="53"/>
                    <a:pt x="197" y="42"/>
                    <a:pt x="202" y="28"/>
                  </a:cubicBezTo>
                  <a:close/>
                  <a:moveTo>
                    <a:pt x="157" y="191"/>
                  </a:moveTo>
                  <a:cubicBezTo>
                    <a:pt x="168" y="186"/>
                    <a:pt x="196" y="181"/>
                    <a:pt x="189" y="170"/>
                  </a:cubicBezTo>
                  <a:cubicBezTo>
                    <a:pt x="175" y="177"/>
                    <a:pt x="163" y="182"/>
                    <a:pt x="143" y="186"/>
                  </a:cubicBezTo>
                  <a:cubicBezTo>
                    <a:pt x="143" y="193"/>
                    <a:pt x="142" y="200"/>
                    <a:pt x="145" y="204"/>
                  </a:cubicBezTo>
                  <a:cubicBezTo>
                    <a:pt x="154" y="205"/>
                    <a:pt x="153" y="195"/>
                    <a:pt x="157" y="191"/>
                  </a:cubicBezTo>
                  <a:close/>
                  <a:moveTo>
                    <a:pt x="202" y="119"/>
                  </a:moveTo>
                  <a:cubicBezTo>
                    <a:pt x="196" y="117"/>
                    <a:pt x="187" y="119"/>
                    <a:pt x="186" y="127"/>
                  </a:cubicBezTo>
                  <a:cubicBezTo>
                    <a:pt x="192" y="125"/>
                    <a:pt x="191" y="133"/>
                    <a:pt x="197" y="132"/>
                  </a:cubicBezTo>
                  <a:cubicBezTo>
                    <a:pt x="197" y="125"/>
                    <a:pt x="202" y="125"/>
                    <a:pt x="202" y="119"/>
                  </a:cubicBezTo>
                  <a:close/>
                  <a:moveTo>
                    <a:pt x="189" y="72"/>
                  </a:moveTo>
                  <a:cubicBezTo>
                    <a:pt x="194" y="72"/>
                    <a:pt x="198" y="74"/>
                    <a:pt x="198" y="67"/>
                  </a:cubicBezTo>
                  <a:cubicBezTo>
                    <a:pt x="197" y="66"/>
                    <a:pt x="195" y="66"/>
                    <a:pt x="189" y="66"/>
                  </a:cubicBezTo>
                  <a:cubicBezTo>
                    <a:pt x="189" y="69"/>
                    <a:pt x="189" y="71"/>
                    <a:pt x="189" y="72"/>
                  </a:cubicBezTo>
                  <a:close/>
                  <a:moveTo>
                    <a:pt x="211" y="72"/>
                  </a:moveTo>
                  <a:cubicBezTo>
                    <a:pt x="212" y="70"/>
                    <a:pt x="209" y="69"/>
                    <a:pt x="209" y="66"/>
                  </a:cubicBezTo>
                  <a:cubicBezTo>
                    <a:pt x="206" y="65"/>
                    <a:pt x="202" y="66"/>
                    <a:pt x="201" y="67"/>
                  </a:cubicBezTo>
                  <a:cubicBezTo>
                    <a:pt x="200" y="74"/>
                    <a:pt x="208" y="75"/>
                    <a:pt x="211" y="72"/>
                  </a:cubicBezTo>
                  <a:close/>
                  <a:moveTo>
                    <a:pt x="192" y="166"/>
                  </a:moveTo>
                  <a:cubicBezTo>
                    <a:pt x="202" y="160"/>
                    <a:pt x="219" y="160"/>
                    <a:pt x="217" y="139"/>
                  </a:cubicBezTo>
                  <a:cubicBezTo>
                    <a:pt x="208" y="139"/>
                    <a:pt x="201" y="139"/>
                    <a:pt x="196" y="137"/>
                  </a:cubicBezTo>
                  <a:cubicBezTo>
                    <a:pt x="195" y="144"/>
                    <a:pt x="200" y="144"/>
                    <a:pt x="201" y="150"/>
                  </a:cubicBezTo>
                  <a:cubicBezTo>
                    <a:pt x="195" y="156"/>
                    <a:pt x="191" y="148"/>
                    <a:pt x="185" y="148"/>
                  </a:cubicBezTo>
                  <a:cubicBezTo>
                    <a:pt x="186" y="156"/>
                    <a:pt x="195" y="155"/>
                    <a:pt x="192" y="166"/>
                  </a:cubicBezTo>
                  <a:close/>
                  <a:moveTo>
                    <a:pt x="238" y="80"/>
                  </a:moveTo>
                  <a:cubicBezTo>
                    <a:pt x="238" y="72"/>
                    <a:pt x="234" y="62"/>
                    <a:pt x="227" y="67"/>
                  </a:cubicBezTo>
                  <a:cubicBezTo>
                    <a:pt x="227" y="76"/>
                    <a:pt x="233" y="77"/>
                    <a:pt x="238" y="80"/>
                  </a:cubicBezTo>
                  <a:close/>
                  <a:moveTo>
                    <a:pt x="235" y="115"/>
                  </a:moveTo>
                  <a:cubicBezTo>
                    <a:pt x="239" y="110"/>
                    <a:pt x="240" y="104"/>
                    <a:pt x="239" y="94"/>
                  </a:cubicBezTo>
                  <a:cubicBezTo>
                    <a:pt x="228" y="79"/>
                    <a:pt x="200" y="84"/>
                    <a:pt x="184" y="91"/>
                  </a:cubicBezTo>
                  <a:cubicBezTo>
                    <a:pt x="180" y="81"/>
                    <a:pt x="167" y="69"/>
                    <a:pt x="164" y="87"/>
                  </a:cubicBezTo>
                  <a:cubicBezTo>
                    <a:pt x="169" y="87"/>
                    <a:pt x="169" y="85"/>
                    <a:pt x="173" y="84"/>
                  </a:cubicBezTo>
                  <a:cubicBezTo>
                    <a:pt x="176" y="90"/>
                    <a:pt x="180" y="96"/>
                    <a:pt x="189" y="98"/>
                  </a:cubicBezTo>
                  <a:cubicBezTo>
                    <a:pt x="180" y="106"/>
                    <a:pt x="132" y="122"/>
                    <a:pt x="154" y="136"/>
                  </a:cubicBezTo>
                  <a:cubicBezTo>
                    <a:pt x="156" y="122"/>
                    <a:pt x="167" y="115"/>
                    <a:pt x="181" y="118"/>
                  </a:cubicBezTo>
                  <a:cubicBezTo>
                    <a:pt x="187" y="109"/>
                    <a:pt x="192" y="106"/>
                    <a:pt x="206" y="109"/>
                  </a:cubicBezTo>
                  <a:cubicBezTo>
                    <a:pt x="211" y="112"/>
                    <a:pt x="208" y="123"/>
                    <a:pt x="217" y="123"/>
                  </a:cubicBezTo>
                  <a:cubicBezTo>
                    <a:pt x="220" y="113"/>
                    <a:pt x="218" y="106"/>
                    <a:pt x="217" y="96"/>
                  </a:cubicBezTo>
                  <a:cubicBezTo>
                    <a:pt x="218" y="95"/>
                    <a:pt x="219" y="94"/>
                    <a:pt x="223" y="94"/>
                  </a:cubicBezTo>
                  <a:cubicBezTo>
                    <a:pt x="230" y="99"/>
                    <a:pt x="227" y="113"/>
                    <a:pt x="235" y="115"/>
                  </a:cubicBezTo>
                  <a:close/>
                  <a:moveTo>
                    <a:pt x="249" y="119"/>
                  </a:moveTo>
                  <a:cubicBezTo>
                    <a:pt x="253" y="115"/>
                    <a:pt x="252" y="114"/>
                    <a:pt x="251" y="106"/>
                  </a:cubicBezTo>
                  <a:cubicBezTo>
                    <a:pt x="249" y="106"/>
                    <a:pt x="247" y="106"/>
                    <a:pt x="246" y="106"/>
                  </a:cubicBezTo>
                  <a:cubicBezTo>
                    <a:pt x="246" y="112"/>
                    <a:pt x="244" y="119"/>
                    <a:pt x="249" y="119"/>
                  </a:cubicBezTo>
                  <a:close/>
                  <a:moveTo>
                    <a:pt x="290" y="233"/>
                  </a:moveTo>
                  <a:cubicBezTo>
                    <a:pt x="297" y="251"/>
                    <a:pt x="272" y="261"/>
                    <a:pt x="263" y="261"/>
                  </a:cubicBezTo>
                  <a:cubicBezTo>
                    <a:pt x="235" y="262"/>
                    <a:pt x="235" y="227"/>
                    <a:pt x="219" y="217"/>
                  </a:cubicBezTo>
                  <a:cubicBezTo>
                    <a:pt x="206" y="218"/>
                    <a:pt x="190" y="215"/>
                    <a:pt x="185" y="225"/>
                  </a:cubicBezTo>
                  <a:cubicBezTo>
                    <a:pt x="187" y="239"/>
                    <a:pt x="203" y="232"/>
                    <a:pt x="206" y="243"/>
                  </a:cubicBezTo>
                  <a:cubicBezTo>
                    <a:pt x="211" y="266"/>
                    <a:pt x="157" y="273"/>
                    <a:pt x="131" y="267"/>
                  </a:cubicBezTo>
                  <a:cubicBezTo>
                    <a:pt x="113" y="262"/>
                    <a:pt x="104" y="241"/>
                    <a:pt x="98" y="224"/>
                  </a:cubicBezTo>
                  <a:cubicBezTo>
                    <a:pt x="85" y="224"/>
                    <a:pt x="75" y="213"/>
                    <a:pt x="62" y="218"/>
                  </a:cubicBezTo>
                  <a:cubicBezTo>
                    <a:pt x="60" y="232"/>
                    <a:pt x="73" y="233"/>
                    <a:pt x="74" y="247"/>
                  </a:cubicBezTo>
                  <a:cubicBezTo>
                    <a:pt x="77" y="282"/>
                    <a:pt x="35" y="266"/>
                    <a:pt x="10" y="256"/>
                  </a:cubicBezTo>
                  <a:cubicBezTo>
                    <a:pt x="24" y="218"/>
                    <a:pt x="2" y="167"/>
                    <a:pt x="20" y="137"/>
                  </a:cubicBezTo>
                  <a:cubicBezTo>
                    <a:pt x="32" y="118"/>
                    <a:pt x="64" y="108"/>
                    <a:pt x="97" y="113"/>
                  </a:cubicBezTo>
                  <a:cubicBezTo>
                    <a:pt x="107" y="114"/>
                    <a:pt x="136" y="127"/>
                    <a:pt x="145" y="110"/>
                  </a:cubicBezTo>
                  <a:cubicBezTo>
                    <a:pt x="145" y="98"/>
                    <a:pt x="139" y="90"/>
                    <a:pt x="134" y="82"/>
                  </a:cubicBezTo>
                  <a:cubicBezTo>
                    <a:pt x="137" y="63"/>
                    <a:pt x="131" y="50"/>
                    <a:pt x="135" y="36"/>
                  </a:cubicBezTo>
                  <a:cubicBezTo>
                    <a:pt x="143" y="0"/>
                    <a:pt x="173" y="3"/>
                    <a:pt x="207" y="8"/>
                  </a:cubicBezTo>
                  <a:cubicBezTo>
                    <a:pt x="213" y="6"/>
                    <a:pt x="211" y="14"/>
                    <a:pt x="211" y="18"/>
                  </a:cubicBezTo>
                  <a:cubicBezTo>
                    <a:pt x="216" y="18"/>
                    <a:pt x="228" y="22"/>
                    <a:pt x="234" y="27"/>
                  </a:cubicBezTo>
                  <a:cubicBezTo>
                    <a:pt x="224" y="61"/>
                    <a:pt x="251" y="79"/>
                    <a:pt x="269" y="96"/>
                  </a:cubicBezTo>
                  <a:cubicBezTo>
                    <a:pt x="282" y="123"/>
                    <a:pt x="285" y="167"/>
                    <a:pt x="263" y="184"/>
                  </a:cubicBezTo>
                  <a:cubicBezTo>
                    <a:pt x="262" y="204"/>
                    <a:pt x="268" y="218"/>
                    <a:pt x="275" y="229"/>
                  </a:cubicBezTo>
                  <a:cubicBezTo>
                    <a:pt x="282" y="229"/>
                    <a:pt x="289" y="228"/>
                    <a:pt x="290" y="2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0" name="Freeform 35">
              <a:extLst>
                <a:ext uri="{FF2B5EF4-FFF2-40B4-BE49-F238E27FC236}">
                  <a16:creationId xmlns:a16="http://schemas.microsoft.com/office/drawing/2014/main" id="{A66A0811-B010-B46B-D787-EBFBA71EA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098" y="5055235"/>
              <a:ext cx="357187" cy="352425"/>
            </a:xfrm>
            <a:custGeom>
              <a:avLst/>
              <a:gdLst>
                <a:gd name="T0" fmla="*/ 138 w 138"/>
                <a:gd name="T1" fmla="*/ 77 h 136"/>
                <a:gd name="T2" fmla="*/ 125 w 138"/>
                <a:gd name="T3" fmla="*/ 72 h 136"/>
                <a:gd name="T4" fmla="*/ 58 w 138"/>
                <a:gd name="T5" fmla="*/ 136 h 136"/>
                <a:gd name="T6" fmla="*/ 67 w 138"/>
                <a:gd name="T7" fmla="*/ 36 h 136"/>
                <a:gd name="T8" fmla="*/ 29 w 138"/>
                <a:gd name="T9" fmla="*/ 101 h 136"/>
                <a:gd name="T10" fmla="*/ 0 w 138"/>
                <a:gd name="T11" fmla="*/ 72 h 136"/>
                <a:gd name="T12" fmla="*/ 41 w 138"/>
                <a:gd name="T13" fmla="*/ 50 h 136"/>
                <a:gd name="T14" fmla="*/ 62 w 138"/>
                <a:gd name="T15" fmla="*/ 2 h 136"/>
                <a:gd name="T16" fmla="*/ 84 w 138"/>
                <a:gd name="T17" fmla="*/ 20 h 136"/>
                <a:gd name="T18" fmla="*/ 72 w 138"/>
                <a:gd name="T19" fmla="*/ 110 h 136"/>
                <a:gd name="T20" fmla="*/ 113 w 138"/>
                <a:gd name="T21" fmla="*/ 67 h 136"/>
                <a:gd name="T22" fmla="*/ 108 w 138"/>
                <a:gd name="T23" fmla="*/ 49 h 136"/>
                <a:gd name="T24" fmla="*/ 138 w 138"/>
                <a:gd name="T25" fmla="*/ 77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136">
                  <a:moveTo>
                    <a:pt x="138" y="77"/>
                  </a:moveTo>
                  <a:cubicBezTo>
                    <a:pt x="134" y="81"/>
                    <a:pt x="130" y="73"/>
                    <a:pt x="125" y="72"/>
                  </a:cubicBezTo>
                  <a:cubicBezTo>
                    <a:pt x="99" y="88"/>
                    <a:pt x="84" y="117"/>
                    <a:pt x="58" y="136"/>
                  </a:cubicBezTo>
                  <a:cubicBezTo>
                    <a:pt x="56" y="105"/>
                    <a:pt x="66" y="71"/>
                    <a:pt x="67" y="36"/>
                  </a:cubicBezTo>
                  <a:cubicBezTo>
                    <a:pt x="50" y="52"/>
                    <a:pt x="15" y="74"/>
                    <a:pt x="29" y="101"/>
                  </a:cubicBezTo>
                  <a:cubicBezTo>
                    <a:pt x="18" y="98"/>
                    <a:pt x="7" y="83"/>
                    <a:pt x="0" y="72"/>
                  </a:cubicBezTo>
                  <a:cubicBezTo>
                    <a:pt x="15" y="82"/>
                    <a:pt x="26" y="67"/>
                    <a:pt x="41" y="50"/>
                  </a:cubicBezTo>
                  <a:cubicBezTo>
                    <a:pt x="57" y="33"/>
                    <a:pt x="72" y="24"/>
                    <a:pt x="62" y="2"/>
                  </a:cubicBezTo>
                  <a:cubicBezTo>
                    <a:pt x="70" y="0"/>
                    <a:pt x="75" y="16"/>
                    <a:pt x="84" y="20"/>
                  </a:cubicBezTo>
                  <a:cubicBezTo>
                    <a:pt x="79" y="49"/>
                    <a:pt x="78" y="82"/>
                    <a:pt x="72" y="110"/>
                  </a:cubicBezTo>
                  <a:cubicBezTo>
                    <a:pt x="90" y="100"/>
                    <a:pt x="100" y="82"/>
                    <a:pt x="113" y="67"/>
                  </a:cubicBezTo>
                  <a:cubicBezTo>
                    <a:pt x="114" y="58"/>
                    <a:pt x="108" y="57"/>
                    <a:pt x="108" y="49"/>
                  </a:cubicBezTo>
                  <a:cubicBezTo>
                    <a:pt x="117" y="52"/>
                    <a:pt x="136" y="68"/>
                    <a:pt x="138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1" name="Freeform 36">
              <a:extLst>
                <a:ext uri="{FF2B5EF4-FFF2-40B4-BE49-F238E27FC236}">
                  <a16:creationId xmlns:a16="http://schemas.microsoft.com/office/drawing/2014/main" id="{73BCD84A-8793-9DEB-E7B5-D92B950D7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873" y="4920298"/>
              <a:ext cx="265112" cy="242888"/>
            </a:xfrm>
            <a:custGeom>
              <a:avLst/>
              <a:gdLst>
                <a:gd name="T0" fmla="*/ 74 w 102"/>
                <a:gd name="T1" fmla="*/ 0 h 94"/>
                <a:gd name="T2" fmla="*/ 102 w 102"/>
                <a:gd name="T3" fmla="*/ 37 h 94"/>
                <a:gd name="T4" fmla="*/ 87 w 102"/>
                <a:gd name="T5" fmla="*/ 29 h 94"/>
                <a:gd name="T6" fmla="*/ 25 w 102"/>
                <a:gd name="T7" fmla="*/ 80 h 94"/>
                <a:gd name="T8" fmla="*/ 28 w 102"/>
                <a:gd name="T9" fmla="*/ 94 h 94"/>
                <a:gd name="T10" fmla="*/ 0 w 102"/>
                <a:gd name="T11" fmla="*/ 58 h 94"/>
                <a:gd name="T12" fmla="*/ 15 w 102"/>
                <a:gd name="T13" fmla="*/ 64 h 94"/>
                <a:gd name="T14" fmla="*/ 77 w 102"/>
                <a:gd name="T15" fmla="*/ 15 h 94"/>
                <a:gd name="T16" fmla="*/ 74 w 102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94">
                  <a:moveTo>
                    <a:pt x="74" y="0"/>
                  </a:moveTo>
                  <a:cubicBezTo>
                    <a:pt x="85" y="2"/>
                    <a:pt x="99" y="25"/>
                    <a:pt x="102" y="37"/>
                  </a:cubicBezTo>
                  <a:cubicBezTo>
                    <a:pt x="94" y="35"/>
                    <a:pt x="94" y="29"/>
                    <a:pt x="87" y="29"/>
                  </a:cubicBezTo>
                  <a:cubicBezTo>
                    <a:pt x="66" y="44"/>
                    <a:pt x="44" y="61"/>
                    <a:pt x="25" y="80"/>
                  </a:cubicBezTo>
                  <a:cubicBezTo>
                    <a:pt x="25" y="86"/>
                    <a:pt x="32" y="88"/>
                    <a:pt x="28" y="94"/>
                  </a:cubicBezTo>
                  <a:cubicBezTo>
                    <a:pt x="16" y="85"/>
                    <a:pt x="9" y="72"/>
                    <a:pt x="0" y="58"/>
                  </a:cubicBezTo>
                  <a:cubicBezTo>
                    <a:pt x="6" y="53"/>
                    <a:pt x="9" y="64"/>
                    <a:pt x="15" y="64"/>
                  </a:cubicBezTo>
                  <a:cubicBezTo>
                    <a:pt x="36" y="49"/>
                    <a:pt x="59" y="34"/>
                    <a:pt x="77" y="15"/>
                  </a:cubicBezTo>
                  <a:cubicBezTo>
                    <a:pt x="79" y="7"/>
                    <a:pt x="74" y="6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2" name="Freeform 37">
              <a:extLst>
                <a:ext uri="{FF2B5EF4-FFF2-40B4-BE49-F238E27FC236}">
                  <a16:creationId xmlns:a16="http://schemas.microsoft.com/office/drawing/2014/main" id="{4C1F425D-B2DB-D9D4-4120-E430F9A74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710" y="4769485"/>
              <a:ext cx="320675" cy="184150"/>
            </a:xfrm>
            <a:custGeom>
              <a:avLst/>
              <a:gdLst>
                <a:gd name="T0" fmla="*/ 124 w 124"/>
                <a:gd name="T1" fmla="*/ 36 h 71"/>
                <a:gd name="T2" fmla="*/ 113 w 124"/>
                <a:gd name="T3" fmla="*/ 30 h 71"/>
                <a:gd name="T4" fmla="*/ 36 w 124"/>
                <a:gd name="T5" fmla="*/ 64 h 71"/>
                <a:gd name="T6" fmla="*/ 38 w 124"/>
                <a:gd name="T7" fmla="*/ 11 h 71"/>
                <a:gd name="T8" fmla="*/ 43 w 124"/>
                <a:gd name="T9" fmla="*/ 24 h 71"/>
                <a:gd name="T10" fmla="*/ 41 w 124"/>
                <a:gd name="T11" fmla="*/ 28 h 71"/>
                <a:gd name="T12" fmla="*/ 22 w 124"/>
                <a:gd name="T13" fmla="*/ 30 h 71"/>
                <a:gd name="T14" fmla="*/ 27 w 124"/>
                <a:gd name="T15" fmla="*/ 52 h 71"/>
                <a:gd name="T16" fmla="*/ 103 w 124"/>
                <a:gd name="T17" fmla="*/ 14 h 71"/>
                <a:gd name="T18" fmla="*/ 102 w 124"/>
                <a:gd name="T19" fmla="*/ 0 h 71"/>
                <a:gd name="T20" fmla="*/ 124 w 124"/>
                <a:gd name="T21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4" h="71">
                  <a:moveTo>
                    <a:pt x="124" y="36"/>
                  </a:moveTo>
                  <a:cubicBezTo>
                    <a:pt x="119" y="41"/>
                    <a:pt x="119" y="29"/>
                    <a:pt x="113" y="30"/>
                  </a:cubicBezTo>
                  <a:cubicBezTo>
                    <a:pt x="91" y="30"/>
                    <a:pt x="65" y="71"/>
                    <a:pt x="36" y="64"/>
                  </a:cubicBezTo>
                  <a:cubicBezTo>
                    <a:pt x="15" y="59"/>
                    <a:pt x="0" y="14"/>
                    <a:pt x="38" y="11"/>
                  </a:cubicBezTo>
                  <a:cubicBezTo>
                    <a:pt x="39" y="16"/>
                    <a:pt x="43" y="17"/>
                    <a:pt x="43" y="24"/>
                  </a:cubicBezTo>
                  <a:cubicBezTo>
                    <a:pt x="41" y="24"/>
                    <a:pt x="42" y="26"/>
                    <a:pt x="41" y="28"/>
                  </a:cubicBezTo>
                  <a:cubicBezTo>
                    <a:pt x="33" y="31"/>
                    <a:pt x="28" y="31"/>
                    <a:pt x="22" y="30"/>
                  </a:cubicBezTo>
                  <a:cubicBezTo>
                    <a:pt x="17" y="38"/>
                    <a:pt x="23" y="47"/>
                    <a:pt x="27" y="52"/>
                  </a:cubicBezTo>
                  <a:cubicBezTo>
                    <a:pt x="63" y="48"/>
                    <a:pt x="80" y="28"/>
                    <a:pt x="103" y="14"/>
                  </a:cubicBezTo>
                  <a:cubicBezTo>
                    <a:pt x="107" y="6"/>
                    <a:pt x="97" y="2"/>
                    <a:pt x="102" y="0"/>
                  </a:cubicBezTo>
                  <a:cubicBezTo>
                    <a:pt x="110" y="2"/>
                    <a:pt x="121" y="28"/>
                    <a:pt x="124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3" name="Freeform 38">
              <a:extLst>
                <a:ext uri="{FF2B5EF4-FFF2-40B4-BE49-F238E27FC236}">
                  <a16:creationId xmlns:a16="http://schemas.microsoft.com/office/drawing/2014/main" id="{C290AF30-39B5-8A06-559C-28C5571A92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560" y="4437698"/>
              <a:ext cx="307975" cy="287338"/>
            </a:xfrm>
            <a:custGeom>
              <a:avLst/>
              <a:gdLst>
                <a:gd name="T0" fmla="*/ 119 w 119"/>
                <a:gd name="T1" fmla="*/ 107 h 111"/>
                <a:gd name="T2" fmla="*/ 104 w 119"/>
                <a:gd name="T3" fmla="*/ 95 h 111"/>
                <a:gd name="T4" fmla="*/ 19 w 119"/>
                <a:gd name="T5" fmla="*/ 111 h 111"/>
                <a:gd name="T6" fmla="*/ 78 w 119"/>
                <a:gd name="T7" fmla="*/ 32 h 111"/>
                <a:gd name="T8" fmla="*/ 16 w 119"/>
                <a:gd name="T9" fmla="*/ 47 h 111"/>
                <a:gd name="T10" fmla="*/ 12 w 119"/>
                <a:gd name="T11" fmla="*/ 64 h 111"/>
                <a:gd name="T12" fmla="*/ 0 w 119"/>
                <a:gd name="T13" fmla="*/ 23 h 111"/>
                <a:gd name="T14" fmla="*/ 15 w 119"/>
                <a:gd name="T15" fmla="*/ 35 h 111"/>
                <a:gd name="T16" fmla="*/ 94 w 119"/>
                <a:gd name="T17" fmla="*/ 0 h 111"/>
                <a:gd name="T18" fmla="*/ 44 w 119"/>
                <a:gd name="T19" fmla="*/ 99 h 111"/>
                <a:gd name="T20" fmla="*/ 103 w 119"/>
                <a:gd name="T21" fmla="*/ 85 h 111"/>
                <a:gd name="T22" fmla="*/ 107 w 119"/>
                <a:gd name="T23" fmla="*/ 66 h 111"/>
                <a:gd name="T24" fmla="*/ 119 w 119"/>
                <a:gd name="T25" fmla="*/ 107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" h="111">
                  <a:moveTo>
                    <a:pt x="119" y="107"/>
                  </a:moveTo>
                  <a:cubicBezTo>
                    <a:pt x="108" y="109"/>
                    <a:pt x="111" y="96"/>
                    <a:pt x="104" y="95"/>
                  </a:cubicBezTo>
                  <a:cubicBezTo>
                    <a:pt x="77" y="96"/>
                    <a:pt x="45" y="110"/>
                    <a:pt x="19" y="111"/>
                  </a:cubicBezTo>
                  <a:cubicBezTo>
                    <a:pt x="33" y="80"/>
                    <a:pt x="61" y="61"/>
                    <a:pt x="78" y="32"/>
                  </a:cubicBezTo>
                  <a:cubicBezTo>
                    <a:pt x="61" y="33"/>
                    <a:pt x="34" y="39"/>
                    <a:pt x="16" y="47"/>
                  </a:cubicBezTo>
                  <a:cubicBezTo>
                    <a:pt x="14" y="51"/>
                    <a:pt x="16" y="61"/>
                    <a:pt x="12" y="64"/>
                  </a:cubicBezTo>
                  <a:cubicBezTo>
                    <a:pt x="4" y="56"/>
                    <a:pt x="5" y="37"/>
                    <a:pt x="0" y="23"/>
                  </a:cubicBezTo>
                  <a:cubicBezTo>
                    <a:pt x="11" y="21"/>
                    <a:pt x="8" y="34"/>
                    <a:pt x="15" y="35"/>
                  </a:cubicBezTo>
                  <a:cubicBezTo>
                    <a:pt x="45" y="29"/>
                    <a:pt x="88" y="33"/>
                    <a:pt x="94" y="0"/>
                  </a:cubicBezTo>
                  <a:cubicBezTo>
                    <a:pt x="118" y="42"/>
                    <a:pt x="56" y="68"/>
                    <a:pt x="44" y="99"/>
                  </a:cubicBezTo>
                  <a:cubicBezTo>
                    <a:pt x="65" y="95"/>
                    <a:pt x="85" y="91"/>
                    <a:pt x="103" y="85"/>
                  </a:cubicBezTo>
                  <a:cubicBezTo>
                    <a:pt x="105" y="80"/>
                    <a:pt x="103" y="71"/>
                    <a:pt x="107" y="66"/>
                  </a:cubicBezTo>
                  <a:cubicBezTo>
                    <a:pt x="115" y="75"/>
                    <a:pt x="114" y="95"/>
                    <a:pt x="119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4" name="Freeform 39">
              <a:extLst>
                <a:ext uri="{FF2B5EF4-FFF2-40B4-BE49-F238E27FC236}">
                  <a16:creationId xmlns:a16="http://schemas.microsoft.com/office/drawing/2014/main" id="{EC5ABF3C-40F8-0BEF-57C8-CD5583857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635" y="3866198"/>
              <a:ext cx="269875" cy="282575"/>
            </a:xfrm>
            <a:custGeom>
              <a:avLst/>
              <a:gdLst>
                <a:gd name="T0" fmla="*/ 100 w 104"/>
                <a:gd name="T1" fmla="*/ 0 h 109"/>
                <a:gd name="T2" fmla="*/ 100 w 104"/>
                <a:gd name="T3" fmla="*/ 30 h 109"/>
                <a:gd name="T4" fmla="*/ 29 w 104"/>
                <a:gd name="T5" fmla="*/ 83 h 109"/>
                <a:gd name="T6" fmla="*/ 96 w 104"/>
                <a:gd name="T7" fmla="*/ 68 h 109"/>
                <a:gd name="T8" fmla="*/ 99 w 104"/>
                <a:gd name="T9" fmla="*/ 109 h 109"/>
                <a:gd name="T10" fmla="*/ 87 w 104"/>
                <a:gd name="T11" fmla="*/ 92 h 109"/>
                <a:gd name="T12" fmla="*/ 1 w 104"/>
                <a:gd name="T13" fmla="*/ 91 h 109"/>
                <a:gd name="T14" fmla="*/ 78 w 104"/>
                <a:gd name="T15" fmla="*/ 26 h 109"/>
                <a:gd name="T16" fmla="*/ 13 w 104"/>
                <a:gd name="T17" fmla="*/ 28 h 109"/>
                <a:gd name="T18" fmla="*/ 7 w 104"/>
                <a:gd name="T19" fmla="*/ 43 h 109"/>
                <a:gd name="T20" fmla="*/ 5 w 104"/>
                <a:gd name="T21" fmla="*/ 1 h 109"/>
                <a:gd name="T22" fmla="*/ 12 w 104"/>
                <a:gd name="T23" fmla="*/ 15 h 109"/>
                <a:gd name="T24" fmla="*/ 88 w 104"/>
                <a:gd name="T25" fmla="*/ 15 h 109"/>
                <a:gd name="T26" fmla="*/ 95 w 104"/>
                <a:gd name="T27" fmla="*/ 0 h 109"/>
                <a:gd name="T28" fmla="*/ 100 w 104"/>
                <a:gd name="T2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9">
                  <a:moveTo>
                    <a:pt x="100" y="0"/>
                  </a:moveTo>
                  <a:cubicBezTo>
                    <a:pt x="100" y="10"/>
                    <a:pt x="100" y="20"/>
                    <a:pt x="100" y="30"/>
                  </a:cubicBezTo>
                  <a:cubicBezTo>
                    <a:pt x="76" y="47"/>
                    <a:pt x="52" y="66"/>
                    <a:pt x="29" y="83"/>
                  </a:cubicBezTo>
                  <a:cubicBezTo>
                    <a:pt x="52" y="86"/>
                    <a:pt x="95" y="93"/>
                    <a:pt x="96" y="68"/>
                  </a:cubicBezTo>
                  <a:cubicBezTo>
                    <a:pt x="104" y="73"/>
                    <a:pt x="100" y="100"/>
                    <a:pt x="99" y="109"/>
                  </a:cubicBezTo>
                  <a:cubicBezTo>
                    <a:pt x="91" y="107"/>
                    <a:pt x="94" y="93"/>
                    <a:pt x="87" y="92"/>
                  </a:cubicBezTo>
                  <a:cubicBezTo>
                    <a:pt x="58" y="91"/>
                    <a:pt x="27" y="95"/>
                    <a:pt x="1" y="91"/>
                  </a:cubicBezTo>
                  <a:cubicBezTo>
                    <a:pt x="22" y="63"/>
                    <a:pt x="55" y="50"/>
                    <a:pt x="78" y="26"/>
                  </a:cubicBezTo>
                  <a:cubicBezTo>
                    <a:pt x="62" y="28"/>
                    <a:pt x="29" y="24"/>
                    <a:pt x="13" y="28"/>
                  </a:cubicBezTo>
                  <a:cubicBezTo>
                    <a:pt x="10" y="30"/>
                    <a:pt x="11" y="39"/>
                    <a:pt x="7" y="43"/>
                  </a:cubicBezTo>
                  <a:cubicBezTo>
                    <a:pt x="0" y="36"/>
                    <a:pt x="3" y="10"/>
                    <a:pt x="5" y="1"/>
                  </a:cubicBezTo>
                  <a:cubicBezTo>
                    <a:pt x="12" y="1"/>
                    <a:pt x="8" y="12"/>
                    <a:pt x="12" y="15"/>
                  </a:cubicBezTo>
                  <a:cubicBezTo>
                    <a:pt x="35" y="19"/>
                    <a:pt x="66" y="21"/>
                    <a:pt x="88" y="15"/>
                  </a:cubicBezTo>
                  <a:cubicBezTo>
                    <a:pt x="91" y="11"/>
                    <a:pt x="95" y="7"/>
                    <a:pt x="95" y="0"/>
                  </a:cubicBezTo>
                  <a:cubicBezTo>
                    <a:pt x="96" y="0"/>
                    <a:pt x="99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5" name="Freeform 40">
              <a:extLst>
                <a:ext uri="{FF2B5EF4-FFF2-40B4-BE49-F238E27FC236}">
                  <a16:creationId xmlns:a16="http://schemas.microsoft.com/office/drawing/2014/main" id="{71683E3E-7FC7-D87B-D9C4-F28D7FD332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78635" y="4175760"/>
              <a:ext cx="269875" cy="271463"/>
            </a:xfrm>
            <a:custGeom>
              <a:avLst/>
              <a:gdLst>
                <a:gd name="T0" fmla="*/ 46 w 104"/>
                <a:gd name="T1" fmla="*/ 58 h 105"/>
                <a:gd name="T2" fmla="*/ 79 w 104"/>
                <a:gd name="T3" fmla="*/ 40 h 105"/>
                <a:gd name="T4" fmla="*/ 43 w 104"/>
                <a:gd name="T5" fmla="*/ 33 h 105"/>
                <a:gd name="T6" fmla="*/ 46 w 104"/>
                <a:gd name="T7" fmla="*/ 58 h 105"/>
                <a:gd name="T8" fmla="*/ 104 w 104"/>
                <a:gd name="T9" fmla="*/ 41 h 105"/>
                <a:gd name="T10" fmla="*/ 62 w 104"/>
                <a:gd name="T11" fmla="*/ 67 h 105"/>
                <a:gd name="T12" fmla="*/ 19 w 104"/>
                <a:gd name="T13" fmla="*/ 89 h 105"/>
                <a:gd name="T14" fmla="*/ 11 w 104"/>
                <a:gd name="T15" fmla="*/ 105 h 105"/>
                <a:gd name="T16" fmla="*/ 8 w 104"/>
                <a:gd name="T17" fmla="*/ 62 h 105"/>
                <a:gd name="T18" fmla="*/ 16 w 104"/>
                <a:gd name="T19" fmla="*/ 74 h 105"/>
                <a:gd name="T20" fmla="*/ 40 w 104"/>
                <a:gd name="T21" fmla="*/ 63 h 105"/>
                <a:gd name="T22" fmla="*/ 38 w 104"/>
                <a:gd name="T23" fmla="*/ 31 h 105"/>
                <a:gd name="T24" fmla="*/ 13 w 104"/>
                <a:gd name="T25" fmla="*/ 24 h 105"/>
                <a:gd name="T26" fmla="*/ 8 w 104"/>
                <a:gd name="T27" fmla="*/ 38 h 105"/>
                <a:gd name="T28" fmla="*/ 1 w 104"/>
                <a:gd name="T29" fmla="*/ 1 h 105"/>
                <a:gd name="T30" fmla="*/ 12 w 104"/>
                <a:gd name="T31" fmla="*/ 14 h 105"/>
                <a:gd name="T32" fmla="*/ 104 w 104"/>
                <a:gd name="T3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4" h="105">
                  <a:moveTo>
                    <a:pt x="46" y="58"/>
                  </a:moveTo>
                  <a:cubicBezTo>
                    <a:pt x="60" y="54"/>
                    <a:pt x="69" y="48"/>
                    <a:pt x="79" y="40"/>
                  </a:cubicBezTo>
                  <a:cubicBezTo>
                    <a:pt x="67" y="39"/>
                    <a:pt x="55" y="29"/>
                    <a:pt x="43" y="33"/>
                  </a:cubicBezTo>
                  <a:cubicBezTo>
                    <a:pt x="46" y="39"/>
                    <a:pt x="45" y="50"/>
                    <a:pt x="46" y="58"/>
                  </a:cubicBezTo>
                  <a:close/>
                  <a:moveTo>
                    <a:pt x="104" y="41"/>
                  </a:moveTo>
                  <a:cubicBezTo>
                    <a:pt x="95" y="55"/>
                    <a:pt x="77" y="59"/>
                    <a:pt x="62" y="67"/>
                  </a:cubicBezTo>
                  <a:cubicBezTo>
                    <a:pt x="47" y="74"/>
                    <a:pt x="34" y="83"/>
                    <a:pt x="19" y="89"/>
                  </a:cubicBezTo>
                  <a:cubicBezTo>
                    <a:pt x="17" y="96"/>
                    <a:pt x="17" y="105"/>
                    <a:pt x="11" y="105"/>
                  </a:cubicBezTo>
                  <a:cubicBezTo>
                    <a:pt x="12" y="89"/>
                    <a:pt x="5" y="73"/>
                    <a:pt x="8" y="62"/>
                  </a:cubicBezTo>
                  <a:cubicBezTo>
                    <a:pt x="14" y="62"/>
                    <a:pt x="12" y="71"/>
                    <a:pt x="16" y="74"/>
                  </a:cubicBezTo>
                  <a:cubicBezTo>
                    <a:pt x="25" y="72"/>
                    <a:pt x="32" y="67"/>
                    <a:pt x="40" y="63"/>
                  </a:cubicBezTo>
                  <a:cubicBezTo>
                    <a:pt x="41" y="50"/>
                    <a:pt x="38" y="43"/>
                    <a:pt x="38" y="31"/>
                  </a:cubicBezTo>
                  <a:cubicBezTo>
                    <a:pt x="32" y="22"/>
                    <a:pt x="25" y="25"/>
                    <a:pt x="13" y="24"/>
                  </a:cubicBezTo>
                  <a:cubicBezTo>
                    <a:pt x="7" y="24"/>
                    <a:pt x="13" y="36"/>
                    <a:pt x="8" y="38"/>
                  </a:cubicBezTo>
                  <a:cubicBezTo>
                    <a:pt x="0" y="33"/>
                    <a:pt x="3" y="14"/>
                    <a:pt x="1" y="1"/>
                  </a:cubicBezTo>
                  <a:cubicBezTo>
                    <a:pt x="10" y="0"/>
                    <a:pt x="8" y="10"/>
                    <a:pt x="12" y="14"/>
                  </a:cubicBezTo>
                  <a:cubicBezTo>
                    <a:pt x="41" y="24"/>
                    <a:pt x="76" y="29"/>
                    <a:pt x="104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</p:grpSp>
      <p:sp>
        <p:nvSpPr>
          <p:cNvPr id="5" name="椭圆 4">
            <a:extLst>
              <a:ext uri="{FF2B5EF4-FFF2-40B4-BE49-F238E27FC236}">
                <a16:creationId xmlns:a16="http://schemas.microsoft.com/office/drawing/2014/main" id="{32D2C551-1AF0-1441-97EE-1642CDC106F4}"/>
              </a:ext>
            </a:extLst>
          </p:cNvPr>
          <p:cNvSpPr/>
          <p:nvPr/>
        </p:nvSpPr>
        <p:spPr>
          <a:xfrm>
            <a:off x="2028715" y="1357323"/>
            <a:ext cx="377936" cy="3779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1</a:t>
            </a:r>
            <a:endParaRPr lang="zh-CN" altLang="en-US" sz="2400" dirty="0">
              <a:latin typeface="+mn-ea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669015C-A114-5D0A-C7D7-3D68548E11BD}"/>
              </a:ext>
            </a:extLst>
          </p:cNvPr>
          <p:cNvSpPr/>
          <p:nvPr/>
        </p:nvSpPr>
        <p:spPr>
          <a:xfrm>
            <a:off x="2028715" y="2315408"/>
            <a:ext cx="377936" cy="3779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2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B97842C-AB34-2318-FC72-899D0A02FBB1}"/>
              </a:ext>
            </a:extLst>
          </p:cNvPr>
          <p:cNvSpPr/>
          <p:nvPr/>
        </p:nvSpPr>
        <p:spPr>
          <a:xfrm>
            <a:off x="2028715" y="3273494"/>
            <a:ext cx="377936" cy="3779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3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BBCA9DA-C0E3-250E-2607-85F201711D92}"/>
              </a:ext>
            </a:extLst>
          </p:cNvPr>
          <p:cNvSpPr/>
          <p:nvPr/>
        </p:nvSpPr>
        <p:spPr>
          <a:xfrm>
            <a:off x="2028715" y="4250542"/>
            <a:ext cx="377936" cy="3779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4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9F4EA58-2D21-B096-DE43-601EDC08395A}"/>
              </a:ext>
            </a:extLst>
          </p:cNvPr>
          <p:cNvSpPr/>
          <p:nvPr/>
        </p:nvSpPr>
        <p:spPr>
          <a:xfrm>
            <a:off x="2028715" y="5192778"/>
            <a:ext cx="377936" cy="3779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5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3" name="文本占位符 22">
            <a:extLst>
              <a:ext uri="{FF2B5EF4-FFF2-40B4-BE49-F238E27FC236}">
                <a16:creationId xmlns:a16="http://schemas.microsoft.com/office/drawing/2014/main" id="{37A6DDFD-E504-8E3D-1AF2-321C9CE5B1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6819" y="1293686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4" name="文本占位符 22">
            <a:extLst>
              <a:ext uri="{FF2B5EF4-FFF2-40B4-BE49-F238E27FC236}">
                <a16:creationId xmlns:a16="http://schemas.microsoft.com/office/drawing/2014/main" id="{2B5AA712-64EC-5C09-FCF6-0225BD3B1B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96819" y="2245518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5" name="文本占位符 22">
            <a:extLst>
              <a:ext uri="{FF2B5EF4-FFF2-40B4-BE49-F238E27FC236}">
                <a16:creationId xmlns:a16="http://schemas.microsoft.com/office/drawing/2014/main" id="{F3C60BF2-0AC4-FA3C-8327-243CEE8C16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6819" y="3197350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6" name="文本占位符 22">
            <a:extLst>
              <a:ext uri="{FF2B5EF4-FFF2-40B4-BE49-F238E27FC236}">
                <a16:creationId xmlns:a16="http://schemas.microsoft.com/office/drawing/2014/main" id="{EE3E7D4F-980F-4A62-ECC7-94D085ACBA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96819" y="4149182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7" name="文本占位符 22">
            <a:extLst>
              <a:ext uri="{FF2B5EF4-FFF2-40B4-BE49-F238E27FC236}">
                <a16:creationId xmlns:a16="http://schemas.microsoft.com/office/drawing/2014/main" id="{A61553FE-DC04-10B5-6D4A-0465CE167B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96819" y="5101013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881038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（五节_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76B31C-484D-1243-346E-0D8FEF10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36020" y="6538913"/>
            <a:ext cx="601472" cy="319088"/>
          </a:xfrm>
        </p:spPr>
        <p:txBody>
          <a:bodyPr/>
          <a:lstStyle>
            <a:lvl1pPr>
              <a:defRPr lang="en-US" altLang="zh-CN" sz="1600" kern="1200" dirty="0" smtClean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05389D-C31E-4256-1684-8F4385C7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2112" y="6538913"/>
            <a:ext cx="673608" cy="319088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C87181AA-4DAD-42D9-B724-3F8AD1554AD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8EC224A-60D3-3041-D2B7-8A3EFFA30928}"/>
              </a:ext>
            </a:extLst>
          </p:cNvPr>
          <p:cNvGrpSpPr/>
          <p:nvPr userDrawn="1"/>
        </p:nvGrpSpPr>
        <p:grpSpPr>
          <a:xfrm>
            <a:off x="9371152" y="825910"/>
            <a:ext cx="4209136" cy="5349742"/>
            <a:chOff x="1508760" y="1972310"/>
            <a:chExt cx="3309937" cy="4206875"/>
          </a:xfrm>
          <a:solidFill>
            <a:schemeClr val="accent1">
              <a:alpha val="15000"/>
            </a:schemeClr>
          </a:solidFill>
        </p:grpSpPr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B1B0C16C-5953-AFF3-A85A-6BF2B1EB5F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08760" y="1972310"/>
              <a:ext cx="3309937" cy="4206875"/>
            </a:xfrm>
            <a:custGeom>
              <a:avLst/>
              <a:gdLst>
                <a:gd name="T0" fmla="*/ 1226 w 1275"/>
                <a:gd name="T1" fmla="*/ 588 h 1621"/>
                <a:gd name="T2" fmla="*/ 1228 w 1275"/>
                <a:gd name="T3" fmla="*/ 60 h 1621"/>
                <a:gd name="T4" fmla="*/ 935 w 1275"/>
                <a:gd name="T5" fmla="*/ 117 h 1621"/>
                <a:gd name="T6" fmla="*/ 644 w 1275"/>
                <a:gd name="T7" fmla="*/ 51 h 1621"/>
                <a:gd name="T8" fmla="*/ 88 w 1275"/>
                <a:gd name="T9" fmla="*/ 72 h 1621"/>
                <a:gd name="T10" fmla="*/ 59 w 1275"/>
                <a:gd name="T11" fmla="*/ 63 h 1621"/>
                <a:gd name="T12" fmla="*/ 61 w 1275"/>
                <a:gd name="T13" fmla="*/ 589 h 1621"/>
                <a:gd name="T14" fmla="*/ 96 w 1275"/>
                <a:gd name="T15" fmla="*/ 1079 h 1621"/>
                <a:gd name="T16" fmla="*/ 308 w 1275"/>
                <a:gd name="T17" fmla="*/ 1392 h 1621"/>
                <a:gd name="T18" fmla="*/ 646 w 1275"/>
                <a:gd name="T19" fmla="*/ 1572 h 1621"/>
                <a:gd name="T20" fmla="*/ 980 w 1275"/>
                <a:gd name="T21" fmla="*/ 1392 h 1621"/>
                <a:gd name="T22" fmla="*/ 1190 w 1275"/>
                <a:gd name="T23" fmla="*/ 1079 h 1621"/>
                <a:gd name="T24" fmla="*/ 1226 w 1275"/>
                <a:gd name="T25" fmla="*/ 588 h 1621"/>
                <a:gd name="T26" fmla="*/ 1267 w 1275"/>
                <a:gd name="T27" fmla="*/ 3 h 1621"/>
                <a:gd name="T28" fmla="*/ 1265 w 1275"/>
                <a:gd name="T29" fmla="*/ 566 h 1621"/>
                <a:gd name="T30" fmla="*/ 1228 w 1275"/>
                <a:gd name="T31" fmla="*/ 1092 h 1621"/>
                <a:gd name="T32" fmla="*/ 996 w 1275"/>
                <a:gd name="T33" fmla="*/ 1418 h 1621"/>
                <a:gd name="T34" fmla="*/ 643 w 1275"/>
                <a:gd name="T35" fmla="*/ 1621 h 1621"/>
                <a:gd name="T36" fmla="*/ 336 w 1275"/>
                <a:gd name="T37" fmla="*/ 1452 h 1621"/>
                <a:gd name="T38" fmla="*/ 107 w 1275"/>
                <a:gd name="T39" fmla="*/ 1203 h 1621"/>
                <a:gd name="T40" fmla="*/ 41 w 1275"/>
                <a:gd name="T41" fmla="*/ 1028 h 1621"/>
                <a:gd name="T42" fmla="*/ 17 w 1275"/>
                <a:gd name="T43" fmla="*/ 318 h 1621"/>
                <a:gd name="T44" fmla="*/ 17 w 1275"/>
                <a:gd name="T45" fmla="*/ 0 h 1621"/>
                <a:gd name="T46" fmla="*/ 331 w 1275"/>
                <a:gd name="T47" fmla="*/ 82 h 1621"/>
                <a:gd name="T48" fmla="*/ 644 w 1275"/>
                <a:gd name="T49" fmla="*/ 7 h 1621"/>
                <a:gd name="T50" fmla="*/ 962 w 1275"/>
                <a:gd name="T51" fmla="*/ 82 h 1621"/>
                <a:gd name="T52" fmla="*/ 1238 w 1275"/>
                <a:gd name="T53" fmla="*/ 17 h 1621"/>
                <a:gd name="T54" fmla="*/ 1267 w 1275"/>
                <a:gd name="T55" fmla="*/ 3 h 1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5" h="1621">
                  <a:moveTo>
                    <a:pt x="1226" y="588"/>
                  </a:moveTo>
                  <a:cubicBezTo>
                    <a:pt x="1226" y="410"/>
                    <a:pt x="1227" y="232"/>
                    <a:pt x="1228" y="60"/>
                  </a:cubicBezTo>
                  <a:cubicBezTo>
                    <a:pt x="1146" y="96"/>
                    <a:pt x="1049" y="120"/>
                    <a:pt x="935" y="117"/>
                  </a:cubicBezTo>
                  <a:cubicBezTo>
                    <a:pt x="827" y="116"/>
                    <a:pt x="720" y="94"/>
                    <a:pt x="644" y="51"/>
                  </a:cubicBezTo>
                  <a:cubicBezTo>
                    <a:pt x="511" y="134"/>
                    <a:pt x="242" y="136"/>
                    <a:pt x="88" y="72"/>
                  </a:cubicBezTo>
                  <a:cubicBezTo>
                    <a:pt x="79" y="68"/>
                    <a:pt x="68" y="60"/>
                    <a:pt x="59" y="63"/>
                  </a:cubicBezTo>
                  <a:cubicBezTo>
                    <a:pt x="57" y="236"/>
                    <a:pt x="61" y="413"/>
                    <a:pt x="61" y="589"/>
                  </a:cubicBezTo>
                  <a:cubicBezTo>
                    <a:pt x="61" y="769"/>
                    <a:pt x="50" y="941"/>
                    <a:pt x="96" y="1079"/>
                  </a:cubicBezTo>
                  <a:cubicBezTo>
                    <a:pt x="140" y="1211"/>
                    <a:pt x="213" y="1316"/>
                    <a:pt x="308" y="1392"/>
                  </a:cubicBezTo>
                  <a:cubicBezTo>
                    <a:pt x="404" y="1466"/>
                    <a:pt x="529" y="1507"/>
                    <a:pt x="646" y="1572"/>
                  </a:cubicBezTo>
                  <a:cubicBezTo>
                    <a:pt x="760" y="1505"/>
                    <a:pt x="885" y="1467"/>
                    <a:pt x="980" y="1392"/>
                  </a:cubicBezTo>
                  <a:cubicBezTo>
                    <a:pt x="1074" y="1314"/>
                    <a:pt x="1148" y="1212"/>
                    <a:pt x="1190" y="1079"/>
                  </a:cubicBezTo>
                  <a:cubicBezTo>
                    <a:pt x="1233" y="940"/>
                    <a:pt x="1226" y="768"/>
                    <a:pt x="1226" y="588"/>
                  </a:cubicBezTo>
                  <a:close/>
                  <a:moveTo>
                    <a:pt x="1267" y="3"/>
                  </a:moveTo>
                  <a:cubicBezTo>
                    <a:pt x="1275" y="189"/>
                    <a:pt x="1259" y="379"/>
                    <a:pt x="1265" y="566"/>
                  </a:cubicBezTo>
                  <a:cubicBezTo>
                    <a:pt x="1270" y="752"/>
                    <a:pt x="1275" y="946"/>
                    <a:pt x="1228" y="1092"/>
                  </a:cubicBezTo>
                  <a:cubicBezTo>
                    <a:pt x="1183" y="1231"/>
                    <a:pt x="1098" y="1340"/>
                    <a:pt x="996" y="1418"/>
                  </a:cubicBezTo>
                  <a:cubicBezTo>
                    <a:pt x="891" y="1499"/>
                    <a:pt x="760" y="1545"/>
                    <a:pt x="643" y="1621"/>
                  </a:cubicBezTo>
                  <a:cubicBezTo>
                    <a:pt x="543" y="1551"/>
                    <a:pt x="430" y="1514"/>
                    <a:pt x="336" y="1452"/>
                  </a:cubicBezTo>
                  <a:cubicBezTo>
                    <a:pt x="242" y="1390"/>
                    <a:pt x="165" y="1307"/>
                    <a:pt x="107" y="1203"/>
                  </a:cubicBezTo>
                  <a:cubicBezTo>
                    <a:pt x="78" y="1150"/>
                    <a:pt x="54" y="1092"/>
                    <a:pt x="41" y="1028"/>
                  </a:cubicBezTo>
                  <a:cubicBezTo>
                    <a:pt x="0" y="825"/>
                    <a:pt x="33" y="554"/>
                    <a:pt x="17" y="318"/>
                  </a:cubicBezTo>
                  <a:cubicBezTo>
                    <a:pt x="17" y="212"/>
                    <a:pt x="17" y="106"/>
                    <a:pt x="17" y="0"/>
                  </a:cubicBezTo>
                  <a:cubicBezTo>
                    <a:pt x="98" y="48"/>
                    <a:pt x="205" y="82"/>
                    <a:pt x="331" y="82"/>
                  </a:cubicBezTo>
                  <a:cubicBezTo>
                    <a:pt x="452" y="82"/>
                    <a:pt x="563" y="60"/>
                    <a:pt x="644" y="7"/>
                  </a:cubicBezTo>
                  <a:cubicBezTo>
                    <a:pt x="720" y="60"/>
                    <a:pt x="837" y="82"/>
                    <a:pt x="962" y="82"/>
                  </a:cubicBezTo>
                  <a:cubicBezTo>
                    <a:pt x="1067" y="82"/>
                    <a:pt x="1166" y="55"/>
                    <a:pt x="1238" y="17"/>
                  </a:cubicBezTo>
                  <a:cubicBezTo>
                    <a:pt x="1250" y="11"/>
                    <a:pt x="1260" y="2"/>
                    <a:pt x="1267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E8FFA7DF-B644-4817-3099-3219A1B2E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7523" y="3866198"/>
              <a:ext cx="269875" cy="249238"/>
            </a:xfrm>
            <a:custGeom>
              <a:avLst/>
              <a:gdLst>
                <a:gd name="T0" fmla="*/ 98 w 104"/>
                <a:gd name="T1" fmla="*/ 26 h 96"/>
                <a:gd name="T2" fmla="*/ 98 w 104"/>
                <a:gd name="T3" fmla="*/ 73 h 96"/>
                <a:gd name="T4" fmla="*/ 93 w 104"/>
                <a:gd name="T5" fmla="*/ 58 h 96"/>
                <a:gd name="T6" fmla="*/ 15 w 104"/>
                <a:gd name="T7" fmla="*/ 82 h 96"/>
                <a:gd name="T8" fmla="*/ 6 w 104"/>
                <a:gd name="T9" fmla="*/ 96 h 96"/>
                <a:gd name="T10" fmla="*/ 5 w 104"/>
                <a:gd name="T11" fmla="*/ 53 h 96"/>
                <a:gd name="T12" fmla="*/ 10 w 104"/>
                <a:gd name="T13" fmla="*/ 66 h 96"/>
                <a:gd name="T14" fmla="*/ 51 w 104"/>
                <a:gd name="T15" fmla="*/ 47 h 96"/>
                <a:gd name="T16" fmla="*/ 15 w 104"/>
                <a:gd name="T17" fmla="*/ 22 h 96"/>
                <a:gd name="T18" fmla="*/ 6 w 104"/>
                <a:gd name="T19" fmla="*/ 35 h 96"/>
                <a:gd name="T20" fmla="*/ 5 w 104"/>
                <a:gd name="T21" fmla="*/ 0 h 96"/>
                <a:gd name="T22" fmla="*/ 10 w 104"/>
                <a:gd name="T23" fmla="*/ 0 h 96"/>
                <a:gd name="T24" fmla="*/ 92 w 104"/>
                <a:gd name="T25" fmla="*/ 40 h 96"/>
                <a:gd name="T26" fmla="*/ 98 w 104"/>
                <a:gd name="T27" fmla="*/ 2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96">
                  <a:moveTo>
                    <a:pt x="98" y="26"/>
                  </a:moveTo>
                  <a:cubicBezTo>
                    <a:pt x="104" y="35"/>
                    <a:pt x="99" y="57"/>
                    <a:pt x="98" y="73"/>
                  </a:cubicBezTo>
                  <a:cubicBezTo>
                    <a:pt x="92" y="73"/>
                    <a:pt x="97" y="62"/>
                    <a:pt x="93" y="58"/>
                  </a:cubicBezTo>
                  <a:cubicBezTo>
                    <a:pt x="56" y="49"/>
                    <a:pt x="38" y="72"/>
                    <a:pt x="15" y="82"/>
                  </a:cubicBezTo>
                  <a:cubicBezTo>
                    <a:pt x="11" y="84"/>
                    <a:pt x="10" y="92"/>
                    <a:pt x="6" y="96"/>
                  </a:cubicBezTo>
                  <a:cubicBezTo>
                    <a:pt x="0" y="90"/>
                    <a:pt x="2" y="63"/>
                    <a:pt x="5" y="53"/>
                  </a:cubicBezTo>
                  <a:cubicBezTo>
                    <a:pt x="10" y="53"/>
                    <a:pt x="9" y="62"/>
                    <a:pt x="10" y="66"/>
                  </a:cubicBezTo>
                  <a:cubicBezTo>
                    <a:pt x="26" y="62"/>
                    <a:pt x="35" y="50"/>
                    <a:pt x="51" y="47"/>
                  </a:cubicBezTo>
                  <a:cubicBezTo>
                    <a:pt x="42" y="36"/>
                    <a:pt x="28" y="29"/>
                    <a:pt x="15" y="22"/>
                  </a:cubicBezTo>
                  <a:cubicBezTo>
                    <a:pt x="6" y="20"/>
                    <a:pt x="13" y="35"/>
                    <a:pt x="6" y="35"/>
                  </a:cubicBezTo>
                  <a:cubicBezTo>
                    <a:pt x="0" y="30"/>
                    <a:pt x="7" y="11"/>
                    <a:pt x="5" y="0"/>
                  </a:cubicBezTo>
                  <a:cubicBezTo>
                    <a:pt x="6" y="0"/>
                    <a:pt x="9" y="0"/>
                    <a:pt x="10" y="0"/>
                  </a:cubicBezTo>
                  <a:cubicBezTo>
                    <a:pt x="24" y="25"/>
                    <a:pt x="53" y="47"/>
                    <a:pt x="92" y="40"/>
                  </a:cubicBezTo>
                  <a:cubicBezTo>
                    <a:pt x="97" y="39"/>
                    <a:pt x="93" y="28"/>
                    <a:pt x="98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5DBCCBBB-5E1B-5C78-2097-9355459CD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348" y="4140835"/>
              <a:ext cx="265112" cy="244475"/>
            </a:xfrm>
            <a:custGeom>
              <a:avLst/>
              <a:gdLst>
                <a:gd name="T0" fmla="*/ 98 w 102"/>
                <a:gd name="T1" fmla="*/ 27 h 94"/>
                <a:gd name="T2" fmla="*/ 98 w 102"/>
                <a:gd name="T3" fmla="*/ 72 h 94"/>
                <a:gd name="T4" fmla="*/ 93 w 102"/>
                <a:gd name="T5" fmla="*/ 58 h 94"/>
                <a:gd name="T6" fmla="*/ 10 w 102"/>
                <a:gd name="T7" fmla="*/ 53 h 94"/>
                <a:gd name="T8" fmla="*/ 28 w 102"/>
                <a:gd name="T9" fmla="*/ 89 h 94"/>
                <a:gd name="T10" fmla="*/ 0 w 102"/>
                <a:gd name="T11" fmla="*/ 89 h 94"/>
                <a:gd name="T12" fmla="*/ 3 w 102"/>
                <a:gd name="T13" fmla="*/ 3 h 94"/>
                <a:gd name="T14" fmla="*/ 30 w 102"/>
                <a:gd name="T15" fmla="*/ 5 h 94"/>
                <a:gd name="T16" fmla="*/ 10 w 102"/>
                <a:gd name="T17" fmla="*/ 37 h 94"/>
                <a:gd name="T18" fmla="*/ 89 w 102"/>
                <a:gd name="T19" fmla="*/ 40 h 94"/>
                <a:gd name="T20" fmla="*/ 98 w 102"/>
                <a:gd name="T21" fmla="*/ 2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94">
                  <a:moveTo>
                    <a:pt x="98" y="27"/>
                  </a:moveTo>
                  <a:cubicBezTo>
                    <a:pt x="102" y="33"/>
                    <a:pt x="99" y="61"/>
                    <a:pt x="98" y="72"/>
                  </a:cubicBezTo>
                  <a:cubicBezTo>
                    <a:pt x="91" y="72"/>
                    <a:pt x="93" y="65"/>
                    <a:pt x="93" y="58"/>
                  </a:cubicBezTo>
                  <a:cubicBezTo>
                    <a:pt x="67" y="53"/>
                    <a:pt x="35" y="57"/>
                    <a:pt x="10" y="53"/>
                  </a:cubicBezTo>
                  <a:cubicBezTo>
                    <a:pt x="0" y="73"/>
                    <a:pt x="21" y="78"/>
                    <a:pt x="28" y="89"/>
                  </a:cubicBezTo>
                  <a:cubicBezTo>
                    <a:pt x="21" y="94"/>
                    <a:pt x="10" y="89"/>
                    <a:pt x="0" y="89"/>
                  </a:cubicBezTo>
                  <a:cubicBezTo>
                    <a:pt x="2" y="61"/>
                    <a:pt x="2" y="32"/>
                    <a:pt x="3" y="3"/>
                  </a:cubicBezTo>
                  <a:cubicBezTo>
                    <a:pt x="12" y="4"/>
                    <a:pt x="24" y="0"/>
                    <a:pt x="30" y="5"/>
                  </a:cubicBezTo>
                  <a:cubicBezTo>
                    <a:pt x="23" y="15"/>
                    <a:pt x="3" y="14"/>
                    <a:pt x="10" y="37"/>
                  </a:cubicBezTo>
                  <a:cubicBezTo>
                    <a:pt x="35" y="40"/>
                    <a:pt x="57" y="40"/>
                    <a:pt x="89" y="40"/>
                  </a:cubicBezTo>
                  <a:cubicBezTo>
                    <a:pt x="95" y="39"/>
                    <a:pt x="91" y="28"/>
                    <a:pt x="98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AC83772D-8A91-F3BD-5AC9-C5C530D2F8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2223" y="2431098"/>
              <a:ext cx="765175" cy="695325"/>
            </a:xfrm>
            <a:custGeom>
              <a:avLst/>
              <a:gdLst>
                <a:gd name="T0" fmla="*/ 47 w 295"/>
                <a:gd name="T1" fmla="*/ 102 h 268"/>
                <a:gd name="T2" fmla="*/ 56 w 295"/>
                <a:gd name="T3" fmla="*/ 77 h 268"/>
                <a:gd name="T4" fmla="*/ 56 w 295"/>
                <a:gd name="T5" fmla="*/ 77 h 268"/>
                <a:gd name="T6" fmla="*/ 92 w 295"/>
                <a:gd name="T7" fmla="*/ 116 h 268"/>
                <a:gd name="T8" fmla="*/ 107 w 295"/>
                <a:gd name="T9" fmla="*/ 124 h 268"/>
                <a:gd name="T10" fmla="*/ 83 w 295"/>
                <a:gd name="T11" fmla="*/ 69 h 268"/>
                <a:gd name="T12" fmla="*/ 119 w 295"/>
                <a:gd name="T13" fmla="*/ 55 h 268"/>
                <a:gd name="T14" fmla="*/ 119 w 295"/>
                <a:gd name="T15" fmla="*/ 55 h 268"/>
                <a:gd name="T16" fmla="*/ 114 w 295"/>
                <a:gd name="T17" fmla="*/ 16 h 268"/>
                <a:gd name="T18" fmla="*/ 143 w 295"/>
                <a:gd name="T19" fmla="*/ 133 h 268"/>
                <a:gd name="T20" fmla="*/ 130 w 295"/>
                <a:gd name="T21" fmla="*/ 84 h 268"/>
                <a:gd name="T22" fmla="*/ 107 w 295"/>
                <a:gd name="T23" fmla="*/ 88 h 268"/>
                <a:gd name="T24" fmla="*/ 60 w 295"/>
                <a:gd name="T25" fmla="*/ 111 h 268"/>
                <a:gd name="T26" fmla="*/ 77 w 295"/>
                <a:gd name="T27" fmla="*/ 97 h 268"/>
                <a:gd name="T28" fmla="*/ 88 w 295"/>
                <a:gd name="T29" fmla="*/ 106 h 268"/>
                <a:gd name="T30" fmla="*/ 143 w 295"/>
                <a:gd name="T31" fmla="*/ 133 h 268"/>
                <a:gd name="T32" fmla="*/ 146 w 295"/>
                <a:gd name="T33" fmla="*/ 25 h 268"/>
                <a:gd name="T34" fmla="*/ 147 w 295"/>
                <a:gd name="T35" fmla="*/ 34 h 268"/>
                <a:gd name="T36" fmla="*/ 151 w 295"/>
                <a:gd name="T37" fmla="*/ 183 h 268"/>
                <a:gd name="T38" fmla="*/ 109 w 295"/>
                <a:gd name="T39" fmla="*/ 147 h 268"/>
                <a:gd name="T40" fmla="*/ 97 w 295"/>
                <a:gd name="T41" fmla="*/ 133 h 268"/>
                <a:gd name="T42" fmla="*/ 97 w 295"/>
                <a:gd name="T43" fmla="*/ 158 h 268"/>
                <a:gd name="T44" fmla="*/ 148 w 295"/>
                <a:gd name="T45" fmla="*/ 201 h 268"/>
                <a:gd name="T46" fmla="*/ 134 w 295"/>
                <a:gd name="T47" fmla="*/ 214 h 268"/>
                <a:gd name="T48" fmla="*/ 109 w 295"/>
                <a:gd name="T49" fmla="*/ 240 h 268"/>
                <a:gd name="T50" fmla="*/ 140 w 295"/>
                <a:gd name="T51" fmla="*/ 224 h 268"/>
                <a:gd name="T52" fmla="*/ 158 w 295"/>
                <a:gd name="T53" fmla="*/ 215 h 268"/>
                <a:gd name="T54" fmla="*/ 146 w 295"/>
                <a:gd name="T55" fmla="*/ 153 h 268"/>
                <a:gd name="T56" fmla="*/ 159 w 295"/>
                <a:gd name="T57" fmla="*/ 159 h 268"/>
                <a:gd name="T58" fmla="*/ 164 w 295"/>
                <a:gd name="T59" fmla="*/ 136 h 268"/>
                <a:gd name="T60" fmla="*/ 200 w 295"/>
                <a:gd name="T61" fmla="*/ 129 h 268"/>
                <a:gd name="T62" fmla="*/ 193 w 295"/>
                <a:gd name="T63" fmla="*/ 120 h 268"/>
                <a:gd name="T64" fmla="*/ 200 w 295"/>
                <a:gd name="T65" fmla="*/ 129 h 268"/>
                <a:gd name="T66" fmla="*/ 242 w 295"/>
                <a:gd name="T67" fmla="*/ 133 h 268"/>
                <a:gd name="T68" fmla="*/ 263 w 295"/>
                <a:gd name="T69" fmla="*/ 206 h 268"/>
                <a:gd name="T70" fmla="*/ 244 w 295"/>
                <a:gd name="T71" fmla="*/ 168 h 268"/>
                <a:gd name="T72" fmla="*/ 241 w 295"/>
                <a:gd name="T73" fmla="*/ 177 h 268"/>
                <a:gd name="T74" fmla="*/ 270 w 295"/>
                <a:gd name="T75" fmla="*/ 155 h 268"/>
                <a:gd name="T76" fmla="*/ 255 w 295"/>
                <a:gd name="T77" fmla="*/ 155 h 268"/>
                <a:gd name="T78" fmla="*/ 270 w 295"/>
                <a:gd name="T79" fmla="*/ 183 h 268"/>
                <a:gd name="T80" fmla="*/ 270 w 295"/>
                <a:gd name="T81" fmla="*/ 183 h 268"/>
                <a:gd name="T82" fmla="*/ 283 w 295"/>
                <a:gd name="T83" fmla="*/ 252 h 268"/>
                <a:gd name="T84" fmla="*/ 231 w 295"/>
                <a:gd name="T85" fmla="*/ 217 h 268"/>
                <a:gd name="T86" fmla="*/ 160 w 295"/>
                <a:gd name="T87" fmla="*/ 264 h 268"/>
                <a:gd name="T88" fmla="*/ 107 w 295"/>
                <a:gd name="T89" fmla="*/ 224 h 268"/>
                <a:gd name="T90" fmla="*/ 30 w 295"/>
                <a:gd name="T91" fmla="*/ 258 h 268"/>
                <a:gd name="T92" fmla="*/ 19 w 295"/>
                <a:gd name="T93" fmla="*/ 224 h 268"/>
                <a:gd name="T94" fmla="*/ 64 w 295"/>
                <a:gd name="T95" fmla="*/ 48 h 268"/>
                <a:gd name="T96" fmla="*/ 85 w 295"/>
                <a:gd name="T97" fmla="*/ 5 h 268"/>
                <a:gd name="T98" fmla="*/ 160 w 295"/>
                <a:gd name="T99" fmla="*/ 76 h 268"/>
                <a:gd name="T100" fmla="*/ 208 w 295"/>
                <a:gd name="T101" fmla="*/ 107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95" h="268">
                  <a:moveTo>
                    <a:pt x="42" y="115"/>
                  </a:moveTo>
                  <a:cubicBezTo>
                    <a:pt x="49" y="117"/>
                    <a:pt x="50" y="105"/>
                    <a:pt x="47" y="102"/>
                  </a:cubicBezTo>
                  <a:cubicBezTo>
                    <a:pt x="44" y="106"/>
                    <a:pt x="41" y="109"/>
                    <a:pt x="42" y="115"/>
                  </a:cubicBezTo>
                  <a:close/>
                  <a:moveTo>
                    <a:pt x="56" y="77"/>
                  </a:moveTo>
                  <a:cubicBezTo>
                    <a:pt x="63" y="76"/>
                    <a:pt x="68" y="73"/>
                    <a:pt x="68" y="64"/>
                  </a:cubicBezTo>
                  <a:cubicBezTo>
                    <a:pt x="61" y="60"/>
                    <a:pt x="55" y="68"/>
                    <a:pt x="56" y="77"/>
                  </a:cubicBezTo>
                  <a:close/>
                  <a:moveTo>
                    <a:pt x="107" y="124"/>
                  </a:moveTo>
                  <a:cubicBezTo>
                    <a:pt x="107" y="116"/>
                    <a:pt x="98" y="112"/>
                    <a:pt x="92" y="116"/>
                  </a:cubicBezTo>
                  <a:cubicBezTo>
                    <a:pt x="91" y="122"/>
                    <a:pt x="97" y="124"/>
                    <a:pt x="97" y="129"/>
                  </a:cubicBezTo>
                  <a:cubicBezTo>
                    <a:pt x="102" y="129"/>
                    <a:pt x="103" y="125"/>
                    <a:pt x="107" y="124"/>
                  </a:cubicBezTo>
                  <a:close/>
                  <a:moveTo>
                    <a:pt x="105" y="69"/>
                  </a:moveTo>
                  <a:cubicBezTo>
                    <a:pt x="107" y="59"/>
                    <a:pt x="83" y="59"/>
                    <a:pt x="83" y="69"/>
                  </a:cubicBezTo>
                  <a:cubicBezTo>
                    <a:pt x="90" y="72"/>
                    <a:pt x="97" y="67"/>
                    <a:pt x="105" y="69"/>
                  </a:cubicBezTo>
                  <a:close/>
                  <a:moveTo>
                    <a:pt x="119" y="55"/>
                  </a:moveTo>
                  <a:cubicBezTo>
                    <a:pt x="116" y="38"/>
                    <a:pt x="103" y="31"/>
                    <a:pt x="90" y="25"/>
                  </a:cubicBezTo>
                  <a:cubicBezTo>
                    <a:pt x="96" y="39"/>
                    <a:pt x="108" y="48"/>
                    <a:pt x="119" y="55"/>
                  </a:cubicBezTo>
                  <a:close/>
                  <a:moveTo>
                    <a:pt x="123" y="38"/>
                  </a:moveTo>
                  <a:cubicBezTo>
                    <a:pt x="118" y="33"/>
                    <a:pt x="120" y="20"/>
                    <a:pt x="114" y="16"/>
                  </a:cubicBezTo>
                  <a:cubicBezTo>
                    <a:pt x="109" y="25"/>
                    <a:pt x="115" y="36"/>
                    <a:pt x="123" y="38"/>
                  </a:cubicBezTo>
                  <a:close/>
                  <a:moveTo>
                    <a:pt x="143" y="133"/>
                  </a:moveTo>
                  <a:cubicBezTo>
                    <a:pt x="157" y="112"/>
                    <a:pt x="114" y="109"/>
                    <a:pt x="105" y="93"/>
                  </a:cubicBezTo>
                  <a:cubicBezTo>
                    <a:pt x="120" y="96"/>
                    <a:pt x="116" y="74"/>
                    <a:pt x="130" y="84"/>
                  </a:cubicBezTo>
                  <a:cubicBezTo>
                    <a:pt x="129" y="78"/>
                    <a:pt x="125" y="74"/>
                    <a:pt x="121" y="72"/>
                  </a:cubicBezTo>
                  <a:cubicBezTo>
                    <a:pt x="116" y="78"/>
                    <a:pt x="115" y="86"/>
                    <a:pt x="107" y="88"/>
                  </a:cubicBezTo>
                  <a:cubicBezTo>
                    <a:pt x="92" y="79"/>
                    <a:pt x="65" y="77"/>
                    <a:pt x="55" y="91"/>
                  </a:cubicBezTo>
                  <a:cubicBezTo>
                    <a:pt x="56" y="98"/>
                    <a:pt x="53" y="111"/>
                    <a:pt x="60" y="111"/>
                  </a:cubicBezTo>
                  <a:cubicBezTo>
                    <a:pt x="66" y="106"/>
                    <a:pt x="64" y="93"/>
                    <a:pt x="72" y="91"/>
                  </a:cubicBezTo>
                  <a:cubicBezTo>
                    <a:pt x="75" y="92"/>
                    <a:pt x="77" y="95"/>
                    <a:pt x="77" y="97"/>
                  </a:cubicBezTo>
                  <a:cubicBezTo>
                    <a:pt x="74" y="103"/>
                    <a:pt x="75" y="112"/>
                    <a:pt x="77" y="120"/>
                  </a:cubicBezTo>
                  <a:cubicBezTo>
                    <a:pt x="86" y="120"/>
                    <a:pt x="82" y="109"/>
                    <a:pt x="88" y="106"/>
                  </a:cubicBezTo>
                  <a:cubicBezTo>
                    <a:pt x="107" y="98"/>
                    <a:pt x="108" y="120"/>
                    <a:pt x="125" y="112"/>
                  </a:cubicBezTo>
                  <a:cubicBezTo>
                    <a:pt x="132" y="119"/>
                    <a:pt x="137" y="126"/>
                    <a:pt x="143" y="133"/>
                  </a:cubicBezTo>
                  <a:close/>
                  <a:moveTo>
                    <a:pt x="147" y="34"/>
                  </a:moveTo>
                  <a:cubicBezTo>
                    <a:pt x="148" y="30"/>
                    <a:pt x="147" y="28"/>
                    <a:pt x="146" y="25"/>
                  </a:cubicBezTo>
                  <a:cubicBezTo>
                    <a:pt x="143" y="25"/>
                    <a:pt x="142" y="25"/>
                    <a:pt x="140" y="25"/>
                  </a:cubicBezTo>
                  <a:cubicBezTo>
                    <a:pt x="141" y="29"/>
                    <a:pt x="142" y="34"/>
                    <a:pt x="147" y="34"/>
                  </a:cubicBezTo>
                  <a:close/>
                  <a:moveTo>
                    <a:pt x="148" y="201"/>
                  </a:moveTo>
                  <a:cubicBezTo>
                    <a:pt x="152" y="195"/>
                    <a:pt x="151" y="191"/>
                    <a:pt x="151" y="183"/>
                  </a:cubicBezTo>
                  <a:cubicBezTo>
                    <a:pt x="132" y="176"/>
                    <a:pt x="103" y="179"/>
                    <a:pt x="102" y="154"/>
                  </a:cubicBezTo>
                  <a:cubicBezTo>
                    <a:pt x="101" y="149"/>
                    <a:pt x="110" y="154"/>
                    <a:pt x="109" y="147"/>
                  </a:cubicBezTo>
                  <a:cubicBezTo>
                    <a:pt x="104" y="143"/>
                    <a:pt x="99" y="154"/>
                    <a:pt x="93" y="149"/>
                  </a:cubicBezTo>
                  <a:cubicBezTo>
                    <a:pt x="93" y="143"/>
                    <a:pt x="102" y="138"/>
                    <a:pt x="97" y="133"/>
                  </a:cubicBezTo>
                  <a:cubicBezTo>
                    <a:pt x="96" y="139"/>
                    <a:pt x="85" y="135"/>
                    <a:pt x="77" y="136"/>
                  </a:cubicBezTo>
                  <a:cubicBezTo>
                    <a:pt x="77" y="150"/>
                    <a:pt x="82" y="159"/>
                    <a:pt x="97" y="158"/>
                  </a:cubicBezTo>
                  <a:cubicBezTo>
                    <a:pt x="101" y="167"/>
                    <a:pt x="105" y="176"/>
                    <a:pt x="114" y="181"/>
                  </a:cubicBezTo>
                  <a:cubicBezTo>
                    <a:pt x="129" y="177"/>
                    <a:pt x="136" y="196"/>
                    <a:pt x="148" y="201"/>
                  </a:cubicBezTo>
                  <a:close/>
                  <a:moveTo>
                    <a:pt x="158" y="215"/>
                  </a:moveTo>
                  <a:cubicBezTo>
                    <a:pt x="148" y="221"/>
                    <a:pt x="143" y="207"/>
                    <a:pt x="134" y="214"/>
                  </a:cubicBezTo>
                  <a:cubicBezTo>
                    <a:pt x="129" y="211"/>
                    <a:pt x="136" y="198"/>
                    <a:pt x="127" y="198"/>
                  </a:cubicBezTo>
                  <a:cubicBezTo>
                    <a:pt x="130" y="219"/>
                    <a:pt x="121" y="231"/>
                    <a:pt x="109" y="240"/>
                  </a:cubicBezTo>
                  <a:cubicBezTo>
                    <a:pt x="119" y="244"/>
                    <a:pt x="125" y="244"/>
                    <a:pt x="135" y="240"/>
                  </a:cubicBezTo>
                  <a:cubicBezTo>
                    <a:pt x="138" y="236"/>
                    <a:pt x="135" y="225"/>
                    <a:pt x="140" y="224"/>
                  </a:cubicBezTo>
                  <a:cubicBezTo>
                    <a:pt x="151" y="224"/>
                    <a:pt x="140" y="245"/>
                    <a:pt x="151" y="244"/>
                  </a:cubicBezTo>
                  <a:cubicBezTo>
                    <a:pt x="149" y="227"/>
                    <a:pt x="149" y="224"/>
                    <a:pt x="158" y="215"/>
                  </a:cubicBezTo>
                  <a:close/>
                  <a:moveTo>
                    <a:pt x="159" y="159"/>
                  </a:moveTo>
                  <a:cubicBezTo>
                    <a:pt x="162" y="150"/>
                    <a:pt x="151" y="148"/>
                    <a:pt x="146" y="153"/>
                  </a:cubicBezTo>
                  <a:cubicBezTo>
                    <a:pt x="146" y="154"/>
                    <a:pt x="146" y="155"/>
                    <a:pt x="146" y="158"/>
                  </a:cubicBezTo>
                  <a:cubicBezTo>
                    <a:pt x="149" y="159"/>
                    <a:pt x="153" y="160"/>
                    <a:pt x="159" y="159"/>
                  </a:cubicBezTo>
                  <a:close/>
                  <a:moveTo>
                    <a:pt x="167" y="147"/>
                  </a:moveTo>
                  <a:cubicBezTo>
                    <a:pt x="170" y="145"/>
                    <a:pt x="170" y="136"/>
                    <a:pt x="164" y="136"/>
                  </a:cubicBezTo>
                  <a:cubicBezTo>
                    <a:pt x="163" y="138"/>
                    <a:pt x="159" y="149"/>
                    <a:pt x="167" y="147"/>
                  </a:cubicBezTo>
                  <a:close/>
                  <a:moveTo>
                    <a:pt x="200" y="129"/>
                  </a:moveTo>
                  <a:cubicBezTo>
                    <a:pt x="200" y="126"/>
                    <a:pt x="200" y="124"/>
                    <a:pt x="200" y="120"/>
                  </a:cubicBezTo>
                  <a:cubicBezTo>
                    <a:pt x="197" y="120"/>
                    <a:pt x="196" y="120"/>
                    <a:pt x="193" y="120"/>
                  </a:cubicBezTo>
                  <a:cubicBezTo>
                    <a:pt x="191" y="125"/>
                    <a:pt x="190" y="125"/>
                    <a:pt x="192" y="131"/>
                  </a:cubicBezTo>
                  <a:cubicBezTo>
                    <a:pt x="196" y="131"/>
                    <a:pt x="196" y="129"/>
                    <a:pt x="200" y="129"/>
                  </a:cubicBezTo>
                  <a:close/>
                  <a:moveTo>
                    <a:pt x="214" y="122"/>
                  </a:moveTo>
                  <a:cubicBezTo>
                    <a:pt x="217" y="134"/>
                    <a:pt x="233" y="140"/>
                    <a:pt x="242" y="133"/>
                  </a:cubicBezTo>
                  <a:cubicBezTo>
                    <a:pt x="237" y="120"/>
                    <a:pt x="228" y="122"/>
                    <a:pt x="214" y="122"/>
                  </a:cubicBezTo>
                  <a:close/>
                  <a:moveTo>
                    <a:pt x="263" y="206"/>
                  </a:moveTo>
                  <a:cubicBezTo>
                    <a:pt x="268" y="215"/>
                    <a:pt x="253" y="222"/>
                    <a:pt x="259" y="231"/>
                  </a:cubicBezTo>
                  <a:cubicBezTo>
                    <a:pt x="295" y="210"/>
                    <a:pt x="242" y="195"/>
                    <a:pt x="244" y="168"/>
                  </a:cubicBezTo>
                  <a:cubicBezTo>
                    <a:pt x="235" y="177"/>
                    <a:pt x="228" y="160"/>
                    <a:pt x="220" y="171"/>
                  </a:cubicBezTo>
                  <a:cubicBezTo>
                    <a:pt x="226" y="176"/>
                    <a:pt x="230" y="181"/>
                    <a:pt x="241" y="177"/>
                  </a:cubicBezTo>
                  <a:cubicBezTo>
                    <a:pt x="244" y="191"/>
                    <a:pt x="250" y="203"/>
                    <a:pt x="263" y="206"/>
                  </a:cubicBezTo>
                  <a:close/>
                  <a:moveTo>
                    <a:pt x="270" y="155"/>
                  </a:moveTo>
                  <a:cubicBezTo>
                    <a:pt x="270" y="147"/>
                    <a:pt x="262" y="145"/>
                    <a:pt x="256" y="141"/>
                  </a:cubicBezTo>
                  <a:cubicBezTo>
                    <a:pt x="257" y="148"/>
                    <a:pt x="256" y="152"/>
                    <a:pt x="255" y="155"/>
                  </a:cubicBezTo>
                  <a:cubicBezTo>
                    <a:pt x="259" y="155"/>
                    <a:pt x="264" y="155"/>
                    <a:pt x="270" y="155"/>
                  </a:cubicBezTo>
                  <a:close/>
                  <a:moveTo>
                    <a:pt x="270" y="183"/>
                  </a:moveTo>
                  <a:cubicBezTo>
                    <a:pt x="273" y="177"/>
                    <a:pt x="272" y="169"/>
                    <a:pt x="264" y="168"/>
                  </a:cubicBezTo>
                  <a:cubicBezTo>
                    <a:pt x="266" y="174"/>
                    <a:pt x="263" y="184"/>
                    <a:pt x="270" y="183"/>
                  </a:cubicBezTo>
                  <a:close/>
                  <a:moveTo>
                    <a:pt x="273" y="136"/>
                  </a:moveTo>
                  <a:cubicBezTo>
                    <a:pt x="291" y="164"/>
                    <a:pt x="274" y="217"/>
                    <a:pt x="283" y="252"/>
                  </a:cubicBezTo>
                  <a:cubicBezTo>
                    <a:pt x="269" y="260"/>
                    <a:pt x="246" y="268"/>
                    <a:pt x="225" y="264"/>
                  </a:cubicBezTo>
                  <a:cubicBezTo>
                    <a:pt x="211" y="248"/>
                    <a:pt x="228" y="230"/>
                    <a:pt x="231" y="217"/>
                  </a:cubicBezTo>
                  <a:cubicBezTo>
                    <a:pt x="221" y="207"/>
                    <a:pt x="207" y="222"/>
                    <a:pt x="193" y="222"/>
                  </a:cubicBezTo>
                  <a:cubicBezTo>
                    <a:pt x="190" y="244"/>
                    <a:pt x="176" y="254"/>
                    <a:pt x="160" y="264"/>
                  </a:cubicBezTo>
                  <a:cubicBezTo>
                    <a:pt x="138" y="265"/>
                    <a:pt x="88" y="268"/>
                    <a:pt x="88" y="244"/>
                  </a:cubicBezTo>
                  <a:cubicBezTo>
                    <a:pt x="88" y="230"/>
                    <a:pt x="102" y="236"/>
                    <a:pt x="107" y="224"/>
                  </a:cubicBezTo>
                  <a:cubicBezTo>
                    <a:pt x="101" y="212"/>
                    <a:pt x="83" y="211"/>
                    <a:pt x="76" y="214"/>
                  </a:cubicBezTo>
                  <a:cubicBezTo>
                    <a:pt x="55" y="220"/>
                    <a:pt x="60" y="260"/>
                    <a:pt x="30" y="258"/>
                  </a:cubicBezTo>
                  <a:cubicBezTo>
                    <a:pt x="19" y="258"/>
                    <a:pt x="0" y="249"/>
                    <a:pt x="1" y="230"/>
                  </a:cubicBezTo>
                  <a:cubicBezTo>
                    <a:pt x="5" y="225"/>
                    <a:pt x="14" y="227"/>
                    <a:pt x="19" y="224"/>
                  </a:cubicBezTo>
                  <a:cubicBezTo>
                    <a:pt x="35" y="207"/>
                    <a:pt x="35" y="169"/>
                    <a:pt x="15" y="158"/>
                  </a:cubicBezTo>
                  <a:cubicBezTo>
                    <a:pt x="5" y="95"/>
                    <a:pt x="44" y="81"/>
                    <a:pt x="64" y="48"/>
                  </a:cubicBezTo>
                  <a:cubicBezTo>
                    <a:pt x="65" y="39"/>
                    <a:pt x="60" y="35"/>
                    <a:pt x="60" y="25"/>
                  </a:cubicBezTo>
                  <a:cubicBezTo>
                    <a:pt x="66" y="16"/>
                    <a:pt x="85" y="16"/>
                    <a:pt x="85" y="5"/>
                  </a:cubicBezTo>
                  <a:cubicBezTo>
                    <a:pt x="101" y="3"/>
                    <a:pt x="115" y="3"/>
                    <a:pt x="131" y="0"/>
                  </a:cubicBezTo>
                  <a:cubicBezTo>
                    <a:pt x="152" y="11"/>
                    <a:pt x="165" y="47"/>
                    <a:pt x="160" y="76"/>
                  </a:cubicBezTo>
                  <a:cubicBezTo>
                    <a:pt x="159" y="88"/>
                    <a:pt x="147" y="96"/>
                    <a:pt x="148" y="110"/>
                  </a:cubicBezTo>
                  <a:cubicBezTo>
                    <a:pt x="168" y="125"/>
                    <a:pt x="190" y="109"/>
                    <a:pt x="208" y="107"/>
                  </a:cubicBezTo>
                  <a:cubicBezTo>
                    <a:pt x="231" y="106"/>
                    <a:pt x="261" y="117"/>
                    <a:pt x="273" y="1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D074E224-9669-CCD2-CFFD-10B3D6103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6248" y="4424998"/>
              <a:ext cx="282575" cy="149225"/>
            </a:xfrm>
            <a:custGeom>
              <a:avLst/>
              <a:gdLst>
                <a:gd name="T0" fmla="*/ 104 w 109"/>
                <a:gd name="T1" fmla="*/ 12 h 58"/>
                <a:gd name="T2" fmla="*/ 98 w 109"/>
                <a:gd name="T3" fmla="*/ 57 h 58"/>
                <a:gd name="T4" fmla="*/ 95 w 109"/>
                <a:gd name="T5" fmla="*/ 43 h 58"/>
                <a:gd name="T6" fmla="*/ 17 w 109"/>
                <a:gd name="T7" fmla="*/ 31 h 58"/>
                <a:gd name="T8" fmla="*/ 9 w 109"/>
                <a:gd name="T9" fmla="*/ 44 h 58"/>
                <a:gd name="T10" fmla="*/ 10 w 109"/>
                <a:gd name="T11" fmla="*/ 0 h 58"/>
                <a:gd name="T12" fmla="*/ 15 w 109"/>
                <a:gd name="T13" fmla="*/ 0 h 58"/>
                <a:gd name="T14" fmla="*/ 17 w 109"/>
                <a:gd name="T15" fmla="*/ 14 h 58"/>
                <a:gd name="T16" fmla="*/ 92 w 109"/>
                <a:gd name="T17" fmla="*/ 26 h 58"/>
                <a:gd name="T18" fmla="*/ 104 w 109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58">
                  <a:moveTo>
                    <a:pt x="104" y="12"/>
                  </a:moveTo>
                  <a:cubicBezTo>
                    <a:pt x="109" y="20"/>
                    <a:pt x="103" y="48"/>
                    <a:pt x="98" y="57"/>
                  </a:cubicBezTo>
                  <a:cubicBezTo>
                    <a:pt x="92" y="58"/>
                    <a:pt x="100" y="45"/>
                    <a:pt x="95" y="43"/>
                  </a:cubicBezTo>
                  <a:cubicBezTo>
                    <a:pt x="70" y="38"/>
                    <a:pt x="44" y="34"/>
                    <a:pt x="17" y="31"/>
                  </a:cubicBezTo>
                  <a:cubicBezTo>
                    <a:pt x="11" y="33"/>
                    <a:pt x="12" y="42"/>
                    <a:pt x="9" y="44"/>
                  </a:cubicBezTo>
                  <a:cubicBezTo>
                    <a:pt x="0" y="34"/>
                    <a:pt x="11" y="14"/>
                    <a:pt x="10" y="0"/>
                  </a:cubicBezTo>
                  <a:cubicBezTo>
                    <a:pt x="12" y="0"/>
                    <a:pt x="14" y="0"/>
                    <a:pt x="15" y="0"/>
                  </a:cubicBezTo>
                  <a:cubicBezTo>
                    <a:pt x="16" y="5"/>
                    <a:pt x="15" y="11"/>
                    <a:pt x="17" y="14"/>
                  </a:cubicBezTo>
                  <a:cubicBezTo>
                    <a:pt x="39" y="20"/>
                    <a:pt x="69" y="20"/>
                    <a:pt x="92" y="26"/>
                  </a:cubicBezTo>
                  <a:cubicBezTo>
                    <a:pt x="100" y="26"/>
                    <a:pt x="99" y="16"/>
                    <a:pt x="10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1C7F82E7-E337-4359-7117-62B87B423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985" y="4577398"/>
              <a:ext cx="312737" cy="236538"/>
            </a:xfrm>
            <a:custGeom>
              <a:avLst/>
              <a:gdLst>
                <a:gd name="T0" fmla="*/ 71 w 120"/>
                <a:gd name="T1" fmla="*/ 80 h 91"/>
                <a:gd name="T2" fmla="*/ 109 w 120"/>
                <a:gd name="T3" fmla="*/ 48 h 91"/>
                <a:gd name="T4" fmla="*/ 98 w 120"/>
                <a:gd name="T5" fmla="*/ 33 h 91"/>
                <a:gd name="T6" fmla="*/ 52 w 120"/>
                <a:gd name="T7" fmla="*/ 70 h 91"/>
                <a:gd name="T8" fmla="*/ 26 w 120"/>
                <a:gd name="T9" fmla="*/ 15 h 91"/>
                <a:gd name="T10" fmla="*/ 24 w 120"/>
                <a:gd name="T11" fmla="*/ 5 h 91"/>
                <a:gd name="T12" fmla="*/ 55 w 120"/>
                <a:gd name="T13" fmla="*/ 14 h 91"/>
                <a:gd name="T14" fmla="*/ 31 w 120"/>
                <a:gd name="T15" fmla="*/ 23 h 91"/>
                <a:gd name="T16" fmla="*/ 38 w 120"/>
                <a:gd name="T17" fmla="*/ 57 h 91"/>
                <a:gd name="T18" fmla="*/ 102 w 120"/>
                <a:gd name="T19" fmla="*/ 21 h 91"/>
                <a:gd name="T20" fmla="*/ 102 w 120"/>
                <a:gd name="T21" fmla="*/ 80 h 91"/>
                <a:gd name="T22" fmla="*/ 103 w 120"/>
                <a:gd name="T23" fmla="*/ 91 h 91"/>
                <a:gd name="T24" fmla="*/ 71 w 120"/>
                <a:gd name="T25" fmla="*/ 8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1">
                  <a:moveTo>
                    <a:pt x="71" y="80"/>
                  </a:moveTo>
                  <a:cubicBezTo>
                    <a:pt x="88" y="71"/>
                    <a:pt x="113" y="76"/>
                    <a:pt x="109" y="48"/>
                  </a:cubicBezTo>
                  <a:cubicBezTo>
                    <a:pt x="108" y="43"/>
                    <a:pt x="104" y="36"/>
                    <a:pt x="98" y="33"/>
                  </a:cubicBezTo>
                  <a:cubicBezTo>
                    <a:pt x="72" y="26"/>
                    <a:pt x="77" y="60"/>
                    <a:pt x="52" y="70"/>
                  </a:cubicBezTo>
                  <a:cubicBezTo>
                    <a:pt x="19" y="83"/>
                    <a:pt x="0" y="37"/>
                    <a:pt x="26" y="15"/>
                  </a:cubicBezTo>
                  <a:cubicBezTo>
                    <a:pt x="26" y="12"/>
                    <a:pt x="22" y="10"/>
                    <a:pt x="24" y="5"/>
                  </a:cubicBezTo>
                  <a:cubicBezTo>
                    <a:pt x="33" y="8"/>
                    <a:pt x="52" y="10"/>
                    <a:pt x="55" y="14"/>
                  </a:cubicBezTo>
                  <a:cubicBezTo>
                    <a:pt x="51" y="24"/>
                    <a:pt x="40" y="18"/>
                    <a:pt x="31" y="23"/>
                  </a:cubicBezTo>
                  <a:cubicBezTo>
                    <a:pt x="19" y="31"/>
                    <a:pt x="14" y="59"/>
                    <a:pt x="38" y="57"/>
                  </a:cubicBezTo>
                  <a:cubicBezTo>
                    <a:pt x="58" y="56"/>
                    <a:pt x="69" y="0"/>
                    <a:pt x="102" y="21"/>
                  </a:cubicBezTo>
                  <a:cubicBezTo>
                    <a:pt x="117" y="29"/>
                    <a:pt x="120" y="65"/>
                    <a:pt x="102" y="80"/>
                  </a:cubicBezTo>
                  <a:cubicBezTo>
                    <a:pt x="98" y="84"/>
                    <a:pt x="109" y="85"/>
                    <a:pt x="103" y="91"/>
                  </a:cubicBezTo>
                  <a:cubicBezTo>
                    <a:pt x="92" y="88"/>
                    <a:pt x="76" y="89"/>
                    <a:pt x="71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651EC3F4-F241-AE7C-7CD4-261203C2EC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0198" y="4723448"/>
              <a:ext cx="334962" cy="347663"/>
            </a:xfrm>
            <a:custGeom>
              <a:avLst/>
              <a:gdLst>
                <a:gd name="T0" fmla="*/ 56 w 129"/>
                <a:gd name="T1" fmla="*/ 85 h 134"/>
                <a:gd name="T2" fmla="*/ 32 w 129"/>
                <a:gd name="T3" fmla="*/ 44 h 134"/>
                <a:gd name="T4" fmla="*/ 19 w 129"/>
                <a:gd name="T5" fmla="*/ 66 h 134"/>
                <a:gd name="T6" fmla="*/ 56 w 129"/>
                <a:gd name="T7" fmla="*/ 85 h 134"/>
                <a:gd name="T8" fmla="*/ 128 w 129"/>
                <a:gd name="T9" fmla="*/ 48 h 134"/>
                <a:gd name="T10" fmla="*/ 115 w 129"/>
                <a:gd name="T11" fmla="*/ 75 h 134"/>
                <a:gd name="T12" fmla="*/ 61 w 129"/>
                <a:gd name="T13" fmla="*/ 85 h 134"/>
                <a:gd name="T14" fmla="*/ 90 w 129"/>
                <a:gd name="T15" fmla="*/ 105 h 134"/>
                <a:gd name="T16" fmla="*/ 102 w 129"/>
                <a:gd name="T17" fmla="*/ 96 h 134"/>
                <a:gd name="T18" fmla="*/ 83 w 129"/>
                <a:gd name="T19" fmla="*/ 134 h 134"/>
                <a:gd name="T20" fmla="*/ 83 w 129"/>
                <a:gd name="T21" fmla="*/ 121 h 134"/>
                <a:gd name="T22" fmla="*/ 16 w 129"/>
                <a:gd name="T23" fmla="*/ 82 h 134"/>
                <a:gd name="T24" fmla="*/ 0 w 129"/>
                <a:gd name="T25" fmla="*/ 89 h 134"/>
                <a:gd name="T26" fmla="*/ 70 w 129"/>
                <a:gd name="T27" fmla="*/ 46 h 134"/>
                <a:gd name="T28" fmla="*/ 68 w 129"/>
                <a:gd name="T29" fmla="*/ 63 h 134"/>
                <a:gd name="T30" fmla="*/ 128 w 129"/>
                <a:gd name="T31" fmla="*/ 48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9" h="134">
                  <a:moveTo>
                    <a:pt x="56" y="85"/>
                  </a:moveTo>
                  <a:cubicBezTo>
                    <a:pt x="67" y="67"/>
                    <a:pt x="59" y="39"/>
                    <a:pt x="32" y="44"/>
                  </a:cubicBezTo>
                  <a:cubicBezTo>
                    <a:pt x="27" y="51"/>
                    <a:pt x="21" y="56"/>
                    <a:pt x="19" y="66"/>
                  </a:cubicBezTo>
                  <a:cubicBezTo>
                    <a:pt x="32" y="72"/>
                    <a:pt x="43" y="80"/>
                    <a:pt x="56" y="85"/>
                  </a:cubicBezTo>
                  <a:close/>
                  <a:moveTo>
                    <a:pt x="128" y="48"/>
                  </a:moveTo>
                  <a:cubicBezTo>
                    <a:pt x="129" y="56"/>
                    <a:pt x="121" y="68"/>
                    <a:pt x="115" y="75"/>
                  </a:cubicBezTo>
                  <a:cubicBezTo>
                    <a:pt x="94" y="77"/>
                    <a:pt x="68" y="73"/>
                    <a:pt x="61" y="85"/>
                  </a:cubicBezTo>
                  <a:cubicBezTo>
                    <a:pt x="66" y="97"/>
                    <a:pt x="81" y="97"/>
                    <a:pt x="90" y="105"/>
                  </a:cubicBezTo>
                  <a:cubicBezTo>
                    <a:pt x="98" y="105"/>
                    <a:pt x="96" y="96"/>
                    <a:pt x="102" y="96"/>
                  </a:cubicBezTo>
                  <a:cubicBezTo>
                    <a:pt x="102" y="108"/>
                    <a:pt x="89" y="129"/>
                    <a:pt x="83" y="134"/>
                  </a:cubicBezTo>
                  <a:cubicBezTo>
                    <a:pt x="76" y="134"/>
                    <a:pt x="87" y="128"/>
                    <a:pt x="83" y="121"/>
                  </a:cubicBezTo>
                  <a:cubicBezTo>
                    <a:pt x="63" y="105"/>
                    <a:pt x="39" y="95"/>
                    <a:pt x="16" y="82"/>
                  </a:cubicBezTo>
                  <a:cubicBezTo>
                    <a:pt x="7" y="80"/>
                    <a:pt x="10" y="91"/>
                    <a:pt x="0" y="89"/>
                  </a:cubicBezTo>
                  <a:cubicBezTo>
                    <a:pt x="8" y="61"/>
                    <a:pt x="43" y="0"/>
                    <a:pt x="70" y="46"/>
                  </a:cubicBezTo>
                  <a:cubicBezTo>
                    <a:pt x="70" y="52"/>
                    <a:pt x="71" y="61"/>
                    <a:pt x="68" y="63"/>
                  </a:cubicBezTo>
                  <a:cubicBezTo>
                    <a:pt x="90" y="61"/>
                    <a:pt x="116" y="61"/>
                    <a:pt x="128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8" name="Freeform 23">
              <a:extLst>
                <a:ext uri="{FF2B5EF4-FFF2-40B4-BE49-F238E27FC236}">
                  <a16:creationId xmlns:a16="http://schemas.microsoft.com/office/drawing/2014/main" id="{CD3B8DEF-4639-A650-CB7B-03FC30DD7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7323" y="4993323"/>
              <a:ext cx="327025" cy="312738"/>
            </a:xfrm>
            <a:custGeom>
              <a:avLst/>
              <a:gdLst>
                <a:gd name="T0" fmla="*/ 103 w 126"/>
                <a:gd name="T1" fmla="*/ 40 h 121"/>
                <a:gd name="T2" fmla="*/ 126 w 126"/>
                <a:gd name="T3" fmla="*/ 58 h 121"/>
                <a:gd name="T4" fmla="*/ 71 w 126"/>
                <a:gd name="T5" fmla="*/ 121 h 121"/>
                <a:gd name="T6" fmla="*/ 74 w 126"/>
                <a:gd name="T7" fmla="*/ 107 h 121"/>
                <a:gd name="T8" fmla="*/ 16 w 126"/>
                <a:gd name="T9" fmla="*/ 55 h 121"/>
                <a:gd name="T10" fmla="*/ 0 w 126"/>
                <a:gd name="T11" fmla="*/ 60 h 121"/>
                <a:gd name="T12" fmla="*/ 46 w 126"/>
                <a:gd name="T13" fmla="*/ 0 h 121"/>
                <a:gd name="T14" fmla="*/ 63 w 126"/>
                <a:gd name="T15" fmla="*/ 15 h 121"/>
                <a:gd name="T16" fmla="*/ 43 w 126"/>
                <a:gd name="T17" fmla="*/ 17 h 121"/>
                <a:gd name="T18" fmla="*/ 22 w 126"/>
                <a:gd name="T19" fmla="*/ 39 h 121"/>
                <a:gd name="T20" fmla="*/ 50 w 126"/>
                <a:gd name="T21" fmla="*/ 64 h 121"/>
                <a:gd name="T22" fmla="*/ 57 w 126"/>
                <a:gd name="T23" fmla="*/ 31 h 121"/>
                <a:gd name="T24" fmla="*/ 90 w 126"/>
                <a:gd name="T25" fmla="*/ 55 h 121"/>
                <a:gd name="T26" fmla="*/ 57 w 126"/>
                <a:gd name="T27" fmla="*/ 67 h 121"/>
                <a:gd name="T28" fmla="*/ 87 w 126"/>
                <a:gd name="T29" fmla="*/ 92 h 121"/>
                <a:gd name="T30" fmla="*/ 103 w 126"/>
                <a:gd name="T31" fmla="*/ 4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6" h="121">
                  <a:moveTo>
                    <a:pt x="103" y="40"/>
                  </a:moveTo>
                  <a:cubicBezTo>
                    <a:pt x="111" y="39"/>
                    <a:pt x="116" y="55"/>
                    <a:pt x="126" y="58"/>
                  </a:cubicBezTo>
                  <a:cubicBezTo>
                    <a:pt x="107" y="78"/>
                    <a:pt x="92" y="110"/>
                    <a:pt x="71" y="121"/>
                  </a:cubicBezTo>
                  <a:cubicBezTo>
                    <a:pt x="71" y="115"/>
                    <a:pt x="78" y="111"/>
                    <a:pt x="74" y="107"/>
                  </a:cubicBezTo>
                  <a:cubicBezTo>
                    <a:pt x="57" y="87"/>
                    <a:pt x="35" y="72"/>
                    <a:pt x="16" y="55"/>
                  </a:cubicBezTo>
                  <a:cubicBezTo>
                    <a:pt x="8" y="54"/>
                    <a:pt x="6" y="66"/>
                    <a:pt x="0" y="60"/>
                  </a:cubicBezTo>
                  <a:cubicBezTo>
                    <a:pt x="13" y="38"/>
                    <a:pt x="33" y="21"/>
                    <a:pt x="46" y="0"/>
                  </a:cubicBezTo>
                  <a:cubicBezTo>
                    <a:pt x="52" y="4"/>
                    <a:pt x="63" y="11"/>
                    <a:pt x="63" y="15"/>
                  </a:cubicBezTo>
                  <a:cubicBezTo>
                    <a:pt x="62" y="24"/>
                    <a:pt x="51" y="14"/>
                    <a:pt x="43" y="17"/>
                  </a:cubicBezTo>
                  <a:cubicBezTo>
                    <a:pt x="41" y="20"/>
                    <a:pt x="22" y="34"/>
                    <a:pt x="22" y="39"/>
                  </a:cubicBezTo>
                  <a:cubicBezTo>
                    <a:pt x="23" y="49"/>
                    <a:pt x="44" y="54"/>
                    <a:pt x="50" y="64"/>
                  </a:cubicBezTo>
                  <a:cubicBezTo>
                    <a:pt x="63" y="60"/>
                    <a:pt x="65" y="41"/>
                    <a:pt x="57" y="31"/>
                  </a:cubicBezTo>
                  <a:cubicBezTo>
                    <a:pt x="68" y="31"/>
                    <a:pt x="78" y="49"/>
                    <a:pt x="90" y="55"/>
                  </a:cubicBezTo>
                  <a:cubicBezTo>
                    <a:pt x="81" y="58"/>
                    <a:pt x="61" y="52"/>
                    <a:pt x="57" y="67"/>
                  </a:cubicBezTo>
                  <a:cubicBezTo>
                    <a:pt x="66" y="76"/>
                    <a:pt x="74" y="93"/>
                    <a:pt x="87" y="92"/>
                  </a:cubicBezTo>
                  <a:cubicBezTo>
                    <a:pt x="105" y="92"/>
                    <a:pt x="116" y="60"/>
                    <a:pt x="103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9" name="Freeform 24">
              <a:extLst>
                <a:ext uri="{FF2B5EF4-FFF2-40B4-BE49-F238E27FC236}">
                  <a16:creationId xmlns:a16="http://schemas.microsoft.com/office/drawing/2014/main" id="{523FE168-E3E4-0675-00A8-1C6BF4B273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1535" y="3228023"/>
              <a:ext cx="2111375" cy="2195513"/>
            </a:xfrm>
            <a:custGeom>
              <a:avLst/>
              <a:gdLst>
                <a:gd name="T0" fmla="*/ 316 w 813"/>
                <a:gd name="T1" fmla="*/ 720 h 846"/>
                <a:gd name="T2" fmla="*/ 313 w 813"/>
                <a:gd name="T3" fmla="*/ 652 h 846"/>
                <a:gd name="T4" fmla="*/ 294 w 813"/>
                <a:gd name="T5" fmla="*/ 673 h 846"/>
                <a:gd name="T6" fmla="*/ 309 w 813"/>
                <a:gd name="T7" fmla="*/ 671 h 846"/>
                <a:gd name="T8" fmla="*/ 313 w 813"/>
                <a:gd name="T9" fmla="*/ 720 h 846"/>
                <a:gd name="T10" fmla="*/ 316 w 813"/>
                <a:gd name="T11" fmla="*/ 720 h 846"/>
                <a:gd name="T12" fmla="*/ 377 w 813"/>
                <a:gd name="T13" fmla="*/ 720 h 846"/>
                <a:gd name="T14" fmla="*/ 391 w 813"/>
                <a:gd name="T15" fmla="*/ 671 h 846"/>
                <a:gd name="T16" fmla="*/ 349 w 813"/>
                <a:gd name="T17" fmla="*/ 667 h 846"/>
                <a:gd name="T18" fmla="*/ 384 w 813"/>
                <a:gd name="T19" fmla="*/ 692 h 846"/>
                <a:gd name="T20" fmla="*/ 366 w 813"/>
                <a:gd name="T21" fmla="*/ 715 h 846"/>
                <a:gd name="T22" fmla="*/ 353 w 813"/>
                <a:gd name="T23" fmla="*/ 704 h 846"/>
                <a:gd name="T24" fmla="*/ 377 w 813"/>
                <a:gd name="T25" fmla="*/ 720 h 846"/>
                <a:gd name="T26" fmla="*/ 417 w 813"/>
                <a:gd name="T27" fmla="*/ 716 h 846"/>
                <a:gd name="T28" fmla="*/ 419 w 813"/>
                <a:gd name="T29" fmla="*/ 656 h 846"/>
                <a:gd name="T30" fmla="*/ 417 w 813"/>
                <a:gd name="T31" fmla="*/ 716 h 846"/>
                <a:gd name="T32" fmla="*/ 481 w 813"/>
                <a:gd name="T33" fmla="*/ 714 h 846"/>
                <a:gd name="T34" fmla="*/ 514 w 813"/>
                <a:gd name="T35" fmla="*/ 668 h 846"/>
                <a:gd name="T36" fmla="*/ 475 w 813"/>
                <a:gd name="T37" fmla="*/ 672 h 846"/>
                <a:gd name="T38" fmla="*/ 490 w 813"/>
                <a:gd name="T39" fmla="*/ 659 h 846"/>
                <a:gd name="T40" fmla="*/ 506 w 813"/>
                <a:gd name="T41" fmla="*/ 668 h 846"/>
                <a:gd name="T42" fmla="*/ 470 w 813"/>
                <a:gd name="T43" fmla="*/ 720 h 846"/>
                <a:gd name="T44" fmla="*/ 514 w 813"/>
                <a:gd name="T45" fmla="*/ 715 h 846"/>
                <a:gd name="T46" fmla="*/ 481 w 813"/>
                <a:gd name="T47" fmla="*/ 714 h 846"/>
                <a:gd name="T48" fmla="*/ 415 w 813"/>
                <a:gd name="T49" fmla="*/ 465 h 846"/>
                <a:gd name="T50" fmla="*/ 628 w 813"/>
                <a:gd name="T51" fmla="*/ 461 h 846"/>
                <a:gd name="T52" fmla="*/ 478 w 813"/>
                <a:gd name="T53" fmla="*/ 353 h 846"/>
                <a:gd name="T54" fmla="*/ 545 w 813"/>
                <a:gd name="T55" fmla="*/ 362 h 846"/>
                <a:gd name="T56" fmla="*/ 441 w 813"/>
                <a:gd name="T57" fmla="*/ 229 h 846"/>
                <a:gd name="T58" fmla="*/ 483 w 813"/>
                <a:gd name="T59" fmla="*/ 237 h 846"/>
                <a:gd name="T60" fmla="*/ 441 w 813"/>
                <a:gd name="T61" fmla="*/ 162 h 846"/>
                <a:gd name="T62" fmla="*/ 408 w 813"/>
                <a:gd name="T63" fmla="*/ 80 h 846"/>
                <a:gd name="T64" fmla="*/ 346 w 813"/>
                <a:gd name="T65" fmla="*/ 220 h 846"/>
                <a:gd name="T66" fmla="*/ 340 w 813"/>
                <a:gd name="T67" fmla="*/ 237 h 846"/>
                <a:gd name="T68" fmla="*/ 381 w 813"/>
                <a:gd name="T69" fmla="*/ 229 h 846"/>
                <a:gd name="T70" fmla="*/ 275 w 813"/>
                <a:gd name="T71" fmla="*/ 360 h 846"/>
                <a:gd name="T72" fmla="*/ 344 w 813"/>
                <a:gd name="T73" fmla="*/ 353 h 846"/>
                <a:gd name="T74" fmla="*/ 344 w 813"/>
                <a:gd name="T75" fmla="*/ 355 h 846"/>
                <a:gd name="T76" fmla="*/ 342 w 813"/>
                <a:gd name="T77" fmla="*/ 357 h 846"/>
                <a:gd name="T78" fmla="*/ 211 w 813"/>
                <a:gd name="T79" fmla="*/ 446 h 846"/>
                <a:gd name="T80" fmla="*/ 192 w 813"/>
                <a:gd name="T81" fmla="*/ 461 h 846"/>
                <a:gd name="T82" fmla="*/ 415 w 813"/>
                <a:gd name="T83" fmla="*/ 465 h 846"/>
                <a:gd name="T84" fmla="*/ 450 w 813"/>
                <a:gd name="T85" fmla="*/ 532 h 846"/>
                <a:gd name="T86" fmla="*/ 677 w 813"/>
                <a:gd name="T87" fmla="*/ 532 h 846"/>
                <a:gd name="T88" fmla="*/ 649 w 813"/>
                <a:gd name="T89" fmla="*/ 492 h 846"/>
                <a:gd name="T90" fmla="*/ 413 w 813"/>
                <a:gd name="T91" fmla="*/ 482 h 846"/>
                <a:gd name="T92" fmla="*/ 217 w 813"/>
                <a:gd name="T93" fmla="*/ 489 h 846"/>
                <a:gd name="T94" fmla="*/ 172 w 813"/>
                <a:gd name="T95" fmla="*/ 495 h 846"/>
                <a:gd name="T96" fmla="*/ 145 w 813"/>
                <a:gd name="T97" fmla="*/ 532 h 846"/>
                <a:gd name="T98" fmla="*/ 377 w 813"/>
                <a:gd name="T99" fmla="*/ 532 h 846"/>
                <a:gd name="T100" fmla="*/ 375 w 813"/>
                <a:gd name="T101" fmla="*/ 551 h 846"/>
                <a:gd name="T102" fmla="*/ 450 w 813"/>
                <a:gd name="T103" fmla="*/ 551 h 846"/>
                <a:gd name="T104" fmla="*/ 450 w 813"/>
                <a:gd name="T105" fmla="*/ 532 h 846"/>
                <a:gd name="T106" fmla="*/ 794 w 813"/>
                <a:gd name="T107" fmla="*/ 0 h 846"/>
                <a:gd name="T108" fmla="*/ 749 w 813"/>
                <a:gd name="T109" fmla="*/ 575 h 846"/>
                <a:gd name="T110" fmla="*/ 408 w 813"/>
                <a:gd name="T111" fmla="*/ 846 h 846"/>
                <a:gd name="T112" fmla="*/ 66 w 813"/>
                <a:gd name="T113" fmla="*/ 579 h 846"/>
                <a:gd name="T114" fmla="*/ 18 w 813"/>
                <a:gd name="T115" fmla="*/ 5 h 846"/>
                <a:gd name="T116" fmla="*/ 22 w 813"/>
                <a:gd name="T117" fmla="*/ 0 h 846"/>
                <a:gd name="T118" fmla="*/ 794 w 813"/>
                <a:gd name="T119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13" h="846">
                  <a:moveTo>
                    <a:pt x="316" y="720"/>
                  </a:moveTo>
                  <a:cubicBezTo>
                    <a:pt x="318" y="703"/>
                    <a:pt x="324" y="665"/>
                    <a:pt x="313" y="652"/>
                  </a:cubicBezTo>
                  <a:cubicBezTo>
                    <a:pt x="310" y="663"/>
                    <a:pt x="297" y="662"/>
                    <a:pt x="294" y="673"/>
                  </a:cubicBezTo>
                  <a:cubicBezTo>
                    <a:pt x="299" y="681"/>
                    <a:pt x="307" y="666"/>
                    <a:pt x="309" y="671"/>
                  </a:cubicBezTo>
                  <a:cubicBezTo>
                    <a:pt x="311" y="686"/>
                    <a:pt x="305" y="711"/>
                    <a:pt x="313" y="720"/>
                  </a:cubicBezTo>
                  <a:cubicBezTo>
                    <a:pt x="314" y="720"/>
                    <a:pt x="315" y="720"/>
                    <a:pt x="316" y="720"/>
                  </a:cubicBezTo>
                  <a:close/>
                  <a:moveTo>
                    <a:pt x="377" y="720"/>
                  </a:moveTo>
                  <a:cubicBezTo>
                    <a:pt x="392" y="716"/>
                    <a:pt x="395" y="684"/>
                    <a:pt x="391" y="671"/>
                  </a:cubicBezTo>
                  <a:cubicBezTo>
                    <a:pt x="385" y="644"/>
                    <a:pt x="353" y="653"/>
                    <a:pt x="349" y="667"/>
                  </a:cubicBezTo>
                  <a:cubicBezTo>
                    <a:pt x="340" y="705"/>
                    <a:pt x="376" y="699"/>
                    <a:pt x="384" y="692"/>
                  </a:cubicBezTo>
                  <a:cubicBezTo>
                    <a:pt x="382" y="704"/>
                    <a:pt x="380" y="715"/>
                    <a:pt x="366" y="715"/>
                  </a:cubicBezTo>
                  <a:cubicBezTo>
                    <a:pt x="358" y="716"/>
                    <a:pt x="362" y="704"/>
                    <a:pt x="353" y="704"/>
                  </a:cubicBezTo>
                  <a:cubicBezTo>
                    <a:pt x="349" y="720"/>
                    <a:pt x="364" y="724"/>
                    <a:pt x="377" y="720"/>
                  </a:cubicBezTo>
                  <a:close/>
                  <a:moveTo>
                    <a:pt x="417" y="716"/>
                  </a:moveTo>
                  <a:cubicBezTo>
                    <a:pt x="454" y="753"/>
                    <a:pt x="475" y="629"/>
                    <a:pt x="419" y="656"/>
                  </a:cubicBezTo>
                  <a:cubicBezTo>
                    <a:pt x="409" y="668"/>
                    <a:pt x="404" y="705"/>
                    <a:pt x="417" y="716"/>
                  </a:cubicBezTo>
                  <a:close/>
                  <a:moveTo>
                    <a:pt x="481" y="714"/>
                  </a:moveTo>
                  <a:cubicBezTo>
                    <a:pt x="489" y="696"/>
                    <a:pt x="517" y="692"/>
                    <a:pt x="514" y="668"/>
                  </a:cubicBezTo>
                  <a:cubicBezTo>
                    <a:pt x="511" y="646"/>
                    <a:pt x="469" y="648"/>
                    <a:pt x="475" y="672"/>
                  </a:cubicBezTo>
                  <a:cubicBezTo>
                    <a:pt x="485" y="671"/>
                    <a:pt x="481" y="661"/>
                    <a:pt x="490" y="659"/>
                  </a:cubicBezTo>
                  <a:cubicBezTo>
                    <a:pt x="497" y="658"/>
                    <a:pt x="503" y="661"/>
                    <a:pt x="506" y="668"/>
                  </a:cubicBezTo>
                  <a:cubicBezTo>
                    <a:pt x="511" y="690"/>
                    <a:pt x="468" y="699"/>
                    <a:pt x="470" y="720"/>
                  </a:cubicBezTo>
                  <a:cubicBezTo>
                    <a:pt x="484" y="718"/>
                    <a:pt x="509" y="727"/>
                    <a:pt x="514" y="715"/>
                  </a:cubicBezTo>
                  <a:cubicBezTo>
                    <a:pt x="506" y="711"/>
                    <a:pt x="491" y="714"/>
                    <a:pt x="481" y="714"/>
                  </a:cubicBezTo>
                  <a:close/>
                  <a:moveTo>
                    <a:pt x="415" y="465"/>
                  </a:moveTo>
                  <a:cubicBezTo>
                    <a:pt x="469" y="406"/>
                    <a:pt x="550" y="477"/>
                    <a:pt x="628" y="461"/>
                  </a:cubicBezTo>
                  <a:cubicBezTo>
                    <a:pt x="577" y="425"/>
                    <a:pt x="517" y="400"/>
                    <a:pt x="478" y="353"/>
                  </a:cubicBezTo>
                  <a:cubicBezTo>
                    <a:pt x="496" y="360"/>
                    <a:pt x="518" y="363"/>
                    <a:pt x="545" y="362"/>
                  </a:cubicBezTo>
                  <a:cubicBezTo>
                    <a:pt x="511" y="318"/>
                    <a:pt x="456" y="287"/>
                    <a:pt x="441" y="229"/>
                  </a:cubicBezTo>
                  <a:cubicBezTo>
                    <a:pt x="454" y="233"/>
                    <a:pt x="465" y="237"/>
                    <a:pt x="483" y="237"/>
                  </a:cubicBezTo>
                  <a:cubicBezTo>
                    <a:pt x="468" y="213"/>
                    <a:pt x="453" y="189"/>
                    <a:pt x="441" y="162"/>
                  </a:cubicBezTo>
                  <a:cubicBezTo>
                    <a:pt x="429" y="137"/>
                    <a:pt x="420" y="108"/>
                    <a:pt x="408" y="80"/>
                  </a:cubicBezTo>
                  <a:cubicBezTo>
                    <a:pt x="397" y="134"/>
                    <a:pt x="370" y="184"/>
                    <a:pt x="346" y="220"/>
                  </a:cubicBezTo>
                  <a:cubicBezTo>
                    <a:pt x="343" y="225"/>
                    <a:pt x="337" y="231"/>
                    <a:pt x="340" y="237"/>
                  </a:cubicBezTo>
                  <a:cubicBezTo>
                    <a:pt x="357" y="237"/>
                    <a:pt x="368" y="233"/>
                    <a:pt x="381" y="229"/>
                  </a:cubicBezTo>
                  <a:cubicBezTo>
                    <a:pt x="359" y="287"/>
                    <a:pt x="313" y="319"/>
                    <a:pt x="275" y="360"/>
                  </a:cubicBezTo>
                  <a:cubicBezTo>
                    <a:pt x="302" y="361"/>
                    <a:pt x="325" y="360"/>
                    <a:pt x="344" y="353"/>
                  </a:cubicBezTo>
                  <a:cubicBezTo>
                    <a:pt x="344" y="355"/>
                    <a:pt x="344" y="355"/>
                    <a:pt x="344" y="355"/>
                  </a:cubicBezTo>
                  <a:cubicBezTo>
                    <a:pt x="343" y="355"/>
                    <a:pt x="342" y="355"/>
                    <a:pt x="342" y="357"/>
                  </a:cubicBezTo>
                  <a:cubicBezTo>
                    <a:pt x="304" y="391"/>
                    <a:pt x="258" y="423"/>
                    <a:pt x="211" y="446"/>
                  </a:cubicBezTo>
                  <a:cubicBezTo>
                    <a:pt x="204" y="449"/>
                    <a:pt x="195" y="453"/>
                    <a:pt x="192" y="461"/>
                  </a:cubicBezTo>
                  <a:cubicBezTo>
                    <a:pt x="266" y="473"/>
                    <a:pt x="357" y="410"/>
                    <a:pt x="415" y="465"/>
                  </a:cubicBezTo>
                  <a:close/>
                  <a:moveTo>
                    <a:pt x="450" y="532"/>
                  </a:moveTo>
                  <a:cubicBezTo>
                    <a:pt x="525" y="532"/>
                    <a:pt x="601" y="532"/>
                    <a:pt x="677" y="532"/>
                  </a:cubicBezTo>
                  <a:cubicBezTo>
                    <a:pt x="670" y="517"/>
                    <a:pt x="659" y="505"/>
                    <a:pt x="649" y="492"/>
                  </a:cubicBezTo>
                  <a:cubicBezTo>
                    <a:pt x="572" y="496"/>
                    <a:pt x="480" y="424"/>
                    <a:pt x="413" y="482"/>
                  </a:cubicBezTo>
                  <a:cubicBezTo>
                    <a:pt x="357" y="433"/>
                    <a:pt x="277" y="479"/>
                    <a:pt x="217" y="489"/>
                  </a:cubicBezTo>
                  <a:cubicBezTo>
                    <a:pt x="201" y="492"/>
                    <a:pt x="183" y="490"/>
                    <a:pt x="172" y="495"/>
                  </a:cubicBezTo>
                  <a:cubicBezTo>
                    <a:pt x="159" y="500"/>
                    <a:pt x="151" y="523"/>
                    <a:pt x="145" y="532"/>
                  </a:cubicBezTo>
                  <a:cubicBezTo>
                    <a:pt x="222" y="532"/>
                    <a:pt x="299" y="532"/>
                    <a:pt x="377" y="532"/>
                  </a:cubicBezTo>
                  <a:cubicBezTo>
                    <a:pt x="377" y="539"/>
                    <a:pt x="374" y="542"/>
                    <a:pt x="375" y="551"/>
                  </a:cubicBezTo>
                  <a:cubicBezTo>
                    <a:pt x="401" y="551"/>
                    <a:pt x="425" y="551"/>
                    <a:pt x="450" y="551"/>
                  </a:cubicBezTo>
                  <a:cubicBezTo>
                    <a:pt x="451" y="544"/>
                    <a:pt x="445" y="537"/>
                    <a:pt x="450" y="532"/>
                  </a:cubicBezTo>
                  <a:close/>
                  <a:moveTo>
                    <a:pt x="794" y="0"/>
                  </a:moveTo>
                  <a:cubicBezTo>
                    <a:pt x="794" y="208"/>
                    <a:pt x="813" y="432"/>
                    <a:pt x="749" y="575"/>
                  </a:cubicBezTo>
                  <a:cubicBezTo>
                    <a:pt x="686" y="721"/>
                    <a:pt x="550" y="780"/>
                    <a:pt x="408" y="846"/>
                  </a:cubicBezTo>
                  <a:cubicBezTo>
                    <a:pt x="265" y="782"/>
                    <a:pt x="132" y="721"/>
                    <a:pt x="66" y="579"/>
                  </a:cubicBezTo>
                  <a:cubicBezTo>
                    <a:pt x="0" y="437"/>
                    <a:pt x="23" y="215"/>
                    <a:pt x="18" y="5"/>
                  </a:cubicBezTo>
                  <a:cubicBezTo>
                    <a:pt x="18" y="1"/>
                    <a:pt x="19" y="0"/>
                    <a:pt x="22" y="0"/>
                  </a:cubicBezTo>
                  <a:cubicBezTo>
                    <a:pt x="280" y="0"/>
                    <a:pt x="538" y="0"/>
                    <a:pt x="79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0" name="Freeform 25">
              <a:extLst>
                <a:ext uri="{FF2B5EF4-FFF2-40B4-BE49-F238E27FC236}">
                  <a16:creationId xmlns:a16="http://schemas.microsoft.com/office/drawing/2014/main" id="{1113EAA8-B1BC-54F6-3B24-E7F027ADC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3010" y="5166360"/>
              <a:ext cx="269875" cy="298450"/>
            </a:xfrm>
            <a:custGeom>
              <a:avLst/>
              <a:gdLst>
                <a:gd name="T0" fmla="*/ 74 w 104"/>
                <a:gd name="T1" fmla="*/ 15 h 115"/>
                <a:gd name="T2" fmla="*/ 96 w 104"/>
                <a:gd name="T3" fmla="*/ 115 h 115"/>
                <a:gd name="T4" fmla="*/ 17 w 104"/>
                <a:gd name="T5" fmla="*/ 64 h 115"/>
                <a:gd name="T6" fmla="*/ 0 w 104"/>
                <a:gd name="T7" fmla="*/ 67 h 115"/>
                <a:gd name="T8" fmla="*/ 25 w 104"/>
                <a:gd name="T9" fmla="*/ 50 h 115"/>
                <a:gd name="T10" fmla="*/ 84 w 104"/>
                <a:gd name="T11" fmla="*/ 88 h 115"/>
                <a:gd name="T12" fmla="*/ 66 w 104"/>
                <a:gd name="T13" fmla="*/ 21 h 115"/>
                <a:gd name="T14" fmla="*/ 50 w 104"/>
                <a:gd name="T15" fmla="*/ 28 h 115"/>
                <a:gd name="T16" fmla="*/ 75 w 104"/>
                <a:gd name="T17" fmla="*/ 0 h 115"/>
                <a:gd name="T18" fmla="*/ 74 w 104"/>
                <a:gd name="T19" fmla="*/ 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5">
                  <a:moveTo>
                    <a:pt x="74" y="15"/>
                  </a:moveTo>
                  <a:cubicBezTo>
                    <a:pt x="73" y="47"/>
                    <a:pt x="104" y="86"/>
                    <a:pt x="96" y="115"/>
                  </a:cubicBezTo>
                  <a:cubicBezTo>
                    <a:pt x="71" y="99"/>
                    <a:pt x="43" y="82"/>
                    <a:pt x="17" y="64"/>
                  </a:cubicBezTo>
                  <a:cubicBezTo>
                    <a:pt x="8" y="63"/>
                    <a:pt x="5" y="71"/>
                    <a:pt x="0" y="67"/>
                  </a:cubicBezTo>
                  <a:cubicBezTo>
                    <a:pt x="6" y="54"/>
                    <a:pt x="46" y="26"/>
                    <a:pt x="25" y="50"/>
                  </a:cubicBezTo>
                  <a:cubicBezTo>
                    <a:pt x="43" y="66"/>
                    <a:pt x="64" y="77"/>
                    <a:pt x="84" y="88"/>
                  </a:cubicBezTo>
                  <a:cubicBezTo>
                    <a:pt x="84" y="67"/>
                    <a:pt x="73" y="42"/>
                    <a:pt x="66" y="21"/>
                  </a:cubicBezTo>
                  <a:cubicBezTo>
                    <a:pt x="60" y="23"/>
                    <a:pt x="56" y="26"/>
                    <a:pt x="50" y="28"/>
                  </a:cubicBezTo>
                  <a:cubicBezTo>
                    <a:pt x="50" y="16"/>
                    <a:pt x="69" y="10"/>
                    <a:pt x="75" y="0"/>
                  </a:cubicBezTo>
                  <a:cubicBezTo>
                    <a:pt x="83" y="6"/>
                    <a:pt x="74" y="7"/>
                    <a:pt x="7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1" name="Freeform 26">
              <a:extLst>
                <a:ext uri="{FF2B5EF4-FFF2-40B4-BE49-F238E27FC236}">
                  <a16:creationId xmlns:a16="http://schemas.microsoft.com/office/drawing/2014/main" id="{CB2FACE7-4F4E-D7A0-4B14-BFB212822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010" y="5358448"/>
              <a:ext cx="204787" cy="273050"/>
            </a:xfrm>
            <a:custGeom>
              <a:avLst/>
              <a:gdLst>
                <a:gd name="T0" fmla="*/ 62 w 79"/>
                <a:gd name="T1" fmla="*/ 84 h 105"/>
                <a:gd name="T2" fmla="*/ 79 w 79"/>
                <a:gd name="T3" fmla="*/ 87 h 105"/>
                <a:gd name="T4" fmla="*/ 40 w 79"/>
                <a:gd name="T5" fmla="*/ 105 h 105"/>
                <a:gd name="T6" fmla="*/ 50 w 79"/>
                <a:gd name="T7" fmla="*/ 93 h 105"/>
                <a:gd name="T8" fmla="*/ 16 w 79"/>
                <a:gd name="T9" fmla="*/ 19 h 105"/>
                <a:gd name="T10" fmla="*/ 0 w 79"/>
                <a:gd name="T11" fmla="*/ 19 h 105"/>
                <a:gd name="T12" fmla="*/ 40 w 79"/>
                <a:gd name="T13" fmla="*/ 0 h 105"/>
                <a:gd name="T14" fmla="*/ 29 w 79"/>
                <a:gd name="T15" fmla="*/ 12 h 105"/>
                <a:gd name="T16" fmla="*/ 62 w 79"/>
                <a:gd name="T17" fmla="*/ 8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105">
                  <a:moveTo>
                    <a:pt x="62" y="84"/>
                  </a:moveTo>
                  <a:cubicBezTo>
                    <a:pt x="68" y="89"/>
                    <a:pt x="76" y="81"/>
                    <a:pt x="79" y="87"/>
                  </a:cubicBezTo>
                  <a:cubicBezTo>
                    <a:pt x="71" y="95"/>
                    <a:pt x="52" y="104"/>
                    <a:pt x="40" y="105"/>
                  </a:cubicBezTo>
                  <a:cubicBezTo>
                    <a:pt x="40" y="98"/>
                    <a:pt x="50" y="100"/>
                    <a:pt x="50" y="93"/>
                  </a:cubicBezTo>
                  <a:cubicBezTo>
                    <a:pt x="40" y="68"/>
                    <a:pt x="28" y="43"/>
                    <a:pt x="16" y="19"/>
                  </a:cubicBezTo>
                  <a:cubicBezTo>
                    <a:pt x="10" y="17"/>
                    <a:pt x="3" y="25"/>
                    <a:pt x="0" y="19"/>
                  </a:cubicBezTo>
                  <a:cubicBezTo>
                    <a:pt x="10" y="11"/>
                    <a:pt x="28" y="0"/>
                    <a:pt x="40" y="0"/>
                  </a:cubicBezTo>
                  <a:cubicBezTo>
                    <a:pt x="38" y="6"/>
                    <a:pt x="32" y="7"/>
                    <a:pt x="29" y="12"/>
                  </a:cubicBezTo>
                  <a:cubicBezTo>
                    <a:pt x="40" y="36"/>
                    <a:pt x="52" y="60"/>
                    <a:pt x="6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2" name="Freeform 27">
              <a:extLst>
                <a:ext uri="{FF2B5EF4-FFF2-40B4-BE49-F238E27FC236}">
                  <a16:creationId xmlns:a16="http://schemas.microsoft.com/office/drawing/2014/main" id="{8847B595-3F71-C621-588D-223F76363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148" y="5423535"/>
              <a:ext cx="314325" cy="342900"/>
            </a:xfrm>
            <a:custGeom>
              <a:avLst/>
              <a:gdLst>
                <a:gd name="T0" fmla="*/ 121 w 121"/>
                <a:gd name="T1" fmla="*/ 98 h 132"/>
                <a:gd name="T2" fmla="*/ 78 w 121"/>
                <a:gd name="T3" fmla="*/ 79 h 132"/>
                <a:gd name="T4" fmla="*/ 33 w 121"/>
                <a:gd name="T5" fmla="*/ 54 h 132"/>
                <a:gd name="T6" fmla="*/ 59 w 121"/>
                <a:gd name="T7" fmla="*/ 115 h 132"/>
                <a:gd name="T8" fmla="*/ 78 w 121"/>
                <a:gd name="T9" fmla="*/ 116 h 132"/>
                <a:gd name="T10" fmla="*/ 39 w 121"/>
                <a:gd name="T11" fmla="*/ 132 h 132"/>
                <a:gd name="T12" fmla="*/ 48 w 121"/>
                <a:gd name="T13" fmla="*/ 118 h 132"/>
                <a:gd name="T14" fmla="*/ 17 w 121"/>
                <a:gd name="T15" fmla="*/ 46 h 132"/>
                <a:gd name="T16" fmla="*/ 1 w 121"/>
                <a:gd name="T17" fmla="*/ 46 h 132"/>
                <a:gd name="T18" fmla="*/ 25 w 121"/>
                <a:gd name="T19" fmla="*/ 32 h 132"/>
                <a:gd name="T20" fmla="*/ 102 w 121"/>
                <a:gd name="T21" fmla="*/ 77 h 132"/>
                <a:gd name="T22" fmla="*/ 78 w 121"/>
                <a:gd name="T23" fmla="*/ 20 h 132"/>
                <a:gd name="T24" fmla="*/ 60 w 121"/>
                <a:gd name="T25" fmla="*/ 20 h 132"/>
                <a:gd name="T26" fmla="*/ 95 w 121"/>
                <a:gd name="T27" fmla="*/ 0 h 132"/>
                <a:gd name="T28" fmla="*/ 88 w 121"/>
                <a:gd name="T29" fmla="*/ 16 h 132"/>
                <a:gd name="T30" fmla="*/ 121 w 121"/>
                <a:gd name="T31" fmla="*/ 9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1" h="132">
                  <a:moveTo>
                    <a:pt x="121" y="98"/>
                  </a:moveTo>
                  <a:cubicBezTo>
                    <a:pt x="105" y="103"/>
                    <a:pt x="92" y="87"/>
                    <a:pt x="78" y="79"/>
                  </a:cubicBezTo>
                  <a:cubicBezTo>
                    <a:pt x="62" y="70"/>
                    <a:pt x="47" y="62"/>
                    <a:pt x="33" y="54"/>
                  </a:cubicBezTo>
                  <a:cubicBezTo>
                    <a:pt x="39" y="77"/>
                    <a:pt x="48" y="96"/>
                    <a:pt x="59" y="115"/>
                  </a:cubicBezTo>
                  <a:cubicBezTo>
                    <a:pt x="65" y="116"/>
                    <a:pt x="73" y="113"/>
                    <a:pt x="78" y="116"/>
                  </a:cubicBezTo>
                  <a:cubicBezTo>
                    <a:pt x="67" y="124"/>
                    <a:pt x="50" y="132"/>
                    <a:pt x="39" y="132"/>
                  </a:cubicBezTo>
                  <a:cubicBezTo>
                    <a:pt x="39" y="126"/>
                    <a:pt x="48" y="126"/>
                    <a:pt x="48" y="118"/>
                  </a:cubicBezTo>
                  <a:cubicBezTo>
                    <a:pt x="51" y="98"/>
                    <a:pt x="23" y="63"/>
                    <a:pt x="17" y="46"/>
                  </a:cubicBezTo>
                  <a:cubicBezTo>
                    <a:pt x="11" y="44"/>
                    <a:pt x="5" y="51"/>
                    <a:pt x="1" y="46"/>
                  </a:cubicBezTo>
                  <a:cubicBezTo>
                    <a:pt x="0" y="39"/>
                    <a:pt x="18" y="37"/>
                    <a:pt x="25" y="32"/>
                  </a:cubicBezTo>
                  <a:cubicBezTo>
                    <a:pt x="51" y="45"/>
                    <a:pt x="75" y="63"/>
                    <a:pt x="102" y="77"/>
                  </a:cubicBezTo>
                  <a:cubicBezTo>
                    <a:pt x="97" y="55"/>
                    <a:pt x="87" y="37"/>
                    <a:pt x="78" y="20"/>
                  </a:cubicBezTo>
                  <a:cubicBezTo>
                    <a:pt x="70" y="17"/>
                    <a:pt x="65" y="24"/>
                    <a:pt x="60" y="20"/>
                  </a:cubicBezTo>
                  <a:cubicBezTo>
                    <a:pt x="67" y="8"/>
                    <a:pt x="86" y="8"/>
                    <a:pt x="95" y="0"/>
                  </a:cubicBezTo>
                  <a:cubicBezTo>
                    <a:pt x="104" y="7"/>
                    <a:pt x="88" y="7"/>
                    <a:pt x="88" y="16"/>
                  </a:cubicBezTo>
                  <a:cubicBezTo>
                    <a:pt x="97" y="46"/>
                    <a:pt x="110" y="72"/>
                    <a:pt x="121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3" name="Freeform 28">
              <a:extLst>
                <a:ext uri="{FF2B5EF4-FFF2-40B4-BE49-F238E27FC236}">
                  <a16:creationId xmlns:a16="http://schemas.microsoft.com/office/drawing/2014/main" id="{D6CC2DCF-188B-BCF2-0A9D-2DDD3BC63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198" y="2524760"/>
              <a:ext cx="238125" cy="295275"/>
            </a:xfrm>
            <a:custGeom>
              <a:avLst/>
              <a:gdLst>
                <a:gd name="T0" fmla="*/ 74 w 92"/>
                <a:gd name="T1" fmla="*/ 19 h 114"/>
                <a:gd name="T2" fmla="*/ 71 w 92"/>
                <a:gd name="T3" fmla="*/ 114 h 114"/>
                <a:gd name="T4" fmla="*/ 65 w 92"/>
                <a:gd name="T5" fmla="*/ 100 h 114"/>
                <a:gd name="T6" fmla="*/ 3 w 92"/>
                <a:gd name="T7" fmla="*/ 79 h 114"/>
                <a:gd name="T8" fmla="*/ 69 w 92"/>
                <a:gd name="T9" fmla="*/ 83 h 114"/>
                <a:gd name="T10" fmla="*/ 51 w 92"/>
                <a:gd name="T11" fmla="*/ 66 h 114"/>
                <a:gd name="T12" fmla="*/ 2 w 92"/>
                <a:gd name="T13" fmla="*/ 52 h 114"/>
                <a:gd name="T14" fmla="*/ 69 w 92"/>
                <a:gd name="T15" fmla="*/ 54 h 114"/>
                <a:gd name="T16" fmla="*/ 2 w 92"/>
                <a:gd name="T17" fmla="*/ 24 h 114"/>
                <a:gd name="T18" fmla="*/ 62 w 92"/>
                <a:gd name="T19" fmla="*/ 23 h 114"/>
                <a:gd name="T20" fmla="*/ 74 w 92"/>
                <a:gd name="T21" fmla="*/ 1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4">
                  <a:moveTo>
                    <a:pt x="74" y="19"/>
                  </a:moveTo>
                  <a:cubicBezTo>
                    <a:pt x="88" y="36"/>
                    <a:pt x="92" y="103"/>
                    <a:pt x="71" y="114"/>
                  </a:cubicBezTo>
                  <a:cubicBezTo>
                    <a:pt x="63" y="114"/>
                    <a:pt x="64" y="107"/>
                    <a:pt x="65" y="100"/>
                  </a:cubicBezTo>
                  <a:cubicBezTo>
                    <a:pt x="51" y="86"/>
                    <a:pt x="14" y="99"/>
                    <a:pt x="3" y="79"/>
                  </a:cubicBezTo>
                  <a:cubicBezTo>
                    <a:pt x="24" y="65"/>
                    <a:pt x="49" y="83"/>
                    <a:pt x="69" y="83"/>
                  </a:cubicBezTo>
                  <a:cubicBezTo>
                    <a:pt x="73" y="69"/>
                    <a:pt x="58" y="69"/>
                    <a:pt x="51" y="66"/>
                  </a:cubicBezTo>
                  <a:cubicBezTo>
                    <a:pt x="36" y="61"/>
                    <a:pt x="14" y="62"/>
                    <a:pt x="2" y="52"/>
                  </a:cubicBezTo>
                  <a:cubicBezTo>
                    <a:pt x="14" y="31"/>
                    <a:pt x="49" y="52"/>
                    <a:pt x="69" y="54"/>
                  </a:cubicBezTo>
                  <a:cubicBezTo>
                    <a:pt x="65" y="24"/>
                    <a:pt x="22" y="36"/>
                    <a:pt x="2" y="24"/>
                  </a:cubicBezTo>
                  <a:cubicBezTo>
                    <a:pt x="0" y="0"/>
                    <a:pt x="48" y="18"/>
                    <a:pt x="62" y="23"/>
                  </a:cubicBezTo>
                  <a:cubicBezTo>
                    <a:pt x="68" y="24"/>
                    <a:pt x="70" y="13"/>
                    <a:pt x="74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4" name="Freeform 29">
              <a:extLst>
                <a:ext uri="{FF2B5EF4-FFF2-40B4-BE49-F238E27FC236}">
                  <a16:creationId xmlns:a16="http://schemas.microsoft.com/office/drawing/2014/main" id="{EB752082-84C0-E697-7DD8-C16F744194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0185" y="2210435"/>
              <a:ext cx="796925" cy="906463"/>
            </a:xfrm>
            <a:custGeom>
              <a:avLst/>
              <a:gdLst>
                <a:gd name="T0" fmla="*/ 220 w 307"/>
                <a:gd name="T1" fmla="*/ 268 h 349"/>
                <a:gd name="T2" fmla="*/ 111 w 307"/>
                <a:gd name="T3" fmla="*/ 268 h 349"/>
                <a:gd name="T4" fmla="*/ 220 w 307"/>
                <a:gd name="T5" fmla="*/ 268 h 349"/>
                <a:gd name="T6" fmla="*/ 173 w 307"/>
                <a:gd name="T7" fmla="*/ 123 h 349"/>
                <a:gd name="T8" fmla="*/ 194 w 307"/>
                <a:gd name="T9" fmla="*/ 123 h 349"/>
                <a:gd name="T10" fmla="*/ 162 w 307"/>
                <a:gd name="T11" fmla="*/ 45 h 349"/>
                <a:gd name="T12" fmla="*/ 137 w 307"/>
                <a:gd name="T13" fmla="*/ 123 h 349"/>
                <a:gd name="T14" fmla="*/ 156 w 307"/>
                <a:gd name="T15" fmla="*/ 123 h 349"/>
                <a:gd name="T16" fmla="*/ 168 w 307"/>
                <a:gd name="T17" fmla="*/ 105 h 349"/>
                <a:gd name="T18" fmla="*/ 173 w 307"/>
                <a:gd name="T19" fmla="*/ 123 h 349"/>
                <a:gd name="T20" fmla="*/ 253 w 307"/>
                <a:gd name="T21" fmla="*/ 300 h 349"/>
                <a:gd name="T22" fmla="*/ 286 w 307"/>
                <a:gd name="T23" fmla="*/ 257 h 349"/>
                <a:gd name="T24" fmla="*/ 45 w 307"/>
                <a:gd name="T25" fmla="*/ 259 h 349"/>
                <a:gd name="T26" fmla="*/ 79 w 307"/>
                <a:gd name="T27" fmla="*/ 300 h 349"/>
                <a:gd name="T28" fmla="*/ 109 w 307"/>
                <a:gd name="T29" fmla="*/ 294 h 349"/>
                <a:gd name="T30" fmla="*/ 83 w 307"/>
                <a:gd name="T31" fmla="*/ 264 h 349"/>
                <a:gd name="T32" fmla="*/ 178 w 307"/>
                <a:gd name="T33" fmla="*/ 244 h 349"/>
                <a:gd name="T34" fmla="*/ 248 w 307"/>
                <a:gd name="T35" fmla="*/ 266 h 349"/>
                <a:gd name="T36" fmla="*/ 222 w 307"/>
                <a:gd name="T37" fmla="*/ 291 h 349"/>
                <a:gd name="T38" fmla="*/ 253 w 307"/>
                <a:gd name="T39" fmla="*/ 300 h 349"/>
                <a:gd name="T40" fmla="*/ 274 w 307"/>
                <a:gd name="T41" fmla="*/ 75 h 349"/>
                <a:gd name="T42" fmla="*/ 302 w 307"/>
                <a:gd name="T43" fmla="*/ 133 h 349"/>
                <a:gd name="T44" fmla="*/ 264 w 307"/>
                <a:gd name="T45" fmla="*/ 85 h 349"/>
                <a:gd name="T46" fmla="*/ 187 w 307"/>
                <a:gd name="T47" fmla="*/ 47 h 349"/>
                <a:gd name="T48" fmla="*/ 210 w 307"/>
                <a:gd name="T49" fmla="*/ 121 h 349"/>
                <a:gd name="T50" fmla="*/ 175 w 307"/>
                <a:gd name="T51" fmla="*/ 139 h 349"/>
                <a:gd name="T52" fmla="*/ 173 w 307"/>
                <a:gd name="T53" fmla="*/ 173 h 349"/>
                <a:gd name="T54" fmla="*/ 225 w 307"/>
                <a:gd name="T55" fmla="*/ 175 h 349"/>
                <a:gd name="T56" fmla="*/ 173 w 307"/>
                <a:gd name="T57" fmla="*/ 188 h 349"/>
                <a:gd name="T58" fmla="*/ 166 w 307"/>
                <a:gd name="T59" fmla="*/ 219 h 349"/>
                <a:gd name="T60" fmla="*/ 305 w 307"/>
                <a:gd name="T61" fmla="*/ 250 h 349"/>
                <a:gd name="T62" fmla="*/ 256 w 307"/>
                <a:gd name="T63" fmla="*/ 318 h 349"/>
                <a:gd name="T64" fmla="*/ 192 w 307"/>
                <a:gd name="T65" fmla="*/ 338 h 349"/>
                <a:gd name="T66" fmla="*/ 232 w 307"/>
                <a:gd name="T67" fmla="*/ 312 h 349"/>
                <a:gd name="T68" fmla="*/ 183 w 307"/>
                <a:gd name="T69" fmla="*/ 304 h 349"/>
                <a:gd name="T70" fmla="*/ 181 w 307"/>
                <a:gd name="T71" fmla="*/ 343 h 349"/>
                <a:gd name="T72" fmla="*/ 132 w 307"/>
                <a:gd name="T73" fmla="*/ 334 h 349"/>
                <a:gd name="T74" fmla="*/ 168 w 307"/>
                <a:gd name="T75" fmla="*/ 330 h 349"/>
                <a:gd name="T76" fmla="*/ 166 w 307"/>
                <a:gd name="T77" fmla="*/ 304 h 349"/>
                <a:gd name="T78" fmla="*/ 100 w 307"/>
                <a:gd name="T79" fmla="*/ 311 h 349"/>
                <a:gd name="T80" fmla="*/ 123 w 307"/>
                <a:gd name="T81" fmla="*/ 334 h 349"/>
                <a:gd name="T82" fmla="*/ 25 w 307"/>
                <a:gd name="T83" fmla="*/ 252 h 349"/>
                <a:gd name="T84" fmla="*/ 161 w 307"/>
                <a:gd name="T85" fmla="*/ 221 h 349"/>
                <a:gd name="T86" fmla="*/ 157 w 307"/>
                <a:gd name="T87" fmla="*/ 191 h 349"/>
                <a:gd name="T88" fmla="*/ 104 w 307"/>
                <a:gd name="T89" fmla="*/ 182 h 349"/>
                <a:gd name="T90" fmla="*/ 156 w 307"/>
                <a:gd name="T91" fmla="*/ 173 h 349"/>
                <a:gd name="T92" fmla="*/ 157 w 307"/>
                <a:gd name="T93" fmla="*/ 140 h 349"/>
                <a:gd name="T94" fmla="*/ 104 w 307"/>
                <a:gd name="T95" fmla="*/ 132 h 349"/>
                <a:gd name="T96" fmla="*/ 121 w 307"/>
                <a:gd name="T97" fmla="*/ 123 h 349"/>
                <a:gd name="T98" fmla="*/ 144 w 307"/>
                <a:gd name="T99" fmla="*/ 51 h 349"/>
                <a:gd name="T100" fmla="*/ 34 w 307"/>
                <a:gd name="T101" fmla="*/ 143 h 349"/>
                <a:gd name="T102" fmla="*/ 95 w 307"/>
                <a:gd name="T103" fmla="*/ 140 h 349"/>
                <a:gd name="T104" fmla="*/ 28 w 307"/>
                <a:gd name="T105" fmla="*/ 173 h 349"/>
                <a:gd name="T106" fmla="*/ 95 w 307"/>
                <a:gd name="T107" fmla="*/ 171 h 349"/>
                <a:gd name="T108" fmla="*/ 28 w 307"/>
                <a:gd name="T109" fmla="*/ 204 h 349"/>
                <a:gd name="T110" fmla="*/ 91 w 307"/>
                <a:gd name="T111" fmla="*/ 201 h 349"/>
                <a:gd name="T112" fmla="*/ 33 w 307"/>
                <a:gd name="T113" fmla="*/ 221 h 349"/>
                <a:gd name="T114" fmla="*/ 28 w 307"/>
                <a:gd name="T115" fmla="*/ 239 h 349"/>
                <a:gd name="T116" fmla="*/ 12 w 307"/>
                <a:gd name="T117" fmla="*/ 213 h 349"/>
                <a:gd name="T118" fmla="*/ 150 w 307"/>
                <a:gd name="T119" fmla="*/ 29 h 349"/>
                <a:gd name="T120" fmla="*/ 177 w 307"/>
                <a:gd name="T121" fmla="*/ 29 h 349"/>
                <a:gd name="T122" fmla="*/ 274 w 307"/>
                <a:gd name="T123" fmla="*/ 75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7" h="349">
                  <a:moveTo>
                    <a:pt x="220" y="268"/>
                  </a:moveTo>
                  <a:cubicBezTo>
                    <a:pt x="190" y="258"/>
                    <a:pt x="144" y="258"/>
                    <a:pt x="111" y="268"/>
                  </a:cubicBezTo>
                  <a:cubicBezTo>
                    <a:pt x="129" y="292"/>
                    <a:pt x="201" y="292"/>
                    <a:pt x="220" y="268"/>
                  </a:cubicBezTo>
                  <a:close/>
                  <a:moveTo>
                    <a:pt x="173" y="123"/>
                  </a:moveTo>
                  <a:cubicBezTo>
                    <a:pt x="181" y="123"/>
                    <a:pt x="187" y="123"/>
                    <a:pt x="194" y="123"/>
                  </a:cubicBezTo>
                  <a:cubicBezTo>
                    <a:pt x="184" y="96"/>
                    <a:pt x="181" y="64"/>
                    <a:pt x="162" y="45"/>
                  </a:cubicBezTo>
                  <a:cubicBezTo>
                    <a:pt x="154" y="71"/>
                    <a:pt x="143" y="95"/>
                    <a:pt x="137" y="123"/>
                  </a:cubicBezTo>
                  <a:cubicBezTo>
                    <a:pt x="143" y="123"/>
                    <a:pt x="149" y="123"/>
                    <a:pt x="156" y="123"/>
                  </a:cubicBezTo>
                  <a:cubicBezTo>
                    <a:pt x="156" y="113"/>
                    <a:pt x="159" y="106"/>
                    <a:pt x="168" y="105"/>
                  </a:cubicBezTo>
                  <a:cubicBezTo>
                    <a:pt x="173" y="107"/>
                    <a:pt x="173" y="114"/>
                    <a:pt x="173" y="123"/>
                  </a:cubicBezTo>
                  <a:close/>
                  <a:moveTo>
                    <a:pt x="253" y="300"/>
                  </a:moveTo>
                  <a:cubicBezTo>
                    <a:pt x="266" y="288"/>
                    <a:pt x="278" y="276"/>
                    <a:pt x="286" y="257"/>
                  </a:cubicBezTo>
                  <a:cubicBezTo>
                    <a:pt x="219" y="230"/>
                    <a:pt x="105" y="229"/>
                    <a:pt x="45" y="259"/>
                  </a:cubicBezTo>
                  <a:cubicBezTo>
                    <a:pt x="54" y="276"/>
                    <a:pt x="67" y="287"/>
                    <a:pt x="79" y="300"/>
                  </a:cubicBezTo>
                  <a:cubicBezTo>
                    <a:pt x="90" y="299"/>
                    <a:pt x="96" y="292"/>
                    <a:pt x="109" y="294"/>
                  </a:cubicBezTo>
                  <a:cubicBezTo>
                    <a:pt x="105" y="280"/>
                    <a:pt x="85" y="281"/>
                    <a:pt x="83" y="264"/>
                  </a:cubicBezTo>
                  <a:cubicBezTo>
                    <a:pt x="100" y="247"/>
                    <a:pt x="143" y="242"/>
                    <a:pt x="178" y="244"/>
                  </a:cubicBezTo>
                  <a:cubicBezTo>
                    <a:pt x="205" y="247"/>
                    <a:pt x="238" y="249"/>
                    <a:pt x="248" y="266"/>
                  </a:cubicBezTo>
                  <a:cubicBezTo>
                    <a:pt x="244" y="280"/>
                    <a:pt x="228" y="281"/>
                    <a:pt x="222" y="291"/>
                  </a:cubicBezTo>
                  <a:cubicBezTo>
                    <a:pt x="232" y="294"/>
                    <a:pt x="243" y="297"/>
                    <a:pt x="253" y="300"/>
                  </a:cubicBezTo>
                  <a:close/>
                  <a:moveTo>
                    <a:pt x="274" y="75"/>
                  </a:moveTo>
                  <a:cubicBezTo>
                    <a:pt x="287" y="88"/>
                    <a:pt x="307" y="110"/>
                    <a:pt x="302" y="133"/>
                  </a:cubicBezTo>
                  <a:cubicBezTo>
                    <a:pt x="283" y="125"/>
                    <a:pt x="278" y="100"/>
                    <a:pt x="264" y="85"/>
                  </a:cubicBezTo>
                  <a:cubicBezTo>
                    <a:pt x="244" y="64"/>
                    <a:pt x="217" y="57"/>
                    <a:pt x="187" y="47"/>
                  </a:cubicBezTo>
                  <a:cubicBezTo>
                    <a:pt x="192" y="75"/>
                    <a:pt x="204" y="94"/>
                    <a:pt x="210" y="121"/>
                  </a:cubicBezTo>
                  <a:cubicBezTo>
                    <a:pt x="252" y="134"/>
                    <a:pt x="201" y="145"/>
                    <a:pt x="175" y="139"/>
                  </a:cubicBezTo>
                  <a:cubicBezTo>
                    <a:pt x="171" y="147"/>
                    <a:pt x="175" y="162"/>
                    <a:pt x="173" y="173"/>
                  </a:cubicBezTo>
                  <a:cubicBezTo>
                    <a:pt x="187" y="177"/>
                    <a:pt x="210" y="168"/>
                    <a:pt x="225" y="175"/>
                  </a:cubicBezTo>
                  <a:cubicBezTo>
                    <a:pt x="225" y="202"/>
                    <a:pt x="197" y="185"/>
                    <a:pt x="173" y="188"/>
                  </a:cubicBezTo>
                  <a:cubicBezTo>
                    <a:pt x="173" y="202"/>
                    <a:pt x="175" y="215"/>
                    <a:pt x="166" y="219"/>
                  </a:cubicBezTo>
                  <a:cubicBezTo>
                    <a:pt x="220" y="223"/>
                    <a:pt x="271" y="226"/>
                    <a:pt x="305" y="250"/>
                  </a:cubicBezTo>
                  <a:cubicBezTo>
                    <a:pt x="297" y="277"/>
                    <a:pt x="278" y="302"/>
                    <a:pt x="256" y="318"/>
                  </a:cubicBezTo>
                  <a:cubicBezTo>
                    <a:pt x="239" y="330"/>
                    <a:pt x="215" y="342"/>
                    <a:pt x="192" y="338"/>
                  </a:cubicBezTo>
                  <a:cubicBezTo>
                    <a:pt x="192" y="315"/>
                    <a:pt x="222" y="325"/>
                    <a:pt x="232" y="312"/>
                  </a:cubicBezTo>
                  <a:cubicBezTo>
                    <a:pt x="220" y="305"/>
                    <a:pt x="201" y="305"/>
                    <a:pt x="183" y="304"/>
                  </a:cubicBezTo>
                  <a:cubicBezTo>
                    <a:pt x="182" y="311"/>
                    <a:pt x="187" y="335"/>
                    <a:pt x="181" y="343"/>
                  </a:cubicBezTo>
                  <a:cubicBezTo>
                    <a:pt x="166" y="349"/>
                    <a:pt x="129" y="347"/>
                    <a:pt x="132" y="334"/>
                  </a:cubicBezTo>
                  <a:cubicBezTo>
                    <a:pt x="134" y="323"/>
                    <a:pt x="154" y="330"/>
                    <a:pt x="168" y="330"/>
                  </a:cubicBezTo>
                  <a:cubicBezTo>
                    <a:pt x="168" y="321"/>
                    <a:pt x="168" y="311"/>
                    <a:pt x="166" y="304"/>
                  </a:cubicBezTo>
                  <a:cubicBezTo>
                    <a:pt x="140" y="302"/>
                    <a:pt x="120" y="306"/>
                    <a:pt x="100" y="311"/>
                  </a:cubicBezTo>
                  <a:cubicBezTo>
                    <a:pt x="105" y="321"/>
                    <a:pt x="129" y="318"/>
                    <a:pt x="123" y="334"/>
                  </a:cubicBezTo>
                  <a:cubicBezTo>
                    <a:pt x="76" y="330"/>
                    <a:pt x="44" y="294"/>
                    <a:pt x="25" y="252"/>
                  </a:cubicBezTo>
                  <a:cubicBezTo>
                    <a:pt x="57" y="228"/>
                    <a:pt x="109" y="224"/>
                    <a:pt x="161" y="221"/>
                  </a:cubicBezTo>
                  <a:cubicBezTo>
                    <a:pt x="161" y="216"/>
                    <a:pt x="155" y="204"/>
                    <a:pt x="157" y="191"/>
                  </a:cubicBezTo>
                  <a:cubicBezTo>
                    <a:pt x="142" y="182"/>
                    <a:pt x="111" y="200"/>
                    <a:pt x="104" y="182"/>
                  </a:cubicBezTo>
                  <a:cubicBezTo>
                    <a:pt x="109" y="164"/>
                    <a:pt x="139" y="178"/>
                    <a:pt x="156" y="173"/>
                  </a:cubicBezTo>
                  <a:cubicBezTo>
                    <a:pt x="160" y="166"/>
                    <a:pt x="156" y="151"/>
                    <a:pt x="157" y="140"/>
                  </a:cubicBezTo>
                  <a:cubicBezTo>
                    <a:pt x="138" y="133"/>
                    <a:pt x="113" y="151"/>
                    <a:pt x="104" y="132"/>
                  </a:cubicBezTo>
                  <a:cubicBezTo>
                    <a:pt x="105" y="124"/>
                    <a:pt x="112" y="123"/>
                    <a:pt x="121" y="123"/>
                  </a:cubicBezTo>
                  <a:cubicBezTo>
                    <a:pt x="124" y="95"/>
                    <a:pt x="137" y="76"/>
                    <a:pt x="144" y="51"/>
                  </a:cubicBezTo>
                  <a:cubicBezTo>
                    <a:pt x="88" y="54"/>
                    <a:pt x="52" y="94"/>
                    <a:pt x="34" y="143"/>
                  </a:cubicBezTo>
                  <a:cubicBezTo>
                    <a:pt x="52" y="142"/>
                    <a:pt x="83" y="124"/>
                    <a:pt x="95" y="140"/>
                  </a:cubicBezTo>
                  <a:cubicBezTo>
                    <a:pt x="83" y="162"/>
                    <a:pt x="34" y="142"/>
                    <a:pt x="28" y="173"/>
                  </a:cubicBezTo>
                  <a:cubicBezTo>
                    <a:pt x="41" y="177"/>
                    <a:pt x="79" y="152"/>
                    <a:pt x="95" y="171"/>
                  </a:cubicBezTo>
                  <a:cubicBezTo>
                    <a:pt x="83" y="192"/>
                    <a:pt x="30" y="172"/>
                    <a:pt x="28" y="204"/>
                  </a:cubicBezTo>
                  <a:cubicBezTo>
                    <a:pt x="43" y="206"/>
                    <a:pt x="76" y="183"/>
                    <a:pt x="91" y="201"/>
                  </a:cubicBezTo>
                  <a:cubicBezTo>
                    <a:pt x="84" y="220"/>
                    <a:pt x="45" y="207"/>
                    <a:pt x="33" y="221"/>
                  </a:cubicBezTo>
                  <a:cubicBezTo>
                    <a:pt x="30" y="225"/>
                    <a:pt x="35" y="238"/>
                    <a:pt x="28" y="239"/>
                  </a:cubicBezTo>
                  <a:cubicBezTo>
                    <a:pt x="16" y="237"/>
                    <a:pt x="13" y="223"/>
                    <a:pt x="12" y="213"/>
                  </a:cubicBezTo>
                  <a:cubicBezTo>
                    <a:pt x="0" y="105"/>
                    <a:pt x="69" y="44"/>
                    <a:pt x="150" y="29"/>
                  </a:cubicBezTo>
                  <a:cubicBezTo>
                    <a:pt x="155" y="9"/>
                    <a:pt x="176" y="0"/>
                    <a:pt x="177" y="29"/>
                  </a:cubicBezTo>
                  <a:cubicBezTo>
                    <a:pt x="214" y="35"/>
                    <a:pt x="250" y="51"/>
                    <a:pt x="274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5" name="Freeform 30">
              <a:extLst>
                <a:ext uri="{FF2B5EF4-FFF2-40B4-BE49-F238E27FC236}">
                  <a16:creationId xmlns:a16="http://schemas.microsoft.com/office/drawing/2014/main" id="{A579D0CD-B52B-5ECE-3128-0C4ECBF10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698" y="5542598"/>
              <a:ext cx="265112" cy="306388"/>
            </a:xfrm>
            <a:custGeom>
              <a:avLst/>
              <a:gdLst>
                <a:gd name="T0" fmla="*/ 100 w 102"/>
                <a:gd name="T1" fmla="*/ 5 h 118"/>
                <a:gd name="T2" fmla="*/ 89 w 102"/>
                <a:gd name="T3" fmla="*/ 13 h 118"/>
                <a:gd name="T4" fmla="*/ 86 w 102"/>
                <a:gd name="T5" fmla="*/ 83 h 118"/>
                <a:gd name="T6" fmla="*/ 21 w 102"/>
                <a:gd name="T7" fmla="*/ 99 h 118"/>
                <a:gd name="T8" fmla="*/ 12 w 102"/>
                <a:gd name="T9" fmla="*/ 16 h 118"/>
                <a:gd name="T10" fmla="*/ 0 w 102"/>
                <a:gd name="T11" fmla="*/ 8 h 118"/>
                <a:gd name="T12" fmla="*/ 42 w 102"/>
                <a:gd name="T13" fmla="*/ 5 h 118"/>
                <a:gd name="T14" fmla="*/ 30 w 102"/>
                <a:gd name="T15" fmla="*/ 13 h 118"/>
                <a:gd name="T16" fmla="*/ 48 w 102"/>
                <a:gd name="T17" fmla="*/ 99 h 118"/>
                <a:gd name="T18" fmla="*/ 74 w 102"/>
                <a:gd name="T19" fmla="*/ 13 h 118"/>
                <a:gd name="T20" fmla="*/ 61 w 102"/>
                <a:gd name="T21" fmla="*/ 8 h 118"/>
                <a:gd name="T22" fmla="*/ 100 w 102"/>
                <a:gd name="T23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" h="118">
                  <a:moveTo>
                    <a:pt x="100" y="5"/>
                  </a:moveTo>
                  <a:cubicBezTo>
                    <a:pt x="102" y="13"/>
                    <a:pt x="91" y="9"/>
                    <a:pt x="89" y="13"/>
                  </a:cubicBezTo>
                  <a:cubicBezTo>
                    <a:pt x="78" y="33"/>
                    <a:pt x="91" y="61"/>
                    <a:pt x="86" y="83"/>
                  </a:cubicBezTo>
                  <a:cubicBezTo>
                    <a:pt x="80" y="107"/>
                    <a:pt x="39" y="118"/>
                    <a:pt x="21" y="99"/>
                  </a:cubicBezTo>
                  <a:cubicBezTo>
                    <a:pt x="1" y="80"/>
                    <a:pt x="23" y="45"/>
                    <a:pt x="12" y="16"/>
                  </a:cubicBezTo>
                  <a:cubicBezTo>
                    <a:pt x="11" y="9"/>
                    <a:pt x="3" y="12"/>
                    <a:pt x="0" y="8"/>
                  </a:cubicBezTo>
                  <a:cubicBezTo>
                    <a:pt x="8" y="0"/>
                    <a:pt x="33" y="4"/>
                    <a:pt x="42" y="5"/>
                  </a:cubicBezTo>
                  <a:cubicBezTo>
                    <a:pt x="43" y="13"/>
                    <a:pt x="32" y="9"/>
                    <a:pt x="30" y="13"/>
                  </a:cubicBezTo>
                  <a:cubicBezTo>
                    <a:pt x="28" y="43"/>
                    <a:pt x="20" y="95"/>
                    <a:pt x="48" y="99"/>
                  </a:cubicBezTo>
                  <a:cubicBezTo>
                    <a:pt x="83" y="105"/>
                    <a:pt x="85" y="48"/>
                    <a:pt x="74" y="13"/>
                  </a:cubicBezTo>
                  <a:cubicBezTo>
                    <a:pt x="71" y="9"/>
                    <a:pt x="61" y="13"/>
                    <a:pt x="61" y="8"/>
                  </a:cubicBezTo>
                  <a:cubicBezTo>
                    <a:pt x="67" y="0"/>
                    <a:pt x="92" y="4"/>
                    <a:pt x="10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6" name="Freeform 31">
              <a:extLst>
                <a:ext uri="{FF2B5EF4-FFF2-40B4-BE49-F238E27FC236}">
                  <a16:creationId xmlns:a16="http://schemas.microsoft.com/office/drawing/2014/main" id="{18784BCF-A725-3ABD-F6A0-0E2C99305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685" y="4912360"/>
              <a:ext cx="98425" cy="196850"/>
            </a:xfrm>
            <a:custGeom>
              <a:avLst/>
              <a:gdLst>
                <a:gd name="T0" fmla="*/ 27 w 38"/>
                <a:gd name="T1" fmla="*/ 12 h 76"/>
                <a:gd name="T2" fmla="*/ 11 w 38"/>
                <a:gd name="T3" fmla="*/ 65 h 76"/>
                <a:gd name="T4" fmla="*/ 27 w 38"/>
                <a:gd name="T5" fmla="*/ 1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6">
                  <a:moveTo>
                    <a:pt x="27" y="12"/>
                  </a:moveTo>
                  <a:cubicBezTo>
                    <a:pt x="35" y="26"/>
                    <a:pt x="38" y="76"/>
                    <a:pt x="11" y="65"/>
                  </a:cubicBezTo>
                  <a:cubicBezTo>
                    <a:pt x="2" y="51"/>
                    <a:pt x="0" y="0"/>
                    <a:pt x="2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7" name="Freeform 32">
              <a:extLst>
                <a:ext uri="{FF2B5EF4-FFF2-40B4-BE49-F238E27FC236}">
                  <a16:creationId xmlns:a16="http://schemas.microsoft.com/office/drawing/2014/main" id="{150DEFEC-500E-F1BC-CF2B-BDACE97E1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235" y="4909185"/>
              <a:ext cx="98425" cy="127000"/>
            </a:xfrm>
            <a:custGeom>
              <a:avLst/>
              <a:gdLst>
                <a:gd name="T0" fmla="*/ 32 w 38"/>
                <a:gd name="T1" fmla="*/ 13 h 49"/>
                <a:gd name="T2" fmla="*/ 30 w 38"/>
                <a:gd name="T3" fmla="*/ 42 h 49"/>
                <a:gd name="T4" fmla="*/ 32 w 38"/>
                <a:gd name="T5" fmla="*/ 1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49">
                  <a:moveTo>
                    <a:pt x="32" y="13"/>
                  </a:moveTo>
                  <a:cubicBezTo>
                    <a:pt x="38" y="23"/>
                    <a:pt x="38" y="34"/>
                    <a:pt x="30" y="42"/>
                  </a:cubicBezTo>
                  <a:cubicBezTo>
                    <a:pt x="0" y="49"/>
                    <a:pt x="7" y="0"/>
                    <a:pt x="32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8" name="Freeform 33">
              <a:extLst>
                <a:ext uri="{FF2B5EF4-FFF2-40B4-BE49-F238E27FC236}">
                  <a16:creationId xmlns:a16="http://schemas.microsoft.com/office/drawing/2014/main" id="{22F2B0CB-454C-0A2C-E4D1-9FE8FE5A7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735" y="5240973"/>
              <a:ext cx="273050" cy="349250"/>
            </a:xfrm>
            <a:custGeom>
              <a:avLst/>
              <a:gdLst>
                <a:gd name="T0" fmla="*/ 96 w 105"/>
                <a:gd name="T1" fmla="*/ 51 h 134"/>
                <a:gd name="T2" fmla="*/ 105 w 105"/>
                <a:gd name="T3" fmla="*/ 51 h 134"/>
                <a:gd name="T4" fmla="*/ 85 w 105"/>
                <a:gd name="T5" fmla="*/ 81 h 134"/>
                <a:gd name="T6" fmla="*/ 73 w 105"/>
                <a:gd name="T7" fmla="*/ 33 h 134"/>
                <a:gd name="T8" fmla="*/ 15 w 105"/>
                <a:gd name="T9" fmla="*/ 81 h 134"/>
                <a:gd name="T10" fmla="*/ 60 w 105"/>
                <a:gd name="T11" fmla="*/ 97 h 134"/>
                <a:gd name="T12" fmla="*/ 51 w 105"/>
                <a:gd name="T13" fmla="*/ 81 h 134"/>
                <a:gd name="T14" fmla="*/ 87 w 105"/>
                <a:gd name="T15" fmla="*/ 107 h 134"/>
                <a:gd name="T16" fmla="*/ 76 w 105"/>
                <a:gd name="T17" fmla="*/ 106 h 134"/>
                <a:gd name="T18" fmla="*/ 56 w 105"/>
                <a:gd name="T19" fmla="*/ 132 h 134"/>
                <a:gd name="T20" fmla="*/ 1 w 105"/>
                <a:gd name="T21" fmla="*/ 77 h 134"/>
                <a:gd name="T22" fmla="*/ 96 w 105"/>
                <a:gd name="T23" fmla="*/ 5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5" h="134">
                  <a:moveTo>
                    <a:pt x="96" y="51"/>
                  </a:moveTo>
                  <a:cubicBezTo>
                    <a:pt x="100" y="51"/>
                    <a:pt x="101" y="47"/>
                    <a:pt x="105" y="51"/>
                  </a:cubicBezTo>
                  <a:cubicBezTo>
                    <a:pt x="104" y="59"/>
                    <a:pt x="95" y="75"/>
                    <a:pt x="85" y="81"/>
                  </a:cubicBezTo>
                  <a:cubicBezTo>
                    <a:pt x="88" y="64"/>
                    <a:pt x="89" y="39"/>
                    <a:pt x="73" y="33"/>
                  </a:cubicBezTo>
                  <a:cubicBezTo>
                    <a:pt x="51" y="23"/>
                    <a:pt x="17" y="52"/>
                    <a:pt x="15" y="81"/>
                  </a:cubicBezTo>
                  <a:cubicBezTo>
                    <a:pt x="12" y="114"/>
                    <a:pt x="51" y="134"/>
                    <a:pt x="60" y="97"/>
                  </a:cubicBezTo>
                  <a:cubicBezTo>
                    <a:pt x="60" y="88"/>
                    <a:pt x="49" y="91"/>
                    <a:pt x="51" y="81"/>
                  </a:cubicBezTo>
                  <a:cubicBezTo>
                    <a:pt x="63" y="88"/>
                    <a:pt x="78" y="95"/>
                    <a:pt x="87" y="107"/>
                  </a:cubicBezTo>
                  <a:cubicBezTo>
                    <a:pt x="83" y="113"/>
                    <a:pt x="81" y="105"/>
                    <a:pt x="76" y="106"/>
                  </a:cubicBezTo>
                  <a:cubicBezTo>
                    <a:pt x="66" y="111"/>
                    <a:pt x="62" y="123"/>
                    <a:pt x="56" y="132"/>
                  </a:cubicBezTo>
                  <a:cubicBezTo>
                    <a:pt x="27" y="124"/>
                    <a:pt x="1" y="110"/>
                    <a:pt x="1" y="77"/>
                  </a:cubicBezTo>
                  <a:cubicBezTo>
                    <a:pt x="0" y="25"/>
                    <a:pt x="73" y="0"/>
                    <a:pt x="96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9" name="Freeform 34">
              <a:extLst>
                <a:ext uri="{FF2B5EF4-FFF2-40B4-BE49-F238E27FC236}">
                  <a16:creationId xmlns:a16="http://schemas.microsoft.com/office/drawing/2014/main" id="{34988525-1D85-232C-6F51-5C9F440F58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15148" y="2423160"/>
              <a:ext cx="771525" cy="731838"/>
            </a:xfrm>
            <a:custGeom>
              <a:avLst/>
              <a:gdLst>
                <a:gd name="T0" fmla="*/ 26 w 297"/>
                <a:gd name="T1" fmla="*/ 174 h 282"/>
                <a:gd name="T2" fmla="*/ 40 w 297"/>
                <a:gd name="T3" fmla="*/ 158 h 282"/>
                <a:gd name="T4" fmla="*/ 24 w 297"/>
                <a:gd name="T5" fmla="*/ 158 h 282"/>
                <a:gd name="T6" fmla="*/ 73 w 297"/>
                <a:gd name="T7" fmla="*/ 171 h 282"/>
                <a:gd name="T8" fmla="*/ 35 w 297"/>
                <a:gd name="T9" fmla="*/ 234 h 282"/>
                <a:gd name="T10" fmla="*/ 53 w 297"/>
                <a:gd name="T11" fmla="*/ 180 h 282"/>
                <a:gd name="T12" fmla="*/ 80 w 297"/>
                <a:gd name="T13" fmla="*/ 127 h 282"/>
                <a:gd name="T14" fmla="*/ 59 w 297"/>
                <a:gd name="T15" fmla="*/ 141 h 282"/>
                <a:gd name="T16" fmla="*/ 101 w 297"/>
                <a:gd name="T17" fmla="*/ 136 h 282"/>
                <a:gd name="T18" fmla="*/ 101 w 297"/>
                <a:gd name="T19" fmla="*/ 136 h 282"/>
                <a:gd name="T20" fmla="*/ 126 w 297"/>
                <a:gd name="T21" fmla="*/ 139 h 282"/>
                <a:gd name="T22" fmla="*/ 134 w 297"/>
                <a:gd name="T23" fmla="*/ 161 h 282"/>
                <a:gd name="T24" fmla="*/ 134 w 297"/>
                <a:gd name="T25" fmla="*/ 161 h 282"/>
                <a:gd name="T26" fmla="*/ 151 w 297"/>
                <a:gd name="T27" fmla="*/ 27 h 282"/>
                <a:gd name="T28" fmla="*/ 157 w 297"/>
                <a:gd name="T29" fmla="*/ 239 h 282"/>
                <a:gd name="T30" fmla="*/ 163 w 297"/>
                <a:gd name="T31" fmla="*/ 200 h 282"/>
                <a:gd name="T32" fmla="*/ 139 w 297"/>
                <a:gd name="T33" fmla="*/ 218 h 282"/>
                <a:gd name="T34" fmla="*/ 156 w 297"/>
                <a:gd name="T35" fmla="*/ 227 h 282"/>
                <a:gd name="T36" fmla="*/ 173 w 297"/>
                <a:gd name="T37" fmla="*/ 39 h 282"/>
                <a:gd name="T38" fmla="*/ 173 w 297"/>
                <a:gd name="T39" fmla="*/ 39 h 282"/>
                <a:gd name="T40" fmla="*/ 173 w 297"/>
                <a:gd name="T41" fmla="*/ 58 h 282"/>
                <a:gd name="T42" fmla="*/ 157 w 297"/>
                <a:gd name="T43" fmla="*/ 191 h 282"/>
                <a:gd name="T44" fmla="*/ 143 w 297"/>
                <a:gd name="T45" fmla="*/ 186 h 282"/>
                <a:gd name="T46" fmla="*/ 157 w 297"/>
                <a:gd name="T47" fmla="*/ 191 h 282"/>
                <a:gd name="T48" fmla="*/ 186 w 297"/>
                <a:gd name="T49" fmla="*/ 127 h 282"/>
                <a:gd name="T50" fmla="*/ 202 w 297"/>
                <a:gd name="T51" fmla="*/ 119 h 282"/>
                <a:gd name="T52" fmla="*/ 198 w 297"/>
                <a:gd name="T53" fmla="*/ 67 h 282"/>
                <a:gd name="T54" fmla="*/ 189 w 297"/>
                <a:gd name="T55" fmla="*/ 72 h 282"/>
                <a:gd name="T56" fmla="*/ 209 w 297"/>
                <a:gd name="T57" fmla="*/ 66 h 282"/>
                <a:gd name="T58" fmla="*/ 211 w 297"/>
                <a:gd name="T59" fmla="*/ 72 h 282"/>
                <a:gd name="T60" fmla="*/ 217 w 297"/>
                <a:gd name="T61" fmla="*/ 139 h 282"/>
                <a:gd name="T62" fmla="*/ 201 w 297"/>
                <a:gd name="T63" fmla="*/ 150 h 282"/>
                <a:gd name="T64" fmla="*/ 192 w 297"/>
                <a:gd name="T65" fmla="*/ 166 h 282"/>
                <a:gd name="T66" fmla="*/ 227 w 297"/>
                <a:gd name="T67" fmla="*/ 67 h 282"/>
                <a:gd name="T68" fmla="*/ 235 w 297"/>
                <a:gd name="T69" fmla="*/ 115 h 282"/>
                <a:gd name="T70" fmla="*/ 184 w 297"/>
                <a:gd name="T71" fmla="*/ 91 h 282"/>
                <a:gd name="T72" fmla="*/ 173 w 297"/>
                <a:gd name="T73" fmla="*/ 84 h 282"/>
                <a:gd name="T74" fmla="*/ 154 w 297"/>
                <a:gd name="T75" fmla="*/ 136 h 282"/>
                <a:gd name="T76" fmla="*/ 206 w 297"/>
                <a:gd name="T77" fmla="*/ 109 h 282"/>
                <a:gd name="T78" fmla="*/ 217 w 297"/>
                <a:gd name="T79" fmla="*/ 96 h 282"/>
                <a:gd name="T80" fmla="*/ 235 w 297"/>
                <a:gd name="T81" fmla="*/ 115 h 282"/>
                <a:gd name="T82" fmla="*/ 251 w 297"/>
                <a:gd name="T83" fmla="*/ 106 h 282"/>
                <a:gd name="T84" fmla="*/ 249 w 297"/>
                <a:gd name="T85" fmla="*/ 119 h 282"/>
                <a:gd name="T86" fmla="*/ 263 w 297"/>
                <a:gd name="T87" fmla="*/ 261 h 282"/>
                <a:gd name="T88" fmla="*/ 185 w 297"/>
                <a:gd name="T89" fmla="*/ 225 h 282"/>
                <a:gd name="T90" fmla="*/ 131 w 297"/>
                <a:gd name="T91" fmla="*/ 267 h 282"/>
                <a:gd name="T92" fmla="*/ 62 w 297"/>
                <a:gd name="T93" fmla="*/ 218 h 282"/>
                <a:gd name="T94" fmla="*/ 10 w 297"/>
                <a:gd name="T95" fmla="*/ 256 h 282"/>
                <a:gd name="T96" fmla="*/ 97 w 297"/>
                <a:gd name="T97" fmla="*/ 113 h 282"/>
                <a:gd name="T98" fmla="*/ 134 w 297"/>
                <a:gd name="T99" fmla="*/ 82 h 282"/>
                <a:gd name="T100" fmla="*/ 207 w 297"/>
                <a:gd name="T101" fmla="*/ 8 h 282"/>
                <a:gd name="T102" fmla="*/ 234 w 297"/>
                <a:gd name="T103" fmla="*/ 27 h 282"/>
                <a:gd name="T104" fmla="*/ 263 w 297"/>
                <a:gd name="T105" fmla="*/ 184 h 282"/>
                <a:gd name="T106" fmla="*/ 290 w 297"/>
                <a:gd name="T107" fmla="*/ 23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7" h="282">
                  <a:moveTo>
                    <a:pt x="24" y="186"/>
                  </a:moveTo>
                  <a:cubicBezTo>
                    <a:pt x="30" y="187"/>
                    <a:pt x="32" y="172"/>
                    <a:pt x="26" y="174"/>
                  </a:cubicBezTo>
                  <a:cubicBezTo>
                    <a:pt x="22" y="175"/>
                    <a:pt x="21" y="182"/>
                    <a:pt x="24" y="186"/>
                  </a:cubicBezTo>
                  <a:close/>
                  <a:moveTo>
                    <a:pt x="40" y="158"/>
                  </a:moveTo>
                  <a:cubicBezTo>
                    <a:pt x="40" y="155"/>
                    <a:pt x="37" y="152"/>
                    <a:pt x="38" y="147"/>
                  </a:cubicBezTo>
                  <a:cubicBezTo>
                    <a:pt x="30" y="147"/>
                    <a:pt x="24" y="151"/>
                    <a:pt x="24" y="158"/>
                  </a:cubicBezTo>
                  <a:cubicBezTo>
                    <a:pt x="32" y="160"/>
                    <a:pt x="31" y="160"/>
                    <a:pt x="40" y="158"/>
                  </a:cubicBezTo>
                  <a:close/>
                  <a:moveTo>
                    <a:pt x="73" y="171"/>
                  </a:moveTo>
                  <a:cubicBezTo>
                    <a:pt x="64" y="166"/>
                    <a:pt x="59" y="180"/>
                    <a:pt x="52" y="171"/>
                  </a:cubicBezTo>
                  <a:cubicBezTo>
                    <a:pt x="51" y="195"/>
                    <a:pt x="0" y="214"/>
                    <a:pt x="35" y="234"/>
                  </a:cubicBezTo>
                  <a:cubicBezTo>
                    <a:pt x="41" y="225"/>
                    <a:pt x="30" y="220"/>
                    <a:pt x="29" y="213"/>
                  </a:cubicBezTo>
                  <a:cubicBezTo>
                    <a:pt x="42" y="205"/>
                    <a:pt x="52" y="194"/>
                    <a:pt x="53" y="180"/>
                  </a:cubicBezTo>
                  <a:cubicBezTo>
                    <a:pt x="59" y="180"/>
                    <a:pt x="70" y="184"/>
                    <a:pt x="73" y="171"/>
                  </a:cubicBezTo>
                  <a:close/>
                  <a:moveTo>
                    <a:pt x="80" y="127"/>
                  </a:moveTo>
                  <a:cubicBezTo>
                    <a:pt x="70" y="120"/>
                    <a:pt x="55" y="125"/>
                    <a:pt x="52" y="136"/>
                  </a:cubicBezTo>
                  <a:cubicBezTo>
                    <a:pt x="57" y="134"/>
                    <a:pt x="54" y="142"/>
                    <a:pt x="59" y="141"/>
                  </a:cubicBezTo>
                  <a:cubicBezTo>
                    <a:pt x="66" y="137"/>
                    <a:pt x="76" y="136"/>
                    <a:pt x="80" y="127"/>
                  </a:cubicBezTo>
                  <a:close/>
                  <a:moveTo>
                    <a:pt x="101" y="136"/>
                  </a:moveTo>
                  <a:cubicBezTo>
                    <a:pt x="104" y="131"/>
                    <a:pt x="104" y="123"/>
                    <a:pt x="95" y="123"/>
                  </a:cubicBezTo>
                  <a:cubicBezTo>
                    <a:pt x="95" y="131"/>
                    <a:pt x="96" y="134"/>
                    <a:pt x="101" y="136"/>
                  </a:cubicBezTo>
                  <a:close/>
                  <a:moveTo>
                    <a:pt x="131" y="150"/>
                  </a:moveTo>
                  <a:cubicBezTo>
                    <a:pt x="131" y="144"/>
                    <a:pt x="131" y="139"/>
                    <a:pt x="126" y="139"/>
                  </a:cubicBezTo>
                  <a:cubicBezTo>
                    <a:pt x="124" y="144"/>
                    <a:pt x="124" y="151"/>
                    <a:pt x="131" y="150"/>
                  </a:cubicBezTo>
                  <a:close/>
                  <a:moveTo>
                    <a:pt x="134" y="161"/>
                  </a:moveTo>
                  <a:cubicBezTo>
                    <a:pt x="137" y="163"/>
                    <a:pt x="151" y="165"/>
                    <a:pt x="151" y="157"/>
                  </a:cubicBezTo>
                  <a:cubicBezTo>
                    <a:pt x="147" y="151"/>
                    <a:pt x="134" y="153"/>
                    <a:pt x="134" y="161"/>
                  </a:cubicBezTo>
                  <a:close/>
                  <a:moveTo>
                    <a:pt x="151" y="37"/>
                  </a:moveTo>
                  <a:cubicBezTo>
                    <a:pt x="152" y="36"/>
                    <a:pt x="158" y="25"/>
                    <a:pt x="151" y="27"/>
                  </a:cubicBezTo>
                  <a:cubicBezTo>
                    <a:pt x="148" y="28"/>
                    <a:pt x="142" y="37"/>
                    <a:pt x="151" y="37"/>
                  </a:cubicBezTo>
                  <a:close/>
                  <a:moveTo>
                    <a:pt x="157" y="239"/>
                  </a:moveTo>
                  <a:cubicBezTo>
                    <a:pt x="163" y="247"/>
                    <a:pt x="176" y="249"/>
                    <a:pt x="185" y="243"/>
                  </a:cubicBezTo>
                  <a:cubicBezTo>
                    <a:pt x="170" y="237"/>
                    <a:pt x="168" y="218"/>
                    <a:pt x="163" y="200"/>
                  </a:cubicBezTo>
                  <a:cubicBezTo>
                    <a:pt x="158" y="208"/>
                    <a:pt x="165" y="212"/>
                    <a:pt x="159" y="217"/>
                  </a:cubicBezTo>
                  <a:cubicBezTo>
                    <a:pt x="151" y="209"/>
                    <a:pt x="146" y="224"/>
                    <a:pt x="139" y="218"/>
                  </a:cubicBezTo>
                  <a:cubicBezTo>
                    <a:pt x="142" y="225"/>
                    <a:pt x="145" y="234"/>
                    <a:pt x="143" y="247"/>
                  </a:cubicBezTo>
                  <a:cubicBezTo>
                    <a:pt x="154" y="247"/>
                    <a:pt x="143" y="225"/>
                    <a:pt x="156" y="227"/>
                  </a:cubicBezTo>
                  <a:cubicBezTo>
                    <a:pt x="158" y="229"/>
                    <a:pt x="157" y="234"/>
                    <a:pt x="157" y="239"/>
                  </a:cubicBezTo>
                  <a:close/>
                  <a:moveTo>
                    <a:pt x="173" y="39"/>
                  </a:moveTo>
                  <a:cubicBezTo>
                    <a:pt x="181" y="37"/>
                    <a:pt x="187" y="25"/>
                    <a:pt x="178" y="20"/>
                  </a:cubicBezTo>
                  <a:cubicBezTo>
                    <a:pt x="176" y="28"/>
                    <a:pt x="174" y="32"/>
                    <a:pt x="173" y="39"/>
                  </a:cubicBezTo>
                  <a:close/>
                  <a:moveTo>
                    <a:pt x="202" y="28"/>
                  </a:moveTo>
                  <a:cubicBezTo>
                    <a:pt x="190" y="36"/>
                    <a:pt x="178" y="43"/>
                    <a:pt x="173" y="58"/>
                  </a:cubicBezTo>
                  <a:cubicBezTo>
                    <a:pt x="187" y="53"/>
                    <a:pt x="197" y="42"/>
                    <a:pt x="202" y="28"/>
                  </a:cubicBezTo>
                  <a:close/>
                  <a:moveTo>
                    <a:pt x="157" y="191"/>
                  </a:moveTo>
                  <a:cubicBezTo>
                    <a:pt x="168" y="186"/>
                    <a:pt x="196" y="181"/>
                    <a:pt x="189" y="170"/>
                  </a:cubicBezTo>
                  <a:cubicBezTo>
                    <a:pt x="175" y="177"/>
                    <a:pt x="163" y="182"/>
                    <a:pt x="143" y="186"/>
                  </a:cubicBezTo>
                  <a:cubicBezTo>
                    <a:pt x="143" y="193"/>
                    <a:pt x="142" y="200"/>
                    <a:pt x="145" y="204"/>
                  </a:cubicBezTo>
                  <a:cubicBezTo>
                    <a:pt x="154" y="205"/>
                    <a:pt x="153" y="195"/>
                    <a:pt x="157" y="191"/>
                  </a:cubicBezTo>
                  <a:close/>
                  <a:moveTo>
                    <a:pt x="202" y="119"/>
                  </a:moveTo>
                  <a:cubicBezTo>
                    <a:pt x="196" y="117"/>
                    <a:pt x="187" y="119"/>
                    <a:pt x="186" y="127"/>
                  </a:cubicBezTo>
                  <a:cubicBezTo>
                    <a:pt x="192" y="125"/>
                    <a:pt x="191" y="133"/>
                    <a:pt x="197" y="132"/>
                  </a:cubicBezTo>
                  <a:cubicBezTo>
                    <a:pt x="197" y="125"/>
                    <a:pt x="202" y="125"/>
                    <a:pt x="202" y="119"/>
                  </a:cubicBezTo>
                  <a:close/>
                  <a:moveTo>
                    <a:pt x="189" y="72"/>
                  </a:moveTo>
                  <a:cubicBezTo>
                    <a:pt x="194" y="72"/>
                    <a:pt x="198" y="74"/>
                    <a:pt x="198" y="67"/>
                  </a:cubicBezTo>
                  <a:cubicBezTo>
                    <a:pt x="197" y="66"/>
                    <a:pt x="195" y="66"/>
                    <a:pt x="189" y="66"/>
                  </a:cubicBezTo>
                  <a:cubicBezTo>
                    <a:pt x="189" y="69"/>
                    <a:pt x="189" y="71"/>
                    <a:pt x="189" y="72"/>
                  </a:cubicBezTo>
                  <a:close/>
                  <a:moveTo>
                    <a:pt x="211" y="72"/>
                  </a:moveTo>
                  <a:cubicBezTo>
                    <a:pt x="212" y="70"/>
                    <a:pt x="209" y="69"/>
                    <a:pt x="209" y="66"/>
                  </a:cubicBezTo>
                  <a:cubicBezTo>
                    <a:pt x="206" y="65"/>
                    <a:pt x="202" y="66"/>
                    <a:pt x="201" y="67"/>
                  </a:cubicBezTo>
                  <a:cubicBezTo>
                    <a:pt x="200" y="74"/>
                    <a:pt x="208" y="75"/>
                    <a:pt x="211" y="72"/>
                  </a:cubicBezTo>
                  <a:close/>
                  <a:moveTo>
                    <a:pt x="192" y="166"/>
                  </a:moveTo>
                  <a:cubicBezTo>
                    <a:pt x="202" y="160"/>
                    <a:pt x="219" y="160"/>
                    <a:pt x="217" y="139"/>
                  </a:cubicBezTo>
                  <a:cubicBezTo>
                    <a:pt x="208" y="139"/>
                    <a:pt x="201" y="139"/>
                    <a:pt x="196" y="137"/>
                  </a:cubicBezTo>
                  <a:cubicBezTo>
                    <a:pt x="195" y="144"/>
                    <a:pt x="200" y="144"/>
                    <a:pt x="201" y="150"/>
                  </a:cubicBezTo>
                  <a:cubicBezTo>
                    <a:pt x="195" y="156"/>
                    <a:pt x="191" y="148"/>
                    <a:pt x="185" y="148"/>
                  </a:cubicBezTo>
                  <a:cubicBezTo>
                    <a:pt x="186" y="156"/>
                    <a:pt x="195" y="155"/>
                    <a:pt x="192" y="166"/>
                  </a:cubicBezTo>
                  <a:close/>
                  <a:moveTo>
                    <a:pt x="238" y="80"/>
                  </a:moveTo>
                  <a:cubicBezTo>
                    <a:pt x="238" y="72"/>
                    <a:pt x="234" y="62"/>
                    <a:pt x="227" y="67"/>
                  </a:cubicBezTo>
                  <a:cubicBezTo>
                    <a:pt x="227" y="76"/>
                    <a:pt x="233" y="77"/>
                    <a:pt x="238" y="80"/>
                  </a:cubicBezTo>
                  <a:close/>
                  <a:moveTo>
                    <a:pt x="235" y="115"/>
                  </a:moveTo>
                  <a:cubicBezTo>
                    <a:pt x="239" y="110"/>
                    <a:pt x="240" y="104"/>
                    <a:pt x="239" y="94"/>
                  </a:cubicBezTo>
                  <a:cubicBezTo>
                    <a:pt x="228" y="79"/>
                    <a:pt x="200" y="84"/>
                    <a:pt x="184" y="91"/>
                  </a:cubicBezTo>
                  <a:cubicBezTo>
                    <a:pt x="180" y="81"/>
                    <a:pt x="167" y="69"/>
                    <a:pt x="164" y="87"/>
                  </a:cubicBezTo>
                  <a:cubicBezTo>
                    <a:pt x="169" y="87"/>
                    <a:pt x="169" y="85"/>
                    <a:pt x="173" y="84"/>
                  </a:cubicBezTo>
                  <a:cubicBezTo>
                    <a:pt x="176" y="90"/>
                    <a:pt x="180" y="96"/>
                    <a:pt x="189" y="98"/>
                  </a:cubicBezTo>
                  <a:cubicBezTo>
                    <a:pt x="180" y="106"/>
                    <a:pt x="132" y="122"/>
                    <a:pt x="154" y="136"/>
                  </a:cubicBezTo>
                  <a:cubicBezTo>
                    <a:pt x="156" y="122"/>
                    <a:pt x="167" y="115"/>
                    <a:pt x="181" y="118"/>
                  </a:cubicBezTo>
                  <a:cubicBezTo>
                    <a:pt x="187" y="109"/>
                    <a:pt x="192" y="106"/>
                    <a:pt x="206" y="109"/>
                  </a:cubicBezTo>
                  <a:cubicBezTo>
                    <a:pt x="211" y="112"/>
                    <a:pt x="208" y="123"/>
                    <a:pt x="217" y="123"/>
                  </a:cubicBezTo>
                  <a:cubicBezTo>
                    <a:pt x="220" y="113"/>
                    <a:pt x="218" y="106"/>
                    <a:pt x="217" y="96"/>
                  </a:cubicBezTo>
                  <a:cubicBezTo>
                    <a:pt x="218" y="95"/>
                    <a:pt x="219" y="94"/>
                    <a:pt x="223" y="94"/>
                  </a:cubicBezTo>
                  <a:cubicBezTo>
                    <a:pt x="230" y="99"/>
                    <a:pt x="227" y="113"/>
                    <a:pt x="235" y="115"/>
                  </a:cubicBezTo>
                  <a:close/>
                  <a:moveTo>
                    <a:pt x="249" y="119"/>
                  </a:moveTo>
                  <a:cubicBezTo>
                    <a:pt x="253" y="115"/>
                    <a:pt x="252" y="114"/>
                    <a:pt x="251" y="106"/>
                  </a:cubicBezTo>
                  <a:cubicBezTo>
                    <a:pt x="249" y="106"/>
                    <a:pt x="247" y="106"/>
                    <a:pt x="246" y="106"/>
                  </a:cubicBezTo>
                  <a:cubicBezTo>
                    <a:pt x="246" y="112"/>
                    <a:pt x="244" y="119"/>
                    <a:pt x="249" y="119"/>
                  </a:cubicBezTo>
                  <a:close/>
                  <a:moveTo>
                    <a:pt x="290" y="233"/>
                  </a:moveTo>
                  <a:cubicBezTo>
                    <a:pt x="297" y="251"/>
                    <a:pt x="272" y="261"/>
                    <a:pt x="263" y="261"/>
                  </a:cubicBezTo>
                  <a:cubicBezTo>
                    <a:pt x="235" y="262"/>
                    <a:pt x="235" y="227"/>
                    <a:pt x="219" y="217"/>
                  </a:cubicBezTo>
                  <a:cubicBezTo>
                    <a:pt x="206" y="218"/>
                    <a:pt x="190" y="215"/>
                    <a:pt x="185" y="225"/>
                  </a:cubicBezTo>
                  <a:cubicBezTo>
                    <a:pt x="187" y="239"/>
                    <a:pt x="203" y="232"/>
                    <a:pt x="206" y="243"/>
                  </a:cubicBezTo>
                  <a:cubicBezTo>
                    <a:pt x="211" y="266"/>
                    <a:pt x="157" y="273"/>
                    <a:pt x="131" y="267"/>
                  </a:cubicBezTo>
                  <a:cubicBezTo>
                    <a:pt x="113" y="262"/>
                    <a:pt x="104" y="241"/>
                    <a:pt x="98" y="224"/>
                  </a:cubicBezTo>
                  <a:cubicBezTo>
                    <a:pt x="85" y="224"/>
                    <a:pt x="75" y="213"/>
                    <a:pt x="62" y="218"/>
                  </a:cubicBezTo>
                  <a:cubicBezTo>
                    <a:pt x="60" y="232"/>
                    <a:pt x="73" y="233"/>
                    <a:pt x="74" y="247"/>
                  </a:cubicBezTo>
                  <a:cubicBezTo>
                    <a:pt x="77" y="282"/>
                    <a:pt x="35" y="266"/>
                    <a:pt x="10" y="256"/>
                  </a:cubicBezTo>
                  <a:cubicBezTo>
                    <a:pt x="24" y="218"/>
                    <a:pt x="2" y="167"/>
                    <a:pt x="20" y="137"/>
                  </a:cubicBezTo>
                  <a:cubicBezTo>
                    <a:pt x="32" y="118"/>
                    <a:pt x="64" y="108"/>
                    <a:pt x="97" y="113"/>
                  </a:cubicBezTo>
                  <a:cubicBezTo>
                    <a:pt x="107" y="114"/>
                    <a:pt x="136" y="127"/>
                    <a:pt x="145" y="110"/>
                  </a:cubicBezTo>
                  <a:cubicBezTo>
                    <a:pt x="145" y="98"/>
                    <a:pt x="139" y="90"/>
                    <a:pt x="134" y="82"/>
                  </a:cubicBezTo>
                  <a:cubicBezTo>
                    <a:pt x="137" y="63"/>
                    <a:pt x="131" y="50"/>
                    <a:pt x="135" y="36"/>
                  </a:cubicBezTo>
                  <a:cubicBezTo>
                    <a:pt x="143" y="0"/>
                    <a:pt x="173" y="3"/>
                    <a:pt x="207" y="8"/>
                  </a:cubicBezTo>
                  <a:cubicBezTo>
                    <a:pt x="213" y="6"/>
                    <a:pt x="211" y="14"/>
                    <a:pt x="211" y="18"/>
                  </a:cubicBezTo>
                  <a:cubicBezTo>
                    <a:pt x="216" y="18"/>
                    <a:pt x="228" y="22"/>
                    <a:pt x="234" y="27"/>
                  </a:cubicBezTo>
                  <a:cubicBezTo>
                    <a:pt x="224" y="61"/>
                    <a:pt x="251" y="79"/>
                    <a:pt x="269" y="96"/>
                  </a:cubicBezTo>
                  <a:cubicBezTo>
                    <a:pt x="282" y="123"/>
                    <a:pt x="285" y="167"/>
                    <a:pt x="263" y="184"/>
                  </a:cubicBezTo>
                  <a:cubicBezTo>
                    <a:pt x="262" y="204"/>
                    <a:pt x="268" y="218"/>
                    <a:pt x="275" y="229"/>
                  </a:cubicBezTo>
                  <a:cubicBezTo>
                    <a:pt x="282" y="229"/>
                    <a:pt x="289" y="228"/>
                    <a:pt x="290" y="2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0" name="Freeform 35">
              <a:extLst>
                <a:ext uri="{FF2B5EF4-FFF2-40B4-BE49-F238E27FC236}">
                  <a16:creationId xmlns:a16="http://schemas.microsoft.com/office/drawing/2014/main" id="{A66A0811-B010-B46B-D787-EBFBA71EA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098" y="5055235"/>
              <a:ext cx="357187" cy="352425"/>
            </a:xfrm>
            <a:custGeom>
              <a:avLst/>
              <a:gdLst>
                <a:gd name="T0" fmla="*/ 138 w 138"/>
                <a:gd name="T1" fmla="*/ 77 h 136"/>
                <a:gd name="T2" fmla="*/ 125 w 138"/>
                <a:gd name="T3" fmla="*/ 72 h 136"/>
                <a:gd name="T4" fmla="*/ 58 w 138"/>
                <a:gd name="T5" fmla="*/ 136 h 136"/>
                <a:gd name="T6" fmla="*/ 67 w 138"/>
                <a:gd name="T7" fmla="*/ 36 h 136"/>
                <a:gd name="T8" fmla="*/ 29 w 138"/>
                <a:gd name="T9" fmla="*/ 101 h 136"/>
                <a:gd name="T10" fmla="*/ 0 w 138"/>
                <a:gd name="T11" fmla="*/ 72 h 136"/>
                <a:gd name="T12" fmla="*/ 41 w 138"/>
                <a:gd name="T13" fmla="*/ 50 h 136"/>
                <a:gd name="T14" fmla="*/ 62 w 138"/>
                <a:gd name="T15" fmla="*/ 2 h 136"/>
                <a:gd name="T16" fmla="*/ 84 w 138"/>
                <a:gd name="T17" fmla="*/ 20 h 136"/>
                <a:gd name="T18" fmla="*/ 72 w 138"/>
                <a:gd name="T19" fmla="*/ 110 h 136"/>
                <a:gd name="T20" fmla="*/ 113 w 138"/>
                <a:gd name="T21" fmla="*/ 67 h 136"/>
                <a:gd name="T22" fmla="*/ 108 w 138"/>
                <a:gd name="T23" fmla="*/ 49 h 136"/>
                <a:gd name="T24" fmla="*/ 138 w 138"/>
                <a:gd name="T25" fmla="*/ 77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136">
                  <a:moveTo>
                    <a:pt x="138" y="77"/>
                  </a:moveTo>
                  <a:cubicBezTo>
                    <a:pt x="134" y="81"/>
                    <a:pt x="130" y="73"/>
                    <a:pt x="125" y="72"/>
                  </a:cubicBezTo>
                  <a:cubicBezTo>
                    <a:pt x="99" y="88"/>
                    <a:pt x="84" y="117"/>
                    <a:pt x="58" y="136"/>
                  </a:cubicBezTo>
                  <a:cubicBezTo>
                    <a:pt x="56" y="105"/>
                    <a:pt x="66" y="71"/>
                    <a:pt x="67" y="36"/>
                  </a:cubicBezTo>
                  <a:cubicBezTo>
                    <a:pt x="50" y="52"/>
                    <a:pt x="15" y="74"/>
                    <a:pt x="29" y="101"/>
                  </a:cubicBezTo>
                  <a:cubicBezTo>
                    <a:pt x="18" y="98"/>
                    <a:pt x="7" y="83"/>
                    <a:pt x="0" y="72"/>
                  </a:cubicBezTo>
                  <a:cubicBezTo>
                    <a:pt x="15" y="82"/>
                    <a:pt x="26" y="67"/>
                    <a:pt x="41" y="50"/>
                  </a:cubicBezTo>
                  <a:cubicBezTo>
                    <a:pt x="57" y="33"/>
                    <a:pt x="72" y="24"/>
                    <a:pt x="62" y="2"/>
                  </a:cubicBezTo>
                  <a:cubicBezTo>
                    <a:pt x="70" y="0"/>
                    <a:pt x="75" y="16"/>
                    <a:pt x="84" y="20"/>
                  </a:cubicBezTo>
                  <a:cubicBezTo>
                    <a:pt x="79" y="49"/>
                    <a:pt x="78" y="82"/>
                    <a:pt x="72" y="110"/>
                  </a:cubicBezTo>
                  <a:cubicBezTo>
                    <a:pt x="90" y="100"/>
                    <a:pt x="100" y="82"/>
                    <a:pt x="113" y="67"/>
                  </a:cubicBezTo>
                  <a:cubicBezTo>
                    <a:pt x="114" y="58"/>
                    <a:pt x="108" y="57"/>
                    <a:pt x="108" y="49"/>
                  </a:cubicBezTo>
                  <a:cubicBezTo>
                    <a:pt x="117" y="52"/>
                    <a:pt x="136" y="68"/>
                    <a:pt x="138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1" name="Freeform 36">
              <a:extLst>
                <a:ext uri="{FF2B5EF4-FFF2-40B4-BE49-F238E27FC236}">
                  <a16:creationId xmlns:a16="http://schemas.microsoft.com/office/drawing/2014/main" id="{73BCD84A-8793-9DEB-E7B5-D92B950D7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873" y="4920298"/>
              <a:ext cx="265112" cy="242888"/>
            </a:xfrm>
            <a:custGeom>
              <a:avLst/>
              <a:gdLst>
                <a:gd name="T0" fmla="*/ 74 w 102"/>
                <a:gd name="T1" fmla="*/ 0 h 94"/>
                <a:gd name="T2" fmla="*/ 102 w 102"/>
                <a:gd name="T3" fmla="*/ 37 h 94"/>
                <a:gd name="T4" fmla="*/ 87 w 102"/>
                <a:gd name="T5" fmla="*/ 29 h 94"/>
                <a:gd name="T6" fmla="*/ 25 w 102"/>
                <a:gd name="T7" fmla="*/ 80 h 94"/>
                <a:gd name="T8" fmla="*/ 28 w 102"/>
                <a:gd name="T9" fmla="*/ 94 h 94"/>
                <a:gd name="T10" fmla="*/ 0 w 102"/>
                <a:gd name="T11" fmla="*/ 58 h 94"/>
                <a:gd name="T12" fmla="*/ 15 w 102"/>
                <a:gd name="T13" fmla="*/ 64 h 94"/>
                <a:gd name="T14" fmla="*/ 77 w 102"/>
                <a:gd name="T15" fmla="*/ 15 h 94"/>
                <a:gd name="T16" fmla="*/ 74 w 102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94">
                  <a:moveTo>
                    <a:pt x="74" y="0"/>
                  </a:moveTo>
                  <a:cubicBezTo>
                    <a:pt x="85" y="2"/>
                    <a:pt x="99" y="25"/>
                    <a:pt x="102" y="37"/>
                  </a:cubicBezTo>
                  <a:cubicBezTo>
                    <a:pt x="94" y="35"/>
                    <a:pt x="94" y="29"/>
                    <a:pt x="87" y="29"/>
                  </a:cubicBezTo>
                  <a:cubicBezTo>
                    <a:pt x="66" y="44"/>
                    <a:pt x="44" y="61"/>
                    <a:pt x="25" y="80"/>
                  </a:cubicBezTo>
                  <a:cubicBezTo>
                    <a:pt x="25" y="86"/>
                    <a:pt x="32" y="88"/>
                    <a:pt x="28" y="94"/>
                  </a:cubicBezTo>
                  <a:cubicBezTo>
                    <a:pt x="16" y="85"/>
                    <a:pt x="9" y="72"/>
                    <a:pt x="0" y="58"/>
                  </a:cubicBezTo>
                  <a:cubicBezTo>
                    <a:pt x="6" y="53"/>
                    <a:pt x="9" y="64"/>
                    <a:pt x="15" y="64"/>
                  </a:cubicBezTo>
                  <a:cubicBezTo>
                    <a:pt x="36" y="49"/>
                    <a:pt x="59" y="34"/>
                    <a:pt x="77" y="15"/>
                  </a:cubicBezTo>
                  <a:cubicBezTo>
                    <a:pt x="79" y="7"/>
                    <a:pt x="74" y="6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2" name="Freeform 37">
              <a:extLst>
                <a:ext uri="{FF2B5EF4-FFF2-40B4-BE49-F238E27FC236}">
                  <a16:creationId xmlns:a16="http://schemas.microsoft.com/office/drawing/2014/main" id="{4C1F425D-B2DB-D9D4-4120-E430F9A74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710" y="4769485"/>
              <a:ext cx="320675" cy="184150"/>
            </a:xfrm>
            <a:custGeom>
              <a:avLst/>
              <a:gdLst>
                <a:gd name="T0" fmla="*/ 124 w 124"/>
                <a:gd name="T1" fmla="*/ 36 h 71"/>
                <a:gd name="T2" fmla="*/ 113 w 124"/>
                <a:gd name="T3" fmla="*/ 30 h 71"/>
                <a:gd name="T4" fmla="*/ 36 w 124"/>
                <a:gd name="T5" fmla="*/ 64 h 71"/>
                <a:gd name="T6" fmla="*/ 38 w 124"/>
                <a:gd name="T7" fmla="*/ 11 h 71"/>
                <a:gd name="T8" fmla="*/ 43 w 124"/>
                <a:gd name="T9" fmla="*/ 24 h 71"/>
                <a:gd name="T10" fmla="*/ 41 w 124"/>
                <a:gd name="T11" fmla="*/ 28 h 71"/>
                <a:gd name="T12" fmla="*/ 22 w 124"/>
                <a:gd name="T13" fmla="*/ 30 h 71"/>
                <a:gd name="T14" fmla="*/ 27 w 124"/>
                <a:gd name="T15" fmla="*/ 52 h 71"/>
                <a:gd name="T16" fmla="*/ 103 w 124"/>
                <a:gd name="T17" fmla="*/ 14 h 71"/>
                <a:gd name="T18" fmla="*/ 102 w 124"/>
                <a:gd name="T19" fmla="*/ 0 h 71"/>
                <a:gd name="T20" fmla="*/ 124 w 124"/>
                <a:gd name="T21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4" h="71">
                  <a:moveTo>
                    <a:pt x="124" y="36"/>
                  </a:moveTo>
                  <a:cubicBezTo>
                    <a:pt x="119" y="41"/>
                    <a:pt x="119" y="29"/>
                    <a:pt x="113" y="30"/>
                  </a:cubicBezTo>
                  <a:cubicBezTo>
                    <a:pt x="91" y="30"/>
                    <a:pt x="65" y="71"/>
                    <a:pt x="36" y="64"/>
                  </a:cubicBezTo>
                  <a:cubicBezTo>
                    <a:pt x="15" y="59"/>
                    <a:pt x="0" y="14"/>
                    <a:pt x="38" y="11"/>
                  </a:cubicBezTo>
                  <a:cubicBezTo>
                    <a:pt x="39" y="16"/>
                    <a:pt x="43" y="17"/>
                    <a:pt x="43" y="24"/>
                  </a:cubicBezTo>
                  <a:cubicBezTo>
                    <a:pt x="41" y="24"/>
                    <a:pt x="42" y="26"/>
                    <a:pt x="41" y="28"/>
                  </a:cubicBezTo>
                  <a:cubicBezTo>
                    <a:pt x="33" y="31"/>
                    <a:pt x="28" y="31"/>
                    <a:pt x="22" y="30"/>
                  </a:cubicBezTo>
                  <a:cubicBezTo>
                    <a:pt x="17" y="38"/>
                    <a:pt x="23" y="47"/>
                    <a:pt x="27" y="52"/>
                  </a:cubicBezTo>
                  <a:cubicBezTo>
                    <a:pt x="63" y="48"/>
                    <a:pt x="80" y="28"/>
                    <a:pt x="103" y="14"/>
                  </a:cubicBezTo>
                  <a:cubicBezTo>
                    <a:pt x="107" y="6"/>
                    <a:pt x="97" y="2"/>
                    <a:pt x="102" y="0"/>
                  </a:cubicBezTo>
                  <a:cubicBezTo>
                    <a:pt x="110" y="2"/>
                    <a:pt x="121" y="28"/>
                    <a:pt x="124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3" name="Freeform 38">
              <a:extLst>
                <a:ext uri="{FF2B5EF4-FFF2-40B4-BE49-F238E27FC236}">
                  <a16:creationId xmlns:a16="http://schemas.microsoft.com/office/drawing/2014/main" id="{C290AF30-39B5-8A06-559C-28C5571A92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560" y="4437698"/>
              <a:ext cx="307975" cy="287338"/>
            </a:xfrm>
            <a:custGeom>
              <a:avLst/>
              <a:gdLst>
                <a:gd name="T0" fmla="*/ 119 w 119"/>
                <a:gd name="T1" fmla="*/ 107 h 111"/>
                <a:gd name="T2" fmla="*/ 104 w 119"/>
                <a:gd name="T3" fmla="*/ 95 h 111"/>
                <a:gd name="T4" fmla="*/ 19 w 119"/>
                <a:gd name="T5" fmla="*/ 111 h 111"/>
                <a:gd name="T6" fmla="*/ 78 w 119"/>
                <a:gd name="T7" fmla="*/ 32 h 111"/>
                <a:gd name="T8" fmla="*/ 16 w 119"/>
                <a:gd name="T9" fmla="*/ 47 h 111"/>
                <a:gd name="T10" fmla="*/ 12 w 119"/>
                <a:gd name="T11" fmla="*/ 64 h 111"/>
                <a:gd name="T12" fmla="*/ 0 w 119"/>
                <a:gd name="T13" fmla="*/ 23 h 111"/>
                <a:gd name="T14" fmla="*/ 15 w 119"/>
                <a:gd name="T15" fmla="*/ 35 h 111"/>
                <a:gd name="T16" fmla="*/ 94 w 119"/>
                <a:gd name="T17" fmla="*/ 0 h 111"/>
                <a:gd name="T18" fmla="*/ 44 w 119"/>
                <a:gd name="T19" fmla="*/ 99 h 111"/>
                <a:gd name="T20" fmla="*/ 103 w 119"/>
                <a:gd name="T21" fmla="*/ 85 h 111"/>
                <a:gd name="T22" fmla="*/ 107 w 119"/>
                <a:gd name="T23" fmla="*/ 66 h 111"/>
                <a:gd name="T24" fmla="*/ 119 w 119"/>
                <a:gd name="T25" fmla="*/ 107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" h="111">
                  <a:moveTo>
                    <a:pt x="119" y="107"/>
                  </a:moveTo>
                  <a:cubicBezTo>
                    <a:pt x="108" y="109"/>
                    <a:pt x="111" y="96"/>
                    <a:pt x="104" y="95"/>
                  </a:cubicBezTo>
                  <a:cubicBezTo>
                    <a:pt x="77" y="96"/>
                    <a:pt x="45" y="110"/>
                    <a:pt x="19" y="111"/>
                  </a:cubicBezTo>
                  <a:cubicBezTo>
                    <a:pt x="33" y="80"/>
                    <a:pt x="61" y="61"/>
                    <a:pt x="78" y="32"/>
                  </a:cubicBezTo>
                  <a:cubicBezTo>
                    <a:pt x="61" y="33"/>
                    <a:pt x="34" y="39"/>
                    <a:pt x="16" y="47"/>
                  </a:cubicBezTo>
                  <a:cubicBezTo>
                    <a:pt x="14" y="51"/>
                    <a:pt x="16" y="61"/>
                    <a:pt x="12" y="64"/>
                  </a:cubicBezTo>
                  <a:cubicBezTo>
                    <a:pt x="4" y="56"/>
                    <a:pt x="5" y="37"/>
                    <a:pt x="0" y="23"/>
                  </a:cubicBezTo>
                  <a:cubicBezTo>
                    <a:pt x="11" y="21"/>
                    <a:pt x="8" y="34"/>
                    <a:pt x="15" y="35"/>
                  </a:cubicBezTo>
                  <a:cubicBezTo>
                    <a:pt x="45" y="29"/>
                    <a:pt x="88" y="33"/>
                    <a:pt x="94" y="0"/>
                  </a:cubicBezTo>
                  <a:cubicBezTo>
                    <a:pt x="118" y="42"/>
                    <a:pt x="56" y="68"/>
                    <a:pt x="44" y="99"/>
                  </a:cubicBezTo>
                  <a:cubicBezTo>
                    <a:pt x="65" y="95"/>
                    <a:pt x="85" y="91"/>
                    <a:pt x="103" y="85"/>
                  </a:cubicBezTo>
                  <a:cubicBezTo>
                    <a:pt x="105" y="80"/>
                    <a:pt x="103" y="71"/>
                    <a:pt x="107" y="66"/>
                  </a:cubicBezTo>
                  <a:cubicBezTo>
                    <a:pt x="115" y="75"/>
                    <a:pt x="114" y="95"/>
                    <a:pt x="119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4" name="Freeform 39">
              <a:extLst>
                <a:ext uri="{FF2B5EF4-FFF2-40B4-BE49-F238E27FC236}">
                  <a16:creationId xmlns:a16="http://schemas.microsoft.com/office/drawing/2014/main" id="{EC5ABF3C-40F8-0BEF-57C8-CD5583857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635" y="3866198"/>
              <a:ext cx="269875" cy="282575"/>
            </a:xfrm>
            <a:custGeom>
              <a:avLst/>
              <a:gdLst>
                <a:gd name="T0" fmla="*/ 100 w 104"/>
                <a:gd name="T1" fmla="*/ 0 h 109"/>
                <a:gd name="T2" fmla="*/ 100 w 104"/>
                <a:gd name="T3" fmla="*/ 30 h 109"/>
                <a:gd name="T4" fmla="*/ 29 w 104"/>
                <a:gd name="T5" fmla="*/ 83 h 109"/>
                <a:gd name="T6" fmla="*/ 96 w 104"/>
                <a:gd name="T7" fmla="*/ 68 h 109"/>
                <a:gd name="T8" fmla="*/ 99 w 104"/>
                <a:gd name="T9" fmla="*/ 109 h 109"/>
                <a:gd name="T10" fmla="*/ 87 w 104"/>
                <a:gd name="T11" fmla="*/ 92 h 109"/>
                <a:gd name="T12" fmla="*/ 1 w 104"/>
                <a:gd name="T13" fmla="*/ 91 h 109"/>
                <a:gd name="T14" fmla="*/ 78 w 104"/>
                <a:gd name="T15" fmla="*/ 26 h 109"/>
                <a:gd name="T16" fmla="*/ 13 w 104"/>
                <a:gd name="T17" fmla="*/ 28 h 109"/>
                <a:gd name="T18" fmla="*/ 7 w 104"/>
                <a:gd name="T19" fmla="*/ 43 h 109"/>
                <a:gd name="T20" fmla="*/ 5 w 104"/>
                <a:gd name="T21" fmla="*/ 1 h 109"/>
                <a:gd name="T22" fmla="*/ 12 w 104"/>
                <a:gd name="T23" fmla="*/ 15 h 109"/>
                <a:gd name="T24" fmla="*/ 88 w 104"/>
                <a:gd name="T25" fmla="*/ 15 h 109"/>
                <a:gd name="T26" fmla="*/ 95 w 104"/>
                <a:gd name="T27" fmla="*/ 0 h 109"/>
                <a:gd name="T28" fmla="*/ 100 w 104"/>
                <a:gd name="T2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9">
                  <a:moveTo>
                    <a:pt x="100" y="0"/>
                  </a:moveTo>
                  <a:cubicBezTo>
                    <a:pt x="100" y="10"/>
                    <a:pt x="100" y="20"/>
                    <a:pt x="100" y="30"/>
                  </a:cubicBezTo>
                  <a:cubicBezTo>
                    <a:pt x="76" y="47"/>
                    <a:pt x="52" y="66"/>
                    <a:pt x="29" y="83"/>
                  </a:cubicBezTo>
                  <a:cubicBezTo>
                    <a:pt x="52" y="86"/>
                    <a:pt x="95" y="93"/>
                    <a:pt x="96" y="68"/>
                  </a:cubicBezTo>
                  <a:cubicBezTo>
                    <a:pt x="104" y="73"/>
                    <a:pt x="100" y="100"/>
                    <a:pt x="99" y="109"/>
                  </a:cubicBezTo>
                  <a:cubicBezTo>
                    <a:pt x="91" y="107"/>
                    <a:pt x="94" y="93"/>
                    <a:pt x="87" y="92"/>
                  </a:cubicBezTo>
                  <a:cubicBezTo>
                    <a:pt x="58" y="91"/>
                    <a:pt x="27" y="95"/>
                    <a:pt x="1" y="91"/>
                  </a:cubicBezTo>
                  <a:cubicBezTo>
                    <a:pt x="22" y="63"/>
                    <a:pt x="55" y="50"/>
                    <a:pt x="78" y="26"/>
                  </a:cubicBezTo>
                  <a:cubicBezTo>
                    <a:pt x="62" y="28"/>
                    <a:pt x="29" y="24"/>
                    <a:pt x="13" y="28"/>
                  </a:cubicBezTo>
                  <a:cubicBezTo>
                    <a:pt x="10" y="30"/>
                    <a:pt x="11" y="39"/>
                    <a:pt x="7" y="43"/>
                  </a:cubicBezTo>
                  <a:cubicBezTo>
                    <a:pt x="0" y="36"/>
                    <a:pt x="3" y="10"/>
                    <a:pt x="5" y="1"/>
                  </a:cubicBezTo>
                  <a:cubicBezTo>
                    <a:pt x="12" y="1"/>
                    <a:pt x="8" y="12"/>
                    <a:pt x="12" y="15"/>
                  </a:cubicBezTo>
                  <a:cubicBezTo>
                    <a:pt x="35" y="19"/>
                    <a:pt x="66" y="21"/>
                    <a:pt x="88" y="15"/>
                  </a:cubicBezTo>
                  <a:cubicBezTo>
                    <a:pt x="91" y="11"/>
                    <a:pt x="95" y="7"/>
                    <a:pt x="95" y="0"/>
                  </a:cubicBezTo>
                  <a:cubicBezTo>
                    <a:pt x="96" y="0"/>
                    <a:pt x="99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5" name="Freeform 40">
              <a:extLst>
                <a:ext uri="{FF2B5EF4-FFF2-40B4-BE49-F238E27FC236}">
                  <a16:creationId xmlns:a16="http://schemas.microsoft.com/office/drawing/2014/main" id="{71683E3E-7FC7-D87B-D9C4-F28D7FD332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78635" y="4175760"/>
              <a:ext cx="269875" cy="271463"/>
            </a:xfrm>
            <a:custGeom>
              <a:avLst/>
              <a:gdLst>
                <a:gd name="T0" fmla="*/ 46 w 104"/>
                <a:gd name="T1" fmla="*/ 58 h 105"/>
                <a:gd name="T2" fmla="*/ 79 w 104"/>
                <a:gd name="T3" fmla="*/ 40 h 105"/>
                <a:gd name="T4" fmla="*/ 43 w 104"/>
                <a:gd name="T5" fmla="*/ 33 h 105"/>
                <a:gd name="T6" fmla="*/ 46 w 104"/>
                <a:gd name="T7" fmla="*/ 58 h 105"/>
                <a:gd name="T8" fmla="*/ 104 w 104"/>
                <a:gd name="T9" fmla="*/ 41 h 105"/>
                <a:gd name="T10" fmla="*/ 62 w 104"/>
                <a:gd name="T11" fmla="*/ 67 h 105"/>
                <a:gd name="T12" fmla="*/ 19 w 104"/>
                <a:gd name="T13" fmla="*/ 89 h 105"/>
                <a:gd name="T14" fmla="*/ 11 w 104"/>
                <a:gd name="T15" fmla="*/ 105 h 105"/>
                <a:gd name="T16" fmla="*/ 8 w 104"/>
                <a:gd name="T17" fmla="*/ 62 h 105"/>
                <a:gd name="T18" fmla="*/ 16 w 104"/>
                <a:gd name="T19" fmla="*/ 74 h 105"/>
                <a:gd name="T20" fmla="*/ 40 w 104"/>
                <a:gd name="T21" fmla="*/ 63 h 105"/>
                <a:gd name="T22" fmla="*/ 38 w 104"/>
                <a:gd name="T23" fmla="*/ 31 h 105"/>
                <a:gd name="T24" fmla="*/ 13 w 104"/>
                <a:gd name="T25" fmla="*/ 24 h 105"/>
                <a:gd name="T26" fmla="*/ 8 w 104"/>
                <a:gd name="T27" fmla="*/ 38 h 105"/>
                <a:gd name="T28" fmla="*/ 1 w 104"/>
                <a:gd name="T29" fmla="*/ 1 h 105"/>
                <a:gd name="T30" fmla="*/ 12 w 104"/>
                <a:gd name="T31" fmla="*/ 14 h 105"/>
                <a:gd name="T32" fmla="*/ 104 w 104"/>
                <a:gd name="T3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4" h="105">
                  <a:moveTo>
                    <a:pt x="46" y="58"/>
                  </a:moveTo>
                  <a:cubicBezTo>
                    <a:pt x="60" y="54"/>
                    <a:pt x="69" y="48"/>
                    <a:pt x="79" y="40"/>
                  </a:cubicBezTo>
                  <a:cubicBezTo>
                    <a:pt x="67" y="39"/>
                    <a:pt x="55" y="29"/>
                    <a:pt x="43" y="33"/>
                  </a:cubicBezTo>
                  <a:cubicBezTo>
                    <a:pt x="46" y="39"/>
                    <a:pt x="45" y="50"/>
                    <a:pt x="46" y="58"/>
                  </a:cubicBezTo>
                  <a:close/>
                  <a:moveTo>
                    <a:pt x="104" y="41"/>
                  </a:moveTo>
                  <a:cubicBezTo>
                    <a:pt x="95" y="55"/>
                    <a:pt x="77" y="59"/>
                    <a:pt x="62" y="67"/>
                  </a:cubicBezTo>
                  <a:cubicBezTo>
                    <a:pt x="47" y="74"/>
                    <a:pt x="34" y="83"/>
                    <a:pt x="19" y="89"/>
                  </a:cubicBezTo>
                  <a:cubicBezTo>
                    <a:pt x="17" y="96"/>
                    <a:pt x="17" y="105"/>
                    <a:pt x="11" y="105"/>
                  </a:cubicBezTo>
                  <a:cubicBezTo>
                    <a:pt x="12" y="89"/>
                    <a:pt x="5" y="73"/>
                    <a:pt x="8" y="62"/>
                  </a:cubicBezTo>
                  <a:cubicBezTo>
                    <a:pt x="14" y="62"/>
                    <a:pt x="12" y="71"/>
                    <a:pt x="16" y="74"/>
                  </a:cubicBezTo>
                  <a:cubicBezTo>
                    <a:pt x="25" y="72"/>
                    <a:pt x="32" y="67"/>
                    <a:pt x="40" y="63"/>
                  </a:cubicBezTo>
                  <a:cubicBezTo>
                    <a:pt x="41" y="50"/>
                    <a:pt x="38" y="43"/>
                    <a:pt x="38" y="31"/>
                  </a:cubicBezTo>
                  <a:cubicBezTo>
                    <a:pt x="32" y="22"/>
                    <a:pt x="25" y="25"/>
                    <a:pt x="13" y="24"/>
                  </a:cubicBezTo>
                  <a:cubicBezTo>
                    <a:pt x="7" y="24"/>
                    <a:pt x="13" y="36"/>
                    <a:pt x="8" y="38"/>
                  </a:cubicBezTo>
                  <a:cubicBezTo>
                    <a:pt x="0" y="33"/>
                    <a:pt x="3" y="14"/>
                    <a:pt x="1" y="1"/>
                  </a:cubicBezTo>
                  <a:cubicBezTo>
                    <a:pt x="10" y="0"/>
                    <a:pt x="8" y="10"/>
                    <a:pt x="12" y="14"/>
                  </a:cubicBezTo>
                  <a:cubicBezTo>
                    <a:pt x="41" y="24"/>
                    <a:pt x="76" y="29"/>
                    <a:pt x="104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</p:grpSp>
      <p:sp>
        <p:nvSpPr>
          <p:cNvPr id="5" name="椭圆 4">
            <a:extLst>
              <a:ext uri="{FF2B5EF4-FFF2-40B4-BE49-F238E27FC236}">
                <a16:creationId xmlns:a16="http://schemas.microsoft.com/office/drawing/2014/main" id="{32D2C551-1AF0-1441-97EE-1642CDC106F4}"/>
              </a:ext>
            </a:extLst>
          </p:cNvPr>
          <p:cNvSpPr/>
          <p:nvPr/>
        </p:nvSpPr>
        <p:spPr>
          <a:xfrm>
            <a:off x="2028715" y="1357323"/>
            <a:ext cx="377936" cy="3779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n-ea"/>
              </a:rPr>
              <a:t>1</a:t>
            </a:r>
            <a:endParaRPr lang="zh-CN" altLang="en-US" sz="2400" dirty="0">
              <a:latin typeface="+mn-ea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669015C-A114-5D0A-C7D7-3D68548E11BD}"/>
              </a:ext>
            </a:extLst>
          </p:cNvPr>
          <p:cNvSpPr/>
          <p:nvPr/>
        </p:nvSpPr>
        <p:spPr>
          <a:xfrm>
            <a:off x="2028715" y="2315408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2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B97842C-AB34-2318-FC72-899D0A02FBB1}"/>
              </a:ext>
            </a:extLst>
          </p:cNvPr>
          <p:cNvSpPr/>
          <p:nvPr/>
        </p:nvSpPr>
        <p:spPr>
          <a:xfrm>
            <a:off x="2028715" y="3273494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3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BBCA9DA-C0E3-250E-2607-85F201711D92}"/>
              </a:ext>
            </a:extLst>
          </p:cNvPr>
          <p:cNvSpPr/>
          <p:nvPr/>
        </p:nvSpPr>
        <p:spPr>
          <a:xfrm>
            <a:off x="2028715" y="4250542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4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9F4EA58-2D21-B096-DE43-601EDC08395A}"/>
              </a:ext>
            </a:extLst>
          </p:cNvPr>
          <p:cNvSpPr/>
          <p:nvPr/>
        </p:nvSpPr>
        <p:spPr>
          <a:xfrm>
            <a:off x="2028715" y="5192778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5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3" name="文本占位符 22">
            <a:extLst>
              <a:ext uri="{FF2B5EF4-FFF2-40B4-BE49-F238E27FC236}">
                <a16:creationId xmlns:a16="http://schemas.microsoft.com/office/drawing/2014/main" id="{37A6DDFD-E504-8E3D-1AF2-321C9CE5B1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6819" y="1293686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4" name="文本占位符 22">
            <a:extLst>
              <a:ext uri="{FF2B5EF4-FFF2-40B4-BE49-F238E27FC236}">
                <a16:creationId xmlns:a16="http://schemas.microsoft.com/office/drawing/2014/main" id="{2B5AA712-64EC-5C09-FCF6-0225BD3B1B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96819" y="2245518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5" name="文本占位符 22">
            <a:extLst>
              <a:ext uri="{FF2B5EF4-FFF2-40B4-BE49-F238E27FC236}">
                <a16:creationId xmlns:a16="http://schemas.microsoft.com/office/drawing/2014/main" id="{F3C60BF2-0AC4-FA3C-8327-243CEE8C16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6819" y="3197350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6" name="文本占位符 22">
            <a:extLst>
              <a:ext uri="{FF2B5EF4-FFF2-40B4-BE49-F238E27FC236}">
                <a16:creationId xmlns:a16="http://schemas.microsoft.com/office/drawing/2014/main" id="{EE3E7D4F-980F-4A62-ECC7-94D085ACBA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96819" y="4149182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7" name="文本占位符 22">
            <a:extLst>
              <a:ext uri="{FF2B5EF4-FFF2-40B4-BE49-F238E27FC236}">
                <a16:creationId xmlns:a16="http://schemas.microsoft.com/office/drawing/2014/main" id="{A61553FE-DC04-10B5-6D4A-0465CE167B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96819" y="5101013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668498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（五节_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76B31C-484D-1243-346E-0D8FEF10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36020" y="6538913"/>
            <a:ext cx="601472" cy="319088"/>
          </a:xfrm>
        </p:spPr>
        <p:txBody>
          <a:bodyPr/>
          <a:lstStyle>
            <a:lvl1pPr>
              <a:defRPr lang="en-US" altLang="zh-CN" sz="1600" kern="1200" dirty="0" smtClean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05389D-C31E-4256-1684-8F4385C7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2112" y="6538913"/>
            <a:ext cx="673608" cy="319088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C87181AA-4DAD-42D9-B724-3F8AD1554AD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8EC224A-60D3-3041-D2B7-8A3EFFA30928}"/>
              </a:ext>
            </a:extLst>
          </p:cNvPr>
          <p:cNvGrpSpPr/>
          <p:nvPr userDrawn="1"/>
        </p:nvGrpSpPr>
        <p:grpSpPr>
          <a:xfrm>
            <a:off x="9371152" y="825910"/>
            <a:ext cx="4209136" cy="5349742"/>
            <a:chOff x="1508760" y="1972310"/>
            <a:chExt cx="3309937" cy="4206875"/>
          </a:xfrm>
          <a:solidFill>
            <a:schemeClr val="accent1">
              <a:alpha val="15000"/>
            </a:schemeClr>
          </a:solidFill>
        </p:grpSpPr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B1B0C16C-5953-AFF3-A85A-6BF2B1EB5F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08760" y="1972310"/>
              <a:ext cx="3309937" cy="4206875"/>
            </a:xfrm>
            <a:custGeom>
              <a:avLst/>
              <a:gdLst>
                <a:gd name="T0" fmla="*/ 1226 w 1275"/>
                <a:gd name="T1" fmla="*/ 588 h 1621"/>
                <a:gd name="T2" fmla="*/ 1228 w 1275"/>
                <a:gd name="T3" fmla="*/ 60 h 1621"/>
                <a:gd name="T4" fmla="*/ 935 w 1275"/>
                <a:gd name="T5" fmla="*/ 117 h 1621"/>
                <a:gd name="T6" fmla="*/ 644 w 1275"/>
                <a:gd name="T7" fmla="*/ 51 h 1621"/>
                <a:gd name="T8" fmla="*/ 88 w 1275"/>
                <a:gd name="T9" fmla="*/ 72 h 1621"/>
                <a:gd name="T10" fmla="*/ 59 w 1275"/>
                <a:gd name="T11" fmla="*/ 63 h 1621"/>
                <a:gd name="T12" fmla="*/ 61 w 1275"/>
                <a:gd name="T13" fmla="*/ 589 h 1621"/>
                <a:gd name="T14" fmla="*/ 96 w 1275"/>
                <a:gd name="T15" fmla="*/ 1079 h 1621"/>
                <a:gd name="T16" fmla="*/ 308 w 1275"/>
                <a:gd name="T17" fmla="*/ 1392 h 1621"/>
                <a:gd name="T18" fmla="*/ 646 w 1275"/>
                <a:gd name="T19" fmla="*/ 1572 h 1621"/>
                <a:gd name="T20" fmla="*/ 980 w 1275"/>
                <a:gd name="T21" fmla="*/ 1392 h 1621"/>
                <a:gd name="T22" fmla="*/ 1190 w 1275"/>
                <a:gd name="T23" fmla="*/ 1079 h 1621"/>
                <a:gd name="T24" fmla="*/ 1226 w 1275"/>
                <a:gd name="T25" fmla="*/ 588 h 1621"/>
                <a:gd name="T26" fmla="*/ 1267 w 1275"/>
                <a:gd name="T27" fmla="*/ 3 h 1621"/>
                <a:gd name="T28" fmla="*/ 1265 w 1275"/>
                <a:gd name="T29" fmla="*/ 566 h 1621"/>
                <a:gd name="T30" fmla="*/ 1228 w 1275"/>
                <a:gd name="T31" fmla="*/ 1092 h 1621"/>
                <a:gd name="T32" fmla="*/ 996 w 1275"/>
                <a:gd name="T33" fmla="*/ 1418 h 1621"/>
                <a:gd name="T34" fmla="*/ 643 w 1275"/>
                <a:gd name="T35" fmla="*/ 1621 h 1621"/>
                <a:gd name="T36" fmla="*/ 336 w 1275"/>
                <a:gd name="T37" fmla="*/ 1452 h 1621"/>
                <a:gd name="T38" fmla="*/ 107 w 1275"/>
                <a:gd name="T39" fmla="*/ 1203 h 1621"/>
                <a:gd name="T40" fmla="*/ 41 w 1275"/>
                <a:gd name="T41" fmla="*/ 1028 h 1621"/>
                <a:gd name="T42" fmla="*/ 17 w 1275"/>
                <a:gd name="T43" fmla="*/ 318 h 1621"/>
                <a:gd name="T44" fmla="*/ 17 w 1275"/>
                <a:gd name="T45" fmla="*/ 0 h 1621"/>
                <a:gd name="T46" fmla="*/ 331 w 1275"/>
                <a:gd name="T47" fmla="*/ 82 h 1621"/>
                <a:gd name="T48" fmla="*/ 644 w 1275"/>
                <a:gd name="T49" fmla="*/ 7 h 1621"/>
                <a:gd name="T50" fmla="*/ 962 w 1275"/>
                <a:gd name="T51" fmla="*/ 82 h 1621"/>
                <a:gd name="T52" fmla="*/ 1238 w 1275"/>
                <a:gd name="T53" fmla="*/ 17 h 1621"/>
                <a:gd name="T54" fmla="*/ 1267 w 1275"/>
                <a:gd name="T55" fmla="*/ 3 h 1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5" h="1621">
                  <a:moveTo>
                    <a:pt x="1226" y="588"/>
                  </a:moveTo>
                  <a:cubicBezTo>
                    <a:pt x="1226" y="410"/>
                    <a:pt x="1227" y="232"/>
                    <a:pt x="1228" y="60"/>
                  </a:cubicBezTo>
                  <a:cubicBezTo>
                    <a:pt x="1146" y="96"/>
                    <a:pt x="1049" y="120"/>
                    <a:pt x="935" y="117"/>
                  </a:cubicBezTo>
                  <a:cubicBezTo>
                    <a:pt x="827" y="116"/>
                    <a:pt x="720" y="94"/>
                    <a:pt x="644" y="51"/>
                  </a:cubicBezTo>
                  <a:cubicBezTo>
                    <a:pt x="511" y="134"/>
                    <a:pt x="242" y="136"/>
                    <a:pt x="88" y="72"/>
                  </a:cubicBezTo>
                  <a:cubicBezTo>
                    <a:pt x="79" y="68"/>
                    <a:pt x="68" y="60"/>
                    <a:pt x="59" y="63"/>
                  </a:cubicBezTo>
                  <a:cubicBezTo>
                    <a:pt x="57" y="236"/>
                    <a:pt x="61" y="413"/>
                    <a:pt x="61" y="589"/>
                  </a:cubicBezTo>
                  <a:cubicBezTo>
                    <a:pt x="61" y="769"/>
                    <a:pt x="50" y="941"/>
                    <a:pt x="96" y="1079"/>
                  </a:cubicBezTo>
                  <a:cubicBezTo>
                    <a:pt x="140" y="1211"/>
                    <a:pt x="213" y="1316"/>
                    <a:pt x="308" y="1392"/>
                  </a:cubicBezTo>
                  <a:cubicBezTo>
                    <a:pt x="404" y="1466"/>
                    <a:pt x="529" y="1507"/>
                    <a:pt x="646" y="1572"/>
                  </a:cubicBezTo>
                  <a:cubicBezTo>
                    <a:pt x="760" y="1505"/>
                    <a:pt x="885" y="1467"/>
                    <a:pt x="980" y="1392"/>
                  </a:cubicBezTo>
                  <a:cubicBezTo>
                    <a:pt x="1074" y="1314"/>
                    <a:pt x="1148" y="1212"/>
                    <a:pt x="1190" y="1079"/>
                  </a:cubicBezTo>
                  <a:cubicBezTo>
                    <a:pt x="1233" y="940"/>
                    <a:pt x="1226" y="768"/>
                    <a:pt x="1226" y="588"/>
                  </a:cubicBezTo>
                  <a:close/>
                  <a:moveTo>
                    <a:pt x="1267" y="3"/>
                  </a:moveTo>
                  <a:cubicBezTo>
                    <a:pt x="1275" y="189"/>
                    <a:pt x="1259" y="379"/>
                    <a:pt x="1265" y="566"/>
                  </a:cubicBezTo>
                  <a:cubicBezTo>
                    <a:pt x="1270" y="752"/>
                    <a:pt x="1275" y="946"/>
                    <a:pt x="1228" y="1092"/>
                  </a:cubicBezTo>
                  <a:cubicBezTo>
                    <a:pt x="1183" y="1231"/>
                    <a:pt x="1098" y="1340"/>
                    <a:pt x="996" y="1418"/>
                  </a:cubicBezTo>
                  <a:cubicBezTo>
                    <a:pt x="891" y="1499"/>
                    <a:pt x="760" y="1545"/>
                    <a:pt x="643" y="1621"/>
                  </a:cubicBezTo>
                  <a:cubicBezTo>
                    <a:pt x="543" y="1551"/>
                    <a:pt x="430" y="1514"/>
                    <a:pt x="336" y="1452"/>
                  </a:cubicBezTo>
                  <a:cubicBezTo>
                    <a:pt x="242" y="1390"/>
                    <a:pt x="165" y="1307"/>
                    <a:pt x="107" y="1203"/>
                  </a:cubicBezTo>
                  <a:cubicBezTo>
                    <a:pt x="78" y="1150"/>
                    <a:pt x="54" y="1092"/>
                    <a:pt x="41" y="1028"/>
                  </a:cubicBezTo>
                  <a:cubicBezTo>
                    <a:pt x="0" y="825"/>
                    <a:pt x="33" y="554"/>
                    <a:pt x="17" y="318"/>
                  </a:cubicBezTo>
                  <a:cubicBezTo>
                    <a:pt x="17" y="212"/>
                    <a:pt x="17" y="106"/>
                    <a:pt x="17" y="0"/>
                  </a:cubicBezTo>
                  <a:cubicBezTo>
                    <a:pt x="98" y="48"/>
                    <a:pt x="205" y="82"/>
                    <a:pt x="331" y="82"/>
                  </a:cubicBezTo>
                  <a:cubicBezTo>
                    <a:pt x="452" y="82"/>
                    <a:pt x="563" y="60"/>
                    <a:pt x="644" y="7"/>
                  </a:cubicBezTo>
                  <a:cubicBezTo>
                    <a:pt x="720" y="60"/>
                    <a:pt x="837" y="82"/>
                    <a:pt x="962" y="82"/>
                  </a:cubicBezTo>
                  <a:cubicBezTo>
                    <a:pt x="1067" y="82"/>
                    <a:pt x="1166" y="55"/>
                    <a:pt x="1238" y="17"/>
                  </a:cubicBezTo>
                  <a:cubicBezTo>
                    <a:pt x="1250" y="11"/>
                    <a:pt x="1260" y="2"/>
                    <a:pt x="1267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E8FFA7DF-B644-4817-3099-3219A1B2E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7523" y="3866198"/>
              <a:ext cx="269875" cy="249238"/>
            </a:xfrm>
            <a:custGeom>
              <a:avLst/>
              <a:gdLst>
                <a:gd name="T0" fmla="*/ 98 w 104"/>
                <a:gd name="T1" fmla="*/ 26 h 96"/>
                <a:gd name="T2" fmla="*/ 98 w 104"/>
                <a:gd name="T3" fmla="*/ 73 h 96"/>
                <a:gd name="T4" fmla="*/ 93 w 104"/>
                <a:gd name="T5" fmla="*/ 58 h 96"/>
                <a:gd name="T6" fmla="*/ 15 w 104"/>
                <a:gd name="T7" fmla="*/ 82 h 96"/>
                <a:gd name="T8" fmla="*/ 6 w 104"/>
                <a:gd name="T9" fmla="*/ 96 h 96"/>
                <a:gd name="T10" fmla="*/ 5 w 104"/>
                <a:gd name="T11" fmla="*/ 53 h 96"/>
                <a:gd name="T12" fmla="*/ 10 w 104"/>
                <a:gd name="T13" fmla="*/ 66 h 96"/>
                <a:gd name="T14" fmla="*/ 51 w 104"/>
                <a:gd name="T15" fmla="*/ 47 h 96"/>
                <a:gd name="T16" fmla="*/ 15 w 104"/>
                <a:gd name="T17" fmla="*/ 22 h 96"/>
                <a:gd name="T18" fmla="*/ 6 w 104"/>
                <a:gd name="T19" fmla="*/ 35 h 96"/>
                <a:gd name="T20" fmla="*/ 5 w 104"/>
                <a:gd name="T21" fmla="*/ 0 h 96"/>
                <a:gd name="T22" fmla="*/ 10 w 104"/>
                <a:gd name="T23" fmla="*/ 0 h 96"/>
                <a:gd name="T24" fmla="*/ 92 w 104"/>
                <a:gd name="T25" fmla="*/ 40 h 96"/>
                <a:gd name="T26" fmla="*/ 98 w 104"/>
                <a:gd name="T27" fmla="*/ 2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96">
                  <a:moveTo>
                    <a:pt x="98" y="26"/>
                  </a:moveTo>
                  <a:cubicBezTo>
                    <a:pt x="104" y="35"/>
                    <a:pt x="99" y="57"/>
                    <a:pt x="98" y="73"/>
                  </a:cubicBezTo>
                  <a:cubicBezTo>
                    <a:pt x="92" y="73"/>
                    <a:pt x="97" y="62"/>
                    <a:pt x="93" y="58"/>
                  </a:cubicBezTo>
                  <a:cubicBezTo>
                    <a:pt x="56" y="49"/>
                    <a:pt x="38" y="72"/>
                    <a:pt x="15" y="82"/>
                  </a:cubicBezTo>
                  <a:cubicBezTo>
                    <a:pt x="11" y="84"/>
                    <a:pt x="10" y="92"/>
                    <a:pt x="6" y="96"/>
                  </a:cubicBezTo>
                  <a:cubicBezTo>
                    <a:pt x="0" y="90"/>
                    <a:pt x="2" y="63"/>
                    <a:pt x="5" y="53"/>
                  </a:cubicBezTo>
                  <a:cubicBezTo>
                    <a:pt x="10" y="53"/>
                    <a:pt x="9" y="62"/>
                    <a:pt x="10" y="66"/>
                  </a:cubicBezTo>
                  <a:cubicBezTo>
                    <a:pt x="26" y="62"/>
                    <a:pt x="35" y="50"/>
                    <a:pt x="51" y="47"/>
                  </a:cubicBezTo>
                  <a:cubicBezTo>
                    <a:pt x="42" y="36"/>
                    <a:pt x="28" y="29"/>
                    <a:pt x="15" y="22"/>
                  </a:cubicBezTo>
                  <a:cubicBezTo>
                    <a:pt x="6" y="20"/>
                    <a:pt x="13" y="35"/>
                    <a:pt x="6" y="35"/>
                  </a:cubicBezTo>
                  <a:cubicBezTo>
                    <a:pt x="0" y="30"/>
                    <a:pt x="7" y="11"/>
                    <a:pt x="5" y="0"/>
                  </a:cubicBezTo>
                  <a:cubicBezTo>
                    <a:pt x="6" y="0"/>
                    <a:pt x="9" y="0"/>
                    <a:pt x="10" y="0"/>
                  </a:cubicBezTo>
                  <a:cubicBezTo>
                    <a:pt x="24" y="25"/>
                    <a:pt x="53" y="47"/>
                    <a:pt x="92" y="40"/>
                  </a:cubicBezTo>
                  <a:cubicBezTo>
                    <a:pt x="97" y="39"/>
                    <a:pt x="93" y="28"/>
                    <a:pt x="98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5DBCCBBB-5E1B-5C78-2097-9355459CD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348" y="4140835"/>
              <a:ext cx="265112" cy="244475"/>
            </a:xfrm>
            <a:custGeom>
              <a:avLst/>
              <a:gdLst>
                <a:gd name="T0" fmla="*/ 98 w 102"/>
                <a:gd name="T1" fmla="*/ 27 h 94"/>
                <a:gd name="T2" fmla="*/ 98 w 102"/>
                <a:gd name="T3" fmla="*/ 72 h 94"/>
                <a:gd name="T4" fmla="*/ 93 w 102"/>
                <a:gd name="T5" fmla="*/ 58 h 94"/>
                <a:gd name="T6" fmla="*/ 10 w 102"/>
                <a:gd name="T7" fmla="*/ 53 h 94"/>
                <a:gd name="T8" fmla="*/ 28 w 102"/>
                <a:gd name="T9" fmla="*/ 89 h 94"/>
                <a:gd name="T10" fmla="*/ 0 w 102"/>
                <a:gd name="T11" fmla="*/ 89 h 94"/>
                <a:gd name="T12" fmla="*/ 3 w 102"/>
                <a:gd name="T13" fmla="*/ 3 h 94"/>
                <a:gd name="T14" fmla="*/ 30 w 102"/>
                <a:gd name="T15" fmla="*/ 5 h 94"/>
                <a:gd name="T16" fmla="*/ 10 w 102"/>
                <a:gd name="T17" fmla="*/ 37 h 94"/>
                <a:gd name="T18" fmla="*/ 89 w 102"/>
                <a:gd name="T19" fmla="*/ 40 h 94"/>
                <a:gd name="T20" fmla="*/ 98 w 102"/>
                <a:gd name="T21" fmla="*/ 2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94">
                  <a:moveTo>
                    <a:pt x="98" y="27"/>
                  </a:moveTo>
                  <a:cubicBezTo>
                    <a:pt x="102" y="33"/>
                    <a:pt x="99" y="61"/>
                    <a:pt x="98" y="72"/>
                  </a:cubicBezTo>
                  <a:cubicBezTo>
                    <a:pt x="91" y="72"/>
                    <a:pt x="93" y="65"/>
                    <a:pt x="93" y="58"/>
                  </a:cubicBezTo>
                  <a:cubicBezTo>
                    <a:pt x="67" y="53"/>
                    <a:pt x="35" y="57"/>
                    <a:pt x="10" y="53"/>
                  </a:cubicBezTo>
                  <a:cubicBezTo>
                    <a:pt x="0" y="73"/>
                    <a:pt x="21" y="78"/>
                    <a:pt x="28" y="89"/>
                  </a:cubicBezTo>
                  <a:cubicBezTo>
                    <a:pt x="21" y="94"/>
                    <a:pt x="10" y="89"/>
                    <a:pt x="0" y="89"/>
                  </a:cubicBezTo>
                  <a:cubicBezTo>
                    <a:pt x="2" y="61"/>
                    <a:pt x="2" y="32"/>
                    <a:pt x="3" y="3"/>
                  </a:cubicBezTo>
                  <a:cubicBezTo>
                    <a:pt x="12" y="4"/>
                    <a:pt x="24" y="0"/>
                    <a:pt x="30" y="5"/>
                  </a:cubicBezTo>
                  <a:cubicBezTo>
                    <a:pt x="23" y="15"/>
                    <a:pt x="3" y="14"/>
                    <a:pt x="10" y="37"/>
                  </a:cubicBezTo>
                  <a:cubicBezTo>
                    <a:pt x="35" y="40"/>
                    <a:pt x="57" y="40"/>
                    <a:pt x="89" y="40"/>
                  </a:cubicBezTo>
                  <a:cubicBezTo>
                    <a:pt x="95" y="39"/>
                    <a:pt x="91" y="28"/>
                    <a:pt x="98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AC83772D-8A91-F3BD-5AC9-C5C530D2F8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2223" y="2431098"/>
              <a:ext cx="765175" cy="695325"/>
            </a:xfrm>
            <a:custGeom>
              <a:avLst/>
              <a:gdLst>
                <a:gd name="T0" fmla="*/ 47 w 295"/>
                <a:gd name="T1" fmla="*/ 102 h 268"/>
                <a:gd name="T2" fmla="*/ 56 w 295"/>
                <a:gd name="T3" fmla="*/ 77 h 268"/>
                <a:gd name="T4" fmla="*/ 56 w 295"/>
                <a:gd name="T5" fmla="*/ 77 h 268"/>
                <a:gd name="T6" fmla="*/ 92 w 295"/>
                <a:gd name="T7" fmla="*/ 116 h 268"/>
                <a:gd name="T8" fmla="*/ 107 w 295"/>
                <a:gd name="T9" fmla="*/ 124 h 268"/>
                <a:gd name="T10" fmla="*/ 83 w 295"/>
                <a:gd name="T11" fmla="*/ 69 h 268"/>
                <a:gd name="T12" fmla="*/ 119 w 295"/>
                <a:gd name="T13" fmla="*/ 55 h 268"/>
                <a:gd name="T14" fmla="*/ 119 w 295"/>
                <a:gd name="T15" fmla="*/ 55 h 268"/>
                <a:gd name="T16" fmla="*/ 114 w 295"/>
                <a:gd name="T17" fmla="*/ 16 h 268"/>
                <a:gd name="T18" fmla="*/ 143 w 295"/>
                <a:gd name="T19" fmla="*/ 133 h 268"/>
                <a:gd name="T20" fmla="*/ 130 w 295"/>
                <a:gd name="T21" fmla="*/ 84 h 268"/>
                <a:gd name="T22" fmla="*/ 107 w 295"/>
                <a:gd name="T23" fmla="*/ 88 h 268"/>
                <a:gd name="T24" fmla="*/ 60 w 295"/>
                <a:gd name="T25" fmla="*/ 111 h 268"/>
                <a:gd name="T26" fmla="*/ 77 w 295"/>
                <a:gd name="T27" fmla="*/ 97 h 268"/>
                <a:gd name="T28" fmla="*/ 88 w 295"/>
                <a:gd name="T29" fmla="*/ 106 h 268"/>
                <a:gd name="T30" fmla="*/ 143 w 295"/>
                <a:gd name="T31" fmla="*/ 133 h 268"/>
                <a:gd name="T32" fmla="*/ 146 w 295"/>
                <a:gd name="T33" fmla="*/ 25 h 268"/>
                <a:gd name="T34" fmla="*/ 147 w 295"/>
                <a:gd name="T35" fmla="*/ 34 h 268"/>
                <a:gd name="T36" fmla="*/ 151 w 295"/>
                <a:gd name="T37" fmla="*/ 183 h 268"/>
                <a:gd name="T38" fmla="*/ 109 w 295"/>
                <a:gd name="T39" fmla="*/ 147 h 268"/>
                <a:gd name="T40" fmla="*/ 97 w 295"/>
                <a:gd name="T41" fmla="*/ 133 h 268"/>
                <a:gd name="T42" fmla="*/ 97 w 295"/>
                <a:gd name="T43" fmla="*/ 158 h 268"/>
                <a:gd name="T44" fmla="*/ 148 w 295"/>
                <a:gd name="T45" fmla="*/ 201 h 268"/>
                <a:gd name="T46" fmla="*/ 134 w 295"/>
                <a:gd name="T47" fmla="*/ 214 h 268"/>
                <a:gd name="T48" fmla="*/ 109 w 295"/>
                <a:gd name="T49" fmla="*/ 240 h 268"/>
                <a:gd name="T50" fmla="*/ 140 w 295"/>
                <a:gd name="T51" fmla="*/ 224 h 268"/>
                <a:gd name="T52" fmla="*/ 158 w 295"/>
                <a:gd name="T53" fmla="*/ 215 h 268"/>
                <a:gd name="T54" fmla="*/ 146 w 295"/>
                <a:gd name="T55" fmla="*/ 153 h 268"/>
                <a:gd name="T56" fmla="*/ 159 w 295"/>
                <a:gd name="T57" fmla="*/ 159 h 268"/>
                <a:gd name="T58" fmla="*/ 164 w 295"/>
                <a:gd name="T59" fmla="*/ 136 h 268"/>
                <a:gd name="T60" fmla="*/ 200 w 295"/>
                <a:gd name="T61" fmla="*/ 129 h 268"/>
                <a:gd name="T62" fmla="*/ 193 w 295"/>
                <a:gd name="T63" fmla="*/ 120 h 268"/>
                <a:gd name="T64" fmla="*/ 200 w 295"/>
                <a:gd name="T65" fmla="*/ 129 h 268"/>
                <a:gd name="T66" fmla="*/ 242 w 295"/>
                <a:gd name="T67" fmla="*/ 133 h 268"/>
                <a:gd name="T68" fmla="*/ 263 w 295"/>
                <a:gd name="T69" fmla="*/ 206 h 268"/>
                <a:gd name="T70" fmla="*/ 244 w 295"/>
                <a:gd name="T71" fmla="*/ 168 h 268"/>
                <a:gd name="T72" fmla="*/ 241 w 295"/>
                <a:gd name="T73" fmla="*/ 177 h 268"/>
                <a:gd name="T74" fmla="*/ 270 w 295"/>
                <a:gd name="T75" fmla="*/ 155 h 268"/>
                <a:gd name="T76" fmla="*/ 255 w 295"/>
                <a:gd name="T77" fmla="*/ 155 h 268"/>
                <a:gd name="T78" fmla="*/ 270 w 295"/>
                <a:gd name="T79" fmla="*/ 183 h 268"/>
                <a:gd name="T80" fmla="*/ 270 w 295"/>
                <a:gd name="T81" fmla="*/ 183 h 268"/>
                <a:gd name="T82" fmla="*/ 283 w 295"/>
                <a:gd name="T83" fmla="*/ 252 h 268"/>
                <a:gd name="T84" fmla="*/ 231 w 295"/>
                <a:gd name="T85" fmla="*/ 217 h 268"/>
                <a:gd name="T86" fmla="*/ 160 w 295"/>
                <a:gd name="T87" fmla="*/ 264 h 268"/>
                <a:gd name="T88" fmla="*/ 107 w 295"/>
                <a:gd name="T89" fmla="*/ 224 h 268"/>
                <a:gd name="T90" fmla="*/ 30 w 295"/>
                <a:gd name="T91" fmla="*/ 258 h 268"/>
                <a:gd name="T92" fmla="*/ 19 w 295"/>
                <a:gd name="T93" fmla="*/ 224 h 268"/>
                <a:gd name="T94" fmla="*/ 64 w 295"/>
                <a:gd name="T95" fmla="*/ 48 h 268"/>
                <a:gd name="T96" fmla="*/ 85 w 295"/>
                <a:gd name="T97" fmla="*/ 5 h 268"/>
                <a:gd name="T98" fmla="*/ 160 w 295"/>
                <a:gd name="T99" fmla="*/ 76 h 268"/>
                <a:gd name="T100" fmla="*/ 208 w 295"/>
                <a:gd name="T101" fmla="*/ 107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95" h="268">
                  <a:moveTo>
                    <a:pt x="42" y="115"/>
                  </a:moveTo>
                  <a:cubicBezTo>
                    <a:pt x="49" y="117"/>
                    <a:pt x="50" y="105"/>
                    <a:pt x="47" y="102"/>
                  </a:cubicBezTo>
                  <a:cubicBezTo>
                    <a:pt x="44" y="106"/>
                    <a:pt x="41" y="109"/>
                    <a:pt x="42" y="115"/>
                  </a:cubicBezTo>
                  <a:close/>
                  <a:moveTo>
                    <a:pt x="56" y="77"/>
                  </a:moveTo>
                  <a:cubicBezTo>
                    <a:pt x="63" y="76"/>
                    <a:pt x="68" y="73"/>
                    <a:pt x="68" y="64"/>
                  </a:cubicBezTo>
                  <a:cubicBezTo>
                    <a:pt x="61" y="60"/>
                    <a:pt x="55" y="68"/>
                    <a:pt x="56" y="77"/>
                  </a:cubicBezTo>
                  <a:close/>
                  <a:moveTo>
                    <a:pt x="107" y="124"/>
                  </a:moveTo>
                  <a:cubicBezTo>
                    <a:pt x="107" y="116"/>
                    <a:pt x="98" y="112"/>
                    <a:pt x="92" y="116"/>
                  </a:cubicBezTo>
                  <a:cubicBezTo>
                    <a:pt x="91" y="122"/>
                    <a:pt x="97" y="124"/>
                    <a:pt x="97" y="129"/>
                  </a:cubicBezTo>
                  <a:cubicBezTo>
                    <a:pt x="102" y="129"/>
                    <a:pt x="103" y="125"/>
                    <a:pt x="107" y="124"/>
                  </a:cubicBezTo>
                  <a:close/>
                  <a:moveTo>
                    <a:pt x="105" y="69"/>
                  </a:moveTo>
                  <a:cubicBezTo>
                    <a:pt x="107" y="59"/>
                    <a:pt x="83" y="59"/>
                    <a:pt x="83" y="69"/>
                  </a:cubicBezTo>
                  <a:cubicBezTo>
                    <a:pt x="90" y="72"/>
                    <a:pt x="97" y="67"/>
                    <a:pt x="105" y="69"/>
                  </a:cubicBezTo>
                  <a:close/>
                  <a:moveTo>
                    <a:pt x="119" y="55"/>
                  </a:moveTo>
                  <a:cubicBezTo>
                    <a:pt x="116" y="38"/>
                    <a:pt x="103" y="31"/>
                    <a:pt x="90" y="25"/>
                  </a:cubicBezTo>
                  <a:cubicBezTo>
                    <a:pt x="96" y="39"/>
                    <a:pt x="108" y="48"/>
                    <a:pt x="119" y="55"/>
                  </a:cubicBezTo>
                  <a:close/>
                  <a:moveTo>
                    <a:pt x="123" y="38"/>
                  </a:moveTo>
                  <a:cubicBezTo>
                    <a:pt x="118" y="33"/>
                    <a:pt x="120" y="20"/>
                    <a:pt x="114" y="16"/>
                  </a:cubicBezTo>
                  <a:cubicBezTo>
                    <a:pt x="109" y="25"/>
                    <a:pt x="115" y="36"/>
                    <a:pt x="123" y="38"/>
                  </a:cubicBezTo>
                  <a:close/>
                  <a:moveTo>
                    <a:pt x="143" y="133"/>
                  </a:moveTo>
                  <a:cubicBezTo>
                    <a:pt x="157" y="112"/>
                    <a:pt x="114" y="109"/>
                    <a:pt x="105" y="93"/>
                  </a:cubicBezTo>
                  <a:cubicBezTo>
                    <a:pt x="120" y="96"/>
                    <a:pt x="116" y="74"/>
                    <a:pt x="130" y="84"/>
                  </a:cubicBezTo>
                  <a:cubicBezTo>
                    <a:pt x="129" y="78"/>
                    <a:pt x="125" y="74"/>
                    <a:pt x="121" y="72"/>
                  </a:cubicBezTo>
                  <a:cubicBezTo>
                    <a:pt x="116" y="78"/>
                    <a:pt x="115" y="86"/>
                    <a:pt x="107" y="88"/>
                  </a:cubicBezTo>
                  <a:cubicBezTo>
                    <a:pt x="92" y="79"/>
                    <a:pt x="65" y="77"/>
                    <a:pt x="55" y="91"/>
                  </a:cubicBezTo>
                  <a:cubicBezTo>
                    <a:pt x="56" y="98"/>
                    <a:pt x="53" y="111"/>
                    <a:pt x="60" y="111"/>
                  </a:cubicBezTo>
                  <a:cubicBezTo>
                    <a:pt x="66" y="106"/>
                    <a:pt x="64" y="93"/>
                    <a:pt x="72" y="91"/>
                  </a:cubicBezTo>
                  <a:cubicBezTo>
                    <a:pt x="75" y="92"/>
                    <a:pt x="77" y="95"/>
                    <a:pt x="77" y="97"/>
                  </a:cubicBezTo>
                  <a:cubicBezTo>
                    <a:pt x="74" y="103"/>
                    <a:pt x="75" y="112"/>
                    <a:pt x="77" y="120"/>
                  </a:cubicBezTo>
                  <a:cubicBezTo>
                    <a:pt x="86" y="120"/>
                    <a:pt x="82" y="109"/>
                    <a:pt x="88" y="106"/>
                  </a:cubicBezTo>
                  <a:cubicBezTo>
                    <a:pt x="107" y="98"/>
                    <a:pt x="108" y="120"/>
                    <a:pt x="125" y="112"/>
                  </a:cubicBezTo>
                  <a:cubicBezTo>
                    <a:pt x="132" y="119"/>
                    <a:pt x="137" y="126"/>
                    <a:pt x="143" y="133"/>
                  </a:cubicBezTo>
                  <a:close/>
                  <a:moveTo>
                    <a:pt x="147" y="34"/>
                  </a:moveTo>
                  <a:cubicBezTo>
                    <a:pt x="148" y="30"/>
                    <a:pt x="147" y="28"/>
                    <a:pt x="146" y="25"/>
                  </a:cubicBezTo>
                  <a:cubicBezTo>
                    <a:pt x="143" y="25"/>
                    <a:pt x="142" y="25"/>
                    <a:pt x="140" y="25"/>
                  </a:cubicBezTo>
                  <a:cubicBezTo>
                    <a:pt x="141" y="29"/>
                    <a:pt x="142" y="34"/>
                    <a:pt x="147" y="34"/>
                  </a:cubicBezTo>
                  <a:close/>
                  <a:moveTo>
                    <a:pt x="148" y="201"/>
                  </a:moveTo>
                  <a:cubicBezTo>
                    <a:pt x="152" y="195"/>
                    <a:pt x="151" y="191"/>
                    <a:pt x="151" y="183"/>
                  </a:cubicBezTo>
                  <a:cubicBezTo>
                    <a:pt x="132" y="176"/>
                    <a:pt x="103" y="179"/>
                    <a:pt x="102" y="154"/>
                  </a:cubicBezTo>
                  <a:cubicBezTo>
                    <a:pt x="101" y="149"/>
                    <a:pt x="110" y="154"/>
                    <a:pt x="109" y="147"/>
                  </a:cubicBezTo>
                  <a:cubicBezTo>
                    <a:pt x="104" y="143"/>
                    <a:pt x="99" y="154"/>
                    <a:pt x="93" y="149"/>
                  </a:cubicBezTo>
                  <a:cubicBezTo>
                    <a:pt x="93" y="143"/>
                    <a:pt x="102" y="138"/>
                    <a:pt x="97" y="133"/>
                  </a:cubicBezTo>
                  <a:cubicBezTo>
                    <a:pt x="96" y="139"/>
                    <a:pt x="85" y="135"/>
                    <a:pt x="77" y="136"/>
                  </a:cubicBezTo>
                  <a:cubicBezTo>
                    <a:pt x="77" y="150"/>
                    <a:pt x="82" y="159"/>
                    <a:pt x="97" y="158"/>
                  </a:cubicBezTo>
                  <a:cubicBezTo>
                    <a:pt x="101" y="167"/>
                    <a:pt x="105" y="176"/>
                    <a:pt x="114" y="181"/>
                  </a:cubicBezTo>
                  <a:cubicBezTo>
                    <a:pt x="129" y="177"/>
                    <a:pt x="136" y="196"/>
                    <a:pt x="148" y="201"/>
                  </a:cubicBezTo>
                  <a:close/>
                  <a:moveTo>
                    <a:pt x="158" y="215"/>
                  </a:moveTo>
                  <a:cubicBezTo>
                    <a:pt x="148" y="221"/>
                    <a:pt x="143" y="207"/>
                    <a:pt x="134" y="214"/>
                  </a:cubicBezTo>
                  <a:cubicBezTo>
                    <a:pt x="129" y="211"/>
                    <a:pt x="136" y="198"/>
                    <a:pt x="127" y="198"/>
                  </a:cubicBezTo>
                  <a:cubicBezTo>
                    <a:pt x="130" y="219"/>
                    <a:pt x="121" y="231"/>
                    <a:pt x="109" y="240"/>
                  </a:cubicBezTo>
                  <a:cubicBezTo>
                    <a:pt x="119" y="244"/>
                    <a:pt x="125" y="244"/>
                    <a:pt x="135" y="240"/>
                  </a:cubicBezTo>
                  <a:cubicBezTo>
                    <a:pt x="138" y="236"/>
                    <a:pt x="135" y="225"/>
                    <a:pt x="140" y="224"/>
                  </a:cubicBezTo>
                  <a:cubicBezTo>
                    <a:pt x="151" y="224"/>
                    <a:pt x="140" y="245"/>
                    <a:pt x="151" y="244"/>
                  </a:cubicBezTo>
                  <a:cubicBezTo>
                    <a:pt x="149" y="227"/>
                    <a:pt x="149" y="224"/>
                    <a:pt x="158" y="215"/>
                  </a:cubicBezTo>
                  <a:close/>
                  <a:moveTo>
                    <a:pt x="159" y="159"/>
                  </a:moveTo>
                  <a:cubicBezTo>
                    <a:pt x="162" y="150"/>
                    <a:pt x="151" y="148"/>
                    <a:pt x="146" y="153"/>
                  </a:cubicBezTo>
                  <a:cubicBezTo>
                    <a:pt x="146" y="154"/>
                    <a:pt x="146" y="155"/>
                    <a:pt x="146" y="158"/>
                  </a:cubicBezTo>
                  <a:cubicBezTo>
                    <a:pt x="149" y="159"/>
                    <a:pt x="153" y="160"/>
                    <a:pt x="159" y="159"/>
                  </a:cubicBezTo>
                  <a:close/>
                  <a:moveTo>
                    <a:pt x="167" y="147"/>
                  </a:moveTo>
                  <a:cubicBezTo>
                    <a:pt x="170" y="145"/>
                    <a:pt x="170" y="136"/>
                    <a:pt x="164" y="136"/>
                  </a:cubicBezTo>
                  <a:cubicBezTo>
                    <a:pt x="163" y="138"/>
                    <a:pt x="159" y="149"/>
                    <a:pt x="167" y="147"/>
                  </a:cubicBezTo>
                  <a:close/>
                  <a:moveTo>
                    <a:pt x="200" y="129"/>
                  </a:moveTo>
                  <a:cubicBezTo>
                    <a:pt x="200" y="126"/>
                    <a:pt x="200" y="124"/>
                    <a:pt x="200" y="120"/>
                  </a:cubicBezTo>
                  <a:cubicBezTo>
                    <a:pt x="197" y="120"/>
                    <a:pt x="196" y="120"/>
                    <a:pt x="193" y="120"/>
                  </a:cubicBezTo>
                  <a:cubicBezTo>
                    <a:pt x="191" y="125"/>
                    <a:pt x="190" y="125"/>
                    <a:pt x="192" y="131"/>
                  </a:cubicBezTo>
                  <a:cubicBezTo>
                    <a:pt x="196" y="131"/>
                    <a:pt x="196" y="129"/>
                    <a:pt x="200" y="129"/>
                  </a:cubicBezTo>
                  <a:close/>
                  <a:moveTo>
                    <a:pt x="214" y="122"/>
                  </a:moveTo>
                  <a:cubicBezTo>
                    <a:pt x="217" y="134"/>
                    <a:pt x="233" y="140"/>
                    <a:pt x="242" y="133"/>
                  </a:cubicBezTo>
                  <a:cubicBezTo>
                    <a:pt x="237" y="120"/>
                    <a:pt x="228" y="122"/>
                    <a:pt x="214" y="122"/>
                  </a:cubicBezTo>
                  <a:close/>
                  <a:moveTo>
                    <a:pt x="263" y="206"/>
                  </a:moveTo>
                  <a:cubicBezTo>
                    <a:pt x="268" y="215"/>
                    <a:pt x="253" y="222"/>
                    <a:pt x="259" y="231"/>
                  </a:cubicBezTo>
                  <a:cubicBezTo>
                    <a:pt x="295" y="210"/>
                    <a:pt x="242" y="195"/>
                    <a:pt x="244" y="168"/>
                  </a:cubicBezTo>
                  <a:cubicBezTo>
                    <a:pt x="235" y="177"/>
                    <a:pt x="228" y="160"/>
                    <a:pt x="220" y="171"/>
                  </a:cubicBezTo>
                  <a:cubicBezTo>
                    <a:pt x="226" y="176"/>
                    <a:pt x="230" y="181"/>
                    <a:pt x="241" y="177"/>
                  </a:cubicBezTo>
                  <a:cubicBezTo>
                    <a:pt x="244" y="191"/>
                    <a:pt x="250" y="203"/>
                    <a:pt x="263" y="206"/>
                  </a:cubicBezTo>
                  <a:close/>
                  <a:moveTo>
                    <a:pt x="270" y="155"/>
                  </a:moveTo>
                  <a:cubicBezTo>
                    <a:pt x="270" y="147"/>
                    <a:pt x="262" y="145"/>
                    <a:pt x="256" y="141"/>
                  </a:cubicBezTo>
                  <a:cubicBezTo>
                    <a:pt x="257" y="148"/>
                    <a:pt x="256" y="152"/>
                    <a:pt x="255" y="155"/>
                  </a:cubicBezTo>
                  <a:cubicBezTo>
                    <a:pt x="259" y="155"/>
                    <a:pt x="264" y="155"/>
                    <a:pt x="270" y="155"/>
                  </a:cubicBezTo>
                  <a:close/>
                  <a:moveTo>
                    <a:pt x="270" y="183"/>
                  </a:moveTo>
                  <a:cubicBezTo>
                    <a:pt x="273" y="177"/>
                    <a:pt x="272" y="169"/>
                    <a:pt x="264" y="168"/>
                  </a:cubicBezTo>
                  <a:cubicBezTo>
                    <a:pt x="266" y="174"/>
                    <a:pt x="263" y="184"/>
                    <a:pt x="270" y="183"/>
                  </a:cubicBezTo>
                  <a:close/>
                  <a:moveTo>
                    <a:pt x="273" y="136"/>
                  </a:moveTo>
                  <a:cubicBezTo>
                    <a:pt x="291" y="164"/>
                    <a:pt x="274" y="217"/>
                    <a:pt x="283" y="252"/>
                  </a:cubicBezTo>
                  <a:cubicBezTo>
                    <a:pt x="269" y="260"/>
                    <a:pt x="246" y="268"/>
                    <a:pt x="225" y="264"/>
                  </a:cubicBezTo>
                  <a:cubicBezTo>
                    <a:pt x="211" y="248"/>
                    <a:pt x="228" y="230"/>
                    <a:pt x="231" y="217"/>
                  </a:cubicBezTo>
                  <a:cubicBezTo>
                    <a:pt x="221" y="207"/>
                    <a:pt x="207" y="222"/>
                    <a:pt x="193" y="222"/>
                  </a:cubicBezTo>
                  <a:cubicBezTo>
                    <a:pt x="190" y="244"/>
                    <a:pt x="176" y="254"/>
                    <a:pt x="160" y="264"/>
                  </a:cubicBezTo>
                  <a:cubicBezTo>
                    <a:pt x="138" y="265"/>
                    <a:pt x="88" y="268"/>
                    <a:pt x="88" y="244"/>
                  </a:cubicBezTo>
                  <a:cubicBezTo>
                    <a:pt x="88" y="230"/>
                    <a:pt x="102" y="236"/>
                    <a:pt x="107" y="224"/>
                  </a:cubicBezTo>
                  <a:cubicBezTo>
                    <a:pt x="101" y="212"/>
                    <a:pt x="83" y="211"/>
                    <a:pt x="76" y="214"/>
                  </a:cubicBezTo>
                  <a:cubicBezTo>
                    <a:pt x="55" y="220"/>
                    <a:pt x="60" y="260"/>
                    <a:pt x="30" y="258"/>
                  </a:cubicBezTo>
                  <a:cubicBezTo>
                    <a:pt x="19" y="258"/>
                    <a:pt x="0" y="249"/>
                    <a:pt x="1" y="230"/>
                  </a:cubicBezTo>
                  <a:cubicBezTo>
                    <a:pt x="5" y="225"/>
                    <a:pt x="14" y="227"/>
                    <a:pt x="19" y="224"/>
                  </a:cubicBezTo>
                  <a:cubicBezTo>
                    <a:pt x="35" y="207"/>
                    <a:pt x="35" y="169"/>
                    <a:pt x="15" y="158"/>
                  </a:cubicBezTo>
                  <a:cubicBezTo>
                    <a:pt x="5" y="95"/>
                    <a:pt x="44" y="81"/>
                    <a:pt x="64" y="48"/>
                  </a:cubicBezTo>
                  <a:cubicBezTo>
                    <a:pt x="65" y="39"/>
                    <a:pt x="60" y="35"/>
                    <a:pt x="60" y="25"/>
                  </a:cubicBezTo>
                  <a:cubicBezTo>
                    <a:pt x="66" y="16"/>
                    <a:pt x="85" y="16"/>
                    <a:pt x="85" y="5"/>
                  </a:cubicBezTo>
                  <a:cubicBezTo>
                    <a:pt x="101" y="3"/>
                    <a:pt x="115" y="3"/>
                    <a:pt x="131" y="0"/>
                  </a:cubicBezTo>
                  <a:cubicBezTo>
                    <a:pt x="152" y="11"/>
                    <a:pt x="165" y="47"/>
                    <a:pt x="160" y="76"/>
                  </a:cubicBezTo>
                  <a:cubicBezTo>
                    <a:pt x="159" y="88"/>
                    <a:pt x="147" y="96"/>
                    <a:pt x="148" y="110"/>
                  </a:cubicBezTo>
                  <a:cubicBezTo>
                    <a:pt x="168" y="125"/>
                    <a:pt x="190" y="109"/>
                    <a:pt x="208" y="107"/>
                  </a:cubicBezTo>
                  <a:cubicBezTo>
                    <a:pt x="231" y="106"/>
                    <a:pt x="261" y="117"/>
                    <a:pt x="273" y="1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D074E224-9669-CCD2-CFFD-10B3D6103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6248" y="4424998"/>
              <a:ext cx="282575" cy="149225"/>
            </a:xfrm>
            <a:custGeom>
              <a:avLst/>
              <a:gdLst>
                <a:gd name="T0" fmla="*/ 104 w 109"/>
                <a:gd name="T1" fmla="*/ 12 h 58"/>
                <a:gd name="T2" fmla="*/ 98 w 109"/>
                <a:gd name="T3" fmla="*/ 57 h 58"/>
                <a:gd name="T4" fmla="*/ 95 w 109"/>
                <a:gd name="T5" fmla="*/ 43 h 58"/>
                <a:gd name="T6" fmla="*/ 17 w 109"/>
                <a:gd name="T7" fmla="*/ 31 h 58"/>
                <a:gd name="T8" fmla="*/ 9 w 109"/>
                <a:gd name="T9" fmla="*/ 44 h 58"/>
                <a:gd name="T10" fmla="*/ 10 w 109"/>
                <a:gd name="T11" fmla="*/ 0 h 58"/>
                <a:gd name="T12" fmla="*/ 15 w 109"/>
                <a:gd name="T13" fmla="*/ 0 h 58"/>
                <a:gd name="T14" fmla="*/ 17 w 109"/>
                <a:gd name="T15" fmla="*/ 14 h 58"/>
                <a:gd name="T16" fmla="*/ 92 w 109"/>
                <a:gd name="T17" fmla="*/ 26 h 58"/>
                <a:gd name="T18" fmla="*/ 104 w 109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58">
                  <a:moveTo>
                    <a:pt x="104" y="12"/>
                  </a:moveTo>
                  <a:cubicBezTo>
                    <a:pt x="109" y="20"/>
                    <a:pt x="103" y="48"/>
                    <a:pt x="98" y="57"/>
                  </a:cubicBezTo>
                  <a:cubicBezTo>
                    <a:pt x="92" y="58"/>
                    <a:pt x="100" y="45"/>
                    <a:pt x="95" y="43"/>
                  </a:cubicBezTo>
                  <a:cubicBezTo>
                    <a:pt x="70" y="38"/>
                    <a:pt x="44" y="34"/>
                    <a:pt x="17" y="31"/>
                  </a:cubicBezTo>
                  <a:cubicBezTo>
                    <a:pt x="11" y="33"/>
                    <a:pt x="12" y="42"/>
                    <a:pt x="9" y="44"/>
                  </a:cubicBezTo>
                  <a:cubicBezTo>
                    <a:pt x="0" y="34"/>
                    <a:pt x="11" y="14"/>
                    <a:pt x="10" y="0"/>
                  </a:cubicBezTo>
                  <a:cubicBezTo>
                    <a:pt x="12" y="0"/>
                    <a:pt x="14" y="0"/>
                    <a:pt x="15" y="0"/>
                  </a:cubicBezTo>
                  <a:cubicBezTo>
                    <a:pt x="16" y="5"/>
                    <a:pt x="15" y="11"/>
                    <a:pt x="17" y="14"/>
                  </a:cubicBezTo>
                  <a:cubicBezTo>
                    <a:pt x="39" y="20"/>
                    <a:pt x="69" y="20"/>
                    <a:pt x="92" y="26"/>
                  </a:cubicBezTo>
                  <a:cubicBezTo>
                    <a:pt x="100" y="26"/>
                    <a:pt x="99" y="16"/>
                    <a:pt x="10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1C7F82E7-E337-4359-7117-62B87B423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985" y="4577398"/>
              <a:ext cx="312737" cy="236538"/>
            </a:xfrm>
            <a:custGeom>
              <a:avLst/>
              <a:gdLst>
                <a:gd name="T0" fmla="*/ 71 w 120"/>
                <a:gd name="T1" fmla="*/ 80 h 91"/>
                <a:gd name="T2" fmla="*/ 109 w 120"/>
                <a:gd name="T3" fmla="*/ 48 h 91"/>
                <a:gd name="T4" fmla="*/ 98 w 120"/>
                <a:gd name="T5" fmla="*/ 33 h 91"/>
                <a:gd name="T6" fmla="*/ 52 w 120"/>
                <a:gd name="T7" fmla="*/ 70 h 91"/>
                <a:gd name="T8" fmla="*/ 26 w 120"/>
                <a:gd name="T9" fmla="*/ 15 h 91"/>
                <a:gd name="T10" fmla="*/ 24 w 120"/>
                <a:gd name="T11" fmla="*/ 5 h 91"/>
                <a:gd name="T12" fmla="*/ 55 w 120"/>
                <a:gd name="T13" fmla="*/ 14 h 91"/>
                <a:gd name="T14" fmla="*/ 31 w 120"/>
                <a:gd name="T15" fmla="*/ 23 h 91"/>
                <a:gd name="T16" fmla="*/ 38 w 120"/>
                <a:gd name="T17" fmla="*/ 57 h 91"/>
                <a:gd name="T18" fmla="*/ 102 w 120"/>
                <a:gd name="T19" fmla="*/ 21 h 91"/>
                <a:gd name="T20" fmla="*/ 102 w 120"/>
                <a:gd name="T21" fmla="*/ 80 h 91"/>
                <a:gd name="T22" fmla="*/ 103 w 120"/>
                <a:gd name="T23" fmla="*/ 91 h 91"/>
                <a:gd name="T24" fmla="*/ 71 w 120"/>
                <a:gd name="T25" fmla="*/ 8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1">
                  <a:moveTo>
                    <a:pt x="71" y="80"/>
                  </a:moveTo>
                  <a:cubicBezTo>
                    <a:pt x="88" y="71"/>
                    <a:pt x="113" y="76"/>
                    <a:pt x="109" y="48"/>
                  </a:cubicBezTo>
                  <a:cubicBezTo>
                    <a:pt x="108" y="43"/>
                    <a:pt x="104" y="36"/>
                    <a:pt x="98" y="33"/>
                  </a:cubicBezTo>
                  <a:cubicBezTo>
                    <a:pt x="72" y="26"/>
                    <a:pt x="77" y="60"/>
                    <a:pt x="52" y="70"/>
                  </a:cubicBezTo>
                  <a:cubicBezTo>
                    <a:pt x="19" y="83"/>
                    <a:pt x="0" y="37"/>
                    <a:pt x="26" y="15"/>
                  </a:cubicBezTo>
                  <a:cubicBezTo>
                    <a:pt x="26" y="12"/>
                    <a:pt x="22" y="10"/>
                    <a:pt x="24" y="5"/>
                  </a:cubicBezTo>
                  <a:cubicBezTo>
                    <a:pt x="33" y="8"/>
                    <a:pt x="52" y="10"/>
                    <a:pt x="55" y="14"/>
                  </a:cubicBezTo>
                  <a:cubicBezTo>
                    <a:pt x="51" y="24"/>
                    <a:pt x="40" y="18"/>
                    <a:pt x="31" y="23"/>
                  </a:cubicBezTo>
                  <a:cubicBezTo>
                    <a:pt x="19" y="31"/>
                    <a:pt x="14" y="59"/>
                    <a:pt x="38" y="57"/>
                  </a:cubicBezTo>
                  <a:cubicBezTo>
                    <a:pt x="58" y="56"/>
                    <a:pt x="69" y="0"/>
                    <a:pt x="102" y="21"/>
                  </a:cubicBezTo>
                  <a:cubicBezTo>
                    <a:pt x="117" y="29"/>
                    <a:pt x="120" y="65"/>
                    <a:pt x="102" y="80"/>
                  </a:cubicBezTo>
                  <a:cubicBezTo>
                    <a:pt x="98" y="84"/>
                    <a:pt x="109" y="85"/>
                    <a:pt x="103" y="91"/>
                  </a:cubicBezTo>
                  <a:cubicBezTo>
                    <a:pt x="92" y="88"/>
                    <a:pt x="76" y="89"/>
                    <a:pt x="71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651EC3F4-F241-AE7C-7CD4-261203C2EC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0198" y="4723448"/>
              <a:ext cx="334962" cy="347663"/>
            </a:xfrm>
            <a:custGeom>
              <a:avLst/>
              <a:gdLst>
                <a:gd name="T0" fmla="*/ 56 w 129"/>
                <a:gd name="T1" fmla="*/ 85 h 134"/>
                <a:gd name="T2" fmla="*/ 32 w 129"/>
                <a:gd name="T3" fmla="*/ 44 h 134"/>
                <a:gd name="T4" fmla="*/ 19 w 129"/>
                <a:gd name="T5" fmla="*/ 66 h 134"/>
                <a:gd name="T6" fmla="*/ 56 w 129"/>
                <a:gd name="T7" fmla="*/ 85 h 134"/>
                <a:gd name="T8" fmla="*/ 128 w 129"/>
                <a:gd name="T9" fmla="*/ 48 h 134"/>
                <a:gd name="T10" fmla="*/ 115 w 129"/>
                <a:gd name="T11" fmla="*/ 75 h 134"/>
                <a:gd name="T12" fmla="*/ 61 w 129"/>
                <a:gd name="T13" fmla="*/ 85 h 134"/>
                <a:gd name="T14" fmla="*/ 90 w 129"/>
                <a:gd name="T15" fmla="*/ 105 h 134"/>
                <a:gd name="T16" fmla="*/ 102 w 129"/>
                <a:gd name="T17" fmla="*/ 96 h 134"/>
                <a:gd name="T18" fmla="*/ 83 w 129"/>
                <a:gd name="T19" fmla="*/ 134 h 134"/>
                <a:gd name="T20" fmla="*/ 83 w 129"/>
                <a:gd name="T21" fmla="*/ 121 h 134"/>
                <a:gd name="T22" fmla="*/ 16 w 129"/>
                <a:gd name="T23" fmla="*/ 82 h 134"/>
                <a:gd name="T24" fmla="*/ 0 w 129"/>
                <a:gd name="T25" fmla="*/ 89 h 134"/>
                <a:gd name="T26" fmla="*/ 70 w 129"/>
                <a:gd name="T27" fmla="*/ 46 h 134"/>
                <a:gd name="T28" fmla="*/ 68 w 129"/>
                <a:gd name="T29" fmla="*/ 63 h 134"/>
                <a:gd name="T30" fmla="*/ 128 w 129"/>
                <a:gd name="T31" fmla="*/ 48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9" h="134">
                  <a:moveTo>
                    <a:pt x="56" y="85"/>
                  </a:moveTo>
                  <a:cubicBezTo>
                    <a:pt x="67" y="67"/>
                    <a:pt x="59" y="39"/>
                    <a:pt x="32" y="44"/>
                  </a:cubicBezTo>
                  <a:cubicBezTo>
                    <a:pt x="27" y="51"/>
                    <a:pt x="21" y="56"/>
                    <a:pt x="19" y="66"/>
                  </a:cubicBezTo>
                  <a:cubicBezTo>
                    <a:pt x="32" y="72"/>
                    <a:pt x="43" y="80"/>
                    <a:pt x="56" y="85"/>
                  </a:cubicBezTo>
                  <a:close/>
                  <a:moveTo>
                    <a:pt x="128" y="48"/>
                  </a:moveTo>
                  <a:cubicBezTo>
                    <a:pt x="129" y="56"/>
                    <a:pt x="121" y="68"/>
                    <a:pt x="115" y="75"/>
                  </a:cubicBezTo>
                  <a:cubicBezTo>
                    <a:pt x="94" y="77"/>
                    <a:pt x="68" y="73"/>
                    <a:pt x="61" y="85"/>
                  </a:cubicBezTo>
                  <a:cubicBezTo>
                    <a:pt x="66" y="97"/>
                    <a:pt x="81" y="97"/>
                    <a:pt x="90" y="105"/>
                  </a:cubicBezTo>
                  <a:cubicBezTo>
                    <a:pt x="98" y="105"/>
                    <a:pt x="96" y="96"/>
                    <a:pt x="102" y="96"/>
                  </a:cubicBezTo>
                  <a:cubicBezTo>
                    <a:pt x="102" y="108"/>
                    <a:pt x="89" y="129"/>
                    <a:pt x="83" y="134"/>
                  </a:cubicBezTo>
                  <a:cubicBezTo>
                    <a:pt x="76" y="134"/>
                    <a:pt x="87" y="128"/>
                    <a:pt x="83" y="121"/>
                  </a:cubicBezTo>
                  <a:cubicBezTo>
                    <a:pt x="63" y="105"/>
                    <a:pt x="39" y="95"/>
                    <a:pt x="16" y="82"/>
                  </a:cubicBezTo>
                  <a:cubicBezTo>
                    <a:pt x="7" y="80"/>
                    <a:pt x="10" y="91"/>
                    <a:pt x="0" y="89"/>
                  </a:cubicBezTo>
                  <a:cubicBezTo>
                    <a:pt x="8" y="61"/>
                    <a:pt x="43" y="0"/>
                    <a:pt x="70" y="46"/>
                  </a:cubicBezTo>
                  <a:cubicBezTo>
                    <a:pt x="70" y="52"/>
                    <a:pt x="71" y="61"/>
                    <a:pt x="68" y="63"/>
                  </a:cubicBezTo>
                  <a:cubicBezTo>
                    <a:pt x="90" y="61"/>
                    <a:pt x="116" y="61"/>
                    <a:pt x="128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8" name="Freeform 23">
              <a:extLst>
                <a:ext uri="{FF2B5EF4-FFF2-40B4-BE49-F238E27FC236}">
                  <a16:creationId xmlns:a16="http://schemas.microsoft.com/office/drawing/2014/main" id="{CD3B8DEF-4639-A650-CB7B-03FC30DD7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7323" y="4993323"/>
              <a:ext cx="327025" cy="312738"/>
            </a:xfrm>
            <a:custGeom>
              <a:avLst/>
              <a:gdLst>
                <a:gd name="T0" fmla="*/ 103 w 126"/>
                <a:gd name="T1" fmla="*/ 40 h 121"/>
                <a:gd name="T2" fmla="*/ 126 w 126"/>
                <a:gd name="T3" fmla="*/ 58 h 121"/>
                <a:gd name="T4" fmla="*/ 71 w 126"/>
                <a:gd name="T5" fmla="*/ 121 h 121"/>
                <a:gd name="T6" fmla="*/ 74 w 126"/>
                <a:gd name="T7" fmla="*/ 107 h 121"/>
                <a:gd name="T8" fmla="*/ 16 w 126"/>
                <a:gd name="T9" fmla="*/ 55 h 121"/>
                <a:gd name="T10" fmla="*/ 0 w 126"/>
                <a:gd name="T11" fmla="*/ 60 h 121"/>
                <a:gd name="T12" fmla="*/ 46 w 126"/>
                <a:gd name="T13" fmla="*/ 0 h 121"/>
                <a:gd name="T14" fmla="*/ 63 w 126"/>
                <a:gd name="T15" fmla="*/ 15 h 121"/>
                <a:gd name="T16" fmla="*/ 43 w 126"/>
                <a:gd name="T17" fmla="*/ 17 h 121"/>
                <a:gd name="T18" fmla="*/ 22 w 126"/>
                <a:gd name="T19" fmla="*/ 39 h 121"/>
                <a:gd name="T20" fmla="*/ 50 w 126"/>
                <a:gd name="T21" fmla="*/ 64 h 121"/>
                <a:gd name="T22" fmla="*/ 57 w 126"/>
                <a:gd name="T23" fmla="*/ 31 h 121"/>
                <a:gd name="T24" fmla="*/ 90 w 126"/>
                <a:gd name="T25" fmla="*/ 55 h 121"/>
                <a:gd name="T26" fmla="*/ 57 w 126"/>
                <a:gd name="T27" fmla="*/ 67 h 121"/>
                <a:gd name="T28" fmla="*/ 87 w 126"/>
                <a:gd name="T29" fmla="*/ 92 h 121"/>
                <a:gd name="T30" fmla="*/ 103 w 126"/>
                <a:gd name="T31" fmla="*/ 4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6" h="121">
                  <a:moveTo>
                    <a:pt x="103" y="40"/>
                  </a:moveTo>
                  <a:cubicBezTo>
                    <a:pt x="111" y="39"/>
                    <a:pt x="116" y="55"/>
                    <a:pt x="126" y="58"/>
                  </a:cubicBezTo>
                  <a:cubicBezTo>
                    <a:pt x="107" y="78"/>
                    <a:pt x="92" y="110"/>
                    <a:pt x="71" y="121"/>
                  </a:cubicBezTo>
                  <a:cubicBezTo>
                    <a:pt x="71" y="115"/>
                    <a:pt x="78" y="111"/>
                    <a:pt x="74" y="107"/>
                  </a:cubicBezTo>
                  <a:cubicBezTo>
                    <a:pt x="57" y="87"/>
                    <a:pt x="35" y="72"/>
                    <a:pt x="16" y="55"/>
                  </a:cubicBezTo>
                  <a:cubicBezTo>
                    <a:pt x="8" y="54"/>
                    <a:pt x="6" y="66"/>
                    <a:pt x="0" y="60"/>
                  </a:cubicBezTo>
                  <a:cubicBezTo>
                    <a:pt x="13" y="38"/>
                    <a:pt x="33" y="21"/>
                    <a:pt x="46" y="0"/>
                  </a:cubicBezTo>
                  <a:cubicBezTo>
                    <a:pt x="52" y="4"/>
                    <a:pt x="63" y="11"/>
                    <a:pt x="63" y="15"/>
                  </a:cubicBezTo>
                  <a:cubicBezTo>
                    <a:pt x="62" y="24"/>
                    <a:pt x="51" y="14"/>
                    <a:pt x="43" y="17"/>
                  </a:cubicBezTo>
                  <a:cubicBezTo>
                    <a:pt x="41" y="20"/>
                    <a:pt x="22" y="34"/>
                    <a:pt x="22" y="39"/>
                  </a:cubicBezTo>
                  <a:cubicBezTo>
                    <a:pt x="23" y="49"/>
                    <a:pt x="44" y="54"/>
                    <a:pt x="50" y="64"/>
                  </a:cubicBezTo>
                  <a:cubicBezTo>
                    <a:pt x="63" y="60"/>
                    <a:pt x="65" y="41"/>
                    <a:pt x="57" y="31"/>
                  </a:cubicBezTo>
                  <a:cubicBezTo>
                    <a:pt x="68" y="31"/>
                    <a:pt x="78" y="49"/>
                    <a:pt x="90" y="55"/>
                  </a:cubicBezTo>
                  <a:cubicBezTo>
                    <a:pt x="81" y="58"/>
                    <a:pt x="61" y="52"/>
                    <a:pt x="57" y="67"/>
                  </a:cubicBezTo>
                  <a:cubicBezTo>
                    <a:pt x="66" y="76"/>
                    <a:pt x="74" y="93"/>
                    <a:pt x="87" y="92"/>
                  </a:cubicBezTo>
                  <a:cubicBezTo>
                    <a:pt x="105" y="92"/>
                    <a:pt x="116" y="60"/>
                    <a:pt x="103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9" name="Freeform 24">
              <a:extLst>
                <a:ext uri="{FF2B5EF4-FFF2-40B4-BE49-F238E27FC236}">
                  <a16:creationId xmlns:a16="http://schemas.microsoft.com/office/drawing/2014/main" id="{523FE168-E3E4-0675-00A8-1C6BF4B273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1535" y="3228023"/>
              <a:ext cx="2111375" cy="2195513"/>
            </a:xfrm>
            <a:custGeom>
              <a:avLst/>
              <a:gdLst>
                <a:gd name="T0" fmla="*/ 316 w 813"/>
                <a:gd name="T1" fmla="*/ 720 h 846"/>
                <a:gd name="T2" fmla="*/ 313 w 813"/>
                <a:gd name="T3" fmla="*/ 652 h 846"/>
                <a:gd name="T4" fmla="*/ 294 w 813"/>
                <a:gd name="T5" fmla="*/ 673 h 846"/>
                <a:gd name="T6" fmla="*/ 309 w 813"/>
                <a:gd name="T7" fmla="*/ 671 h 846"/>
                <a:gd name="T8" fmla="*/ 313 w 813"/>
                <a:gd name="T9" fmla="*/ 720 h 846"/>
                <a:gd name="T10" fmla="*/ 316 w 813"/>
                <a:gd name="T11" fmla="*/ 720 h 846"/>
                <a:gd name="T12" fmla="*/ 377 w 813"/>
                <a:gd name="T13" fmla="*/ 720 h 846"/>
                <a:gd name="T14" fmla="*/ 391 w 813"/>
                <a:gd name="T15" fmla="*/ 671 h 846"/>
                <a:gd name="T16" fmla="*/ 349 w 813"/>
                <a:gd name="T17" fmla="*/ 667 h 846"/>
                <a:gd name="T18" fmla="*/ 384 w 813"/>
                <a:gd name="T19" fmla="*/ 692 h 846"/>
                <a:gd name="T20" fmla="*/ 366 w 813"/>
                <a:gd name="T21" fmla="*/ 715 h 846"/>
                <a:gd name="T22" fmla="*/ 353 w 813"/>
                <a:gd name="T23" fmla="*/ 704 h 846"/>
                <a:gd name="T24" fmla="*/ 377 w 813"/>
                <a:gd name="T25" fmla="*/ 720 h 846"/>
                <a:gd name="T26" fmla="*/ 417 w 813"/>
                <a:gd name="T27" fmla="*/ 716 h 846"/>
                <a:gd name="T28" fmla="*/ 419 w 813"/>
                <a:gd name="T29" fmla="*/ 656 h 846"/>
                <a:gd name="T30" fmla="*/ 417 w 813"/>
                <a:gd name="T31" fmla="*/ 716 h 846"/>
                <a:gd name="T32" fmla="*/ 481 w 813"/>
                <a:gd name="T33" fmla="*/ 714 h 846"/>
                <a:gd name="T34" fmla="*/ 514 w 813"/>
                <a:gd name="T35" fmla="*/ 668 h 846"/>
                <a:gd name="T36" fmla="*/ 475 w 813"/>
                <a:gd name="T37" fmla="*/ 672 h 846"/>
                <a:gd name="T38" fmla="*/ 490 w 813"/>
                <a:gd name="T39" fmla="*/ 659 h 846"/>
                <a:gd name="T40" fmla="*/ 506 w 813"/>
                <a:gd name="T41" fmla="*/ 668 h 846"/>
                <a:gd name="T42" fmla="*/ 470 w 813"/>
                <a:gd name="T43" fmla="*/ 720 h 846"/>
                <a:gd name="T44" fmla="*/ 514 w 813"/>
                <a:gd name="T45" fmla="*/ 715 h 846"/>
                <a:gd name="T46" fmla="*/ 481 w 813"/>
                <a:gd name="T47" fmla="*/ 714 h 846"/>
                <a:gd name="T48" fmla="*/ 415 w 813"/>
                <a:gd name="T49" fmla="*/ 465 h 846"/>
                <a:gd name="T50" fmla="*/ 628 w 813"/>
                <a:gd name="T51" fmla="*/ 461 h 846"/>
                <a:gd name="T52" fmla="*/ 478 w 813"/>
                <a:gd name="T53" fmla="*/ 353 h 846"/>
                <a:gd name="T54" fmla="*/ 545 w 813"/>
                <a:gd name="T55" fmla="*/ 362 h 846"/>
                <a:gd name="T56" fmla="*/ 441 w 813"/>
                <a:gd name="T57" fmla="*/ 229 h 846"/>
                <a:gd name="T58" fmla="*/ 483 w 813"/>
                <a:gd name="T59" fmla="*/ 237 h 846"/>
                <a:gd name="T60" fmla="*/ 441 w 813"/>
                <a:gd name="T61" fmla="*/ 162 h 846"/>
                <a:gd name="T62" fmla="*/ 408 w 813"/>
                <a:gd name="T63" fmla="*/ 80 h 846"/>
                <a:gd name="T64" fmla="*/ 346 w 813"/>
                <a:gd name="T65" fmla="*/ 220 h 846"/>
                <a:gd name="T66" fmla="*/ 340 w 813"/>
                <a:gd name="T67" fmla="*/ 237 h 846"/>
                <a:gd name="T68" fmla="*/ 381 w 813"/>
                <a:gd name="T69" fmla="*/ 229 h 846"/>
                <a:gd name="T70" fmla="*/ 275 w 813"/>
                <a:gd name="T71" fmla="*/ 360 h 846"/>
                <a:gd name="T72" fmla="*/ 344 w 813"/>
                <a:gd name="T73" fmla="*/ 353 h 846"/>
                <a:gd name="T74" fmla="*/ 344 w 813"/>
                <a:gd name="T75" fmla="*/ 355 h 846"/>
                <a:gd name="T76" fmla="*/ 342 w 813"/>
                <a:gd name="T77" fmla="*/ 357 h 846"/>
                <a:gd name="T78" fmla="*/ 211 w 813"/>
                <a:gd name="T79" fmla="*/ 446 h 846"/>
                <a:gd name="T80" fmla="*/ 192 w 813"/>
                <a:gd name="T81" fmla="*/ 461 h 846"/>
                <a:gd name="T82" fmla="*/ 415 w 813"/>
                <a:gd name="T83" fmla="*/ 465 h 846"/>
                <a:gd name="T84" fmla="*/ 450 w 813"/>
                <a:gd name="T85" fmla="*/ 532 h 846"/>
                <a:gd name="T86" fmla="*/ 677 w 813"/>
                <a:gd name="T87" fmla="*/ 532 h 846"/>
                <a:gd name="T88" fmla="*/ 649 w 813"/>
                <a:gd name="T89" fmla="*/ 492 h 846"/>
                <a:gd name="T90" fmla="*/ 413 w 813"/>
                <a:gd name="T91" fmla="*/ 482 h 846"/>
                <a:gd name="T92" fmla="*/ 217 w 813"/>
                <a:gd name="T93" fmla="*/ 489 h 846"/>
                <a:gd name="T94" fmla="*/ 172 w 813"/>
                <a:gd name="T95" fmla="*/ 495 h 846"/>
                <a:gd name="T96" fmla="*/ 145 w 813"/>
                <a:gd name="T97" fmla="*/ 532 h 846"/>
                <a:gd name="T98" fmla="*/ 377 w 813"/>
                <a:gd name="T99" fmla="*/ 532 h 846"/>
                <a:gd name="T100" fmla="*/ 375 w 813"/>
                <a:gd name="T101" fmla="*/ 551 h 846"/>
                <a:gd name="T102" fmla="*/ 450 w 813"/>
                <a:gd name="T103" fmla="*/ 551 h 846"/>
                <a:gd name="T104" fmla="*/ 450 w 813"/>
                <a:gd name="T105" fmla="*/ 532 h 846"/>
                <a:gd name="T106" fmla="*/ 794 w 813"/>
                <a:gd name="T107" fmla="*/ 0 h 846"/>
                <a:gd name="T108" fmla="*/ 749 w 813"/>
                <a:gd name="T109" fmla="*/ 575 h 846"/>
                <a:gd name="T110" fmla="*/ 408 w 813"/>
                <a:gd name="T111" fmla="*/ 846 h 846"/>
                <a:gd name="T112" fmla="*/ 66 w 813"/>
                <a:gd name="T113" fmla="*/ 579 h 846"/>
                <a:gd name="T114" fmla="*/ 18 w 813"/>
                <a:gd name="T115" fmla="*/ 5 h 846"/>
                <a:gd name="T116" fmla="*/ 22 w 813"/>
                <a:gd name="T117" fmla="*/ 0 h 846"/>
                <a:gd name="T118" fmla="*/ 794 w 813"/>
                <a:gd name="T119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13" h="846">
                  <a:moveTo>
                    <a:pt x="316" y="720"/>
                  </a:moveTo>
                  <a:cubicBezTo>
                    <a:pt x="318" y="703"/>
                    <a:pt x="324" y="665"/>
                    <a:pt x="313" y="652"/>
                  </a:cubicBezTo>
                  <a:cubicBezTo>
                    <a:pt x="310" y="663"/>
                    <a:pt x="297" y="662"/>
                    <a:pt x="294" y="673"/>
                  </a:cubicBezTo>
                  <a:cubicBezTo>
                    <a:pt x="299" y="681"/>
                    <a:pt x="307" y="666"/>
                    <a:pt x="309" y="671"/>
                  </a:cubicBezTo>
                  <a:cubicBezTo>
                    <a:pt x="311" y="686"/>
                    <a:pt x="305" y="711"/>
                    <a:pt x="313" y="720"/>
                  </a:cubicBezTo>
                  <a:cubicBezTo>
                    <a:pt x="314" y="720"/>
                    <a:pt x="315" y="720"/>
                    <a:pt x="316" y="720"/>
                  </a:cubicBezTo>
                  <a:close/>
                  <a:moveTo>
                    <a:pt x="377" y="720"/>
                  </a:moveTo>
                  <a:cubicBezTo>
                    <a:pt x="392" y="716"/>
                    <a:pt x="395" y="684"/>
                    <a:pt x="391" y="671"/>
                  </a:cubicBezTo>
                  <a:cubicBezTo>
                    <a:pt x="385" y="644"/>
                    <a:pt x="353" y="653"/>
                    <a:pt x="349" y="667"/>
                  </a:cubicBezTo>
                  <a:cubicBezTo>
                    <a:pt x="340" y="705"/>
                    <a:pt x="376" y="699"/>
                    <a:pt x="384" y="692"/>
                  </a:cubicBezTo>
                  <a:cubicBezTo>
                    <a:pt x="382" y="704"/>
                    <a:pt x="380" y="715"/>
                    <a:pt x="366" y="715"/>
                  </a:cubicBezTo>
                  <a:cubicBezTo>
                    <a:pt x="358" y="716"/>
                    <a:pt x="362" y="704"/>
                    <a:pt x="353" y="704"/>
                  </a:cubicBezTo>
                  <a:cubicBezTo>
                    <a:pt x="349" y="720"/>
                    <a:pt x="364" y="724"/>
                    <a:pt x="377" y="720"/>
                  </a:cubicBezTo>
                  <a:close/>
                  <a:moveTo>
                    <a:pt x="417" y="716"/>
                  </a:moveTo>
                  <a:cubicBezTo>
                    <a:pt x="454" y="753"/>
                    <a:pt x="475" y="629"/>
                    <a:pt x="419" y="656"/>
                  </a:cubicBezTo>
                  <a:cubicBezTo>
                    <a:pt x="409" y="668"/>
                    <a:pt x="404" y="705"/>
                    <a:pt x="417" y="716"/>
                  </a:cubicBezTo>
                  <a:close/>
                  <a:moveTo>
                    <a:pt x="481" y="714"/>
                  </a:moveTo>
                  <a:cubicBezTo>
                    <a:pt x="489" y="696"/>
                    <a:pt x="517" y="692"/>
                    <a:pt x="514" y="668"/>
                  </a:cubicBezTo>
                  <a:cubicBezTo>
                    <a:pt x="511" y="646"/>
                    <a:pt x="469" y="648"/>
                    <a:pt x="475" y="672"/>
                  </a:cubicBezTo>
                  <a:cubicBezTo>
                    <a:pt x="485" y="671"/>
                    <a:pt x="481" y="661"/>
                    <a:pt x="490" y="659"/>
                  </a:cubicBezTo>
                  <a:cubicBezTo>
                    <a:pt x="497" y="658"/>
                    <a:pt x="503" y="661"/>
                    <a:pt x="506" y="668"/>
                  </a:cubicBezTo>
                  <a:cubicBezTo>
                    <a:pt x="511" y="690"/>
                    <a:pt x="468" y="699"/>
                    <a:pt x="470" y="720"/>
                  </a:cubicBezTo>
                  <a:cubicBezTo>
                    <a:pt x="484" y="718"/>
                    <a:pt x="509" y="727"/>
                    <a:pt x="514" y="715"/>
                  </a:cubicBezTo>
                  <a:cubicBezTo>
                    <a:pt x="506" y="711"/>
                    <a:pt x="491" y="714"/>
                    <a:pt x="481" y="714"/>
                  </a:cubicBezTo>
                  <a:close/>
                  <a:moveTo>
                    <a:pt x="415" y="465"/>
                  </a:moveTo>
                  <a:cubicBezTo>
                    <a:pt x="469" y="406"/>
                    <a:pt x="550" y="477"/>
                    <a:pt x="628" y="461"/>
                  </a:cubicBezTo>
                  <a:cubicBezTo>
                    <a:pt x="577" y="425"/>
                    <a:pt x="517" y="400"/>
                    <a:pt x="478" y="353"/>
                  </a:cubicBezTo>
                  <a:cubicBezTo>
                    <a:pt x="496" y="360"/>
                    <a:pt x="518" y="363"/>
                    <a:pt x="545" y="362"/>
                  </a:cubicBezTo>
                  <a:cubicBezTo>
                    <a:pt x="511" y="318"/>
                    <a:pt x="456" y="287"/>
                    <a:pt x="441" y="229"/>
                  </a:cubicBezTo>
                  <a:cubicBezTo>
                    <a:pt x="454" y="233"/>
                    <a:pt x="465" y="237"/>
                    <a:pt x="483" y="237"/>
                  </a:cubicBezTo>
                  <a:cubicBezTo>
                    <a:pt x="468" y="213"/>
                    <a:pt x="453" y="189"/>
                    <a:pt x="441" y="162"/>
                  </a:cubicBezTo>
                  <a:cubicBezTo>
                    <a:pt x="429" y="137"/>
                    <a:pt x="420" y="108"/>
                    <a:pt x="408" y="80"/>
                  </a:cubicBezTo>
                  <a:cubicBezTo>
                    <a:pt x="397" y="134"/>
                    <a:pt x="370" y="184"/>
                    <a:pt x="346" y="220"/>
                  </a:cubicBezTo>
                  <a:cubicBezTo>
                    <a:pt x="343" y="225"/>
                    <a:pt x="337" y="231"/>
                    <a:pt x="340" y="237"/>
                  </a:cubicBezTo>
                  <a:cubicBezTo>
                    <a:pt x="357" y="237"/>
                    <a:pt x="368" y="233"/>
                    <a:pt x="381" y="229"/>
                  </a:cubicBezTo>
                  <a:cubicBezTo>
                    <a:pt x="359" y="287"/>
                    <a:pt x="313" y="319"/>
                    <a:pt x="275" y="360"/>
                  </a:cubicBezTo>
                  <a:cubicBezTo>
                    <a:pt x="302" y="361"/>
                    <a:pt x="325" y="360"/>
                    <a:pt x="344" y="353"/>
                  </a:cubicBezTo>
                  <a:cubicBezTo>
                    <a:pt x="344" y="355"/>
                    <a:pt x="344" y="355"/>
                    <a:pt x="344" y="355"/>
                  </a:cubicBezTo>
                  <a:cubicBezTo>
                    <a:pt x="343" y="355"/>
                    <a:pt x="342" y="355"/>
                    <a:pt x="342" y="357"/>
                  </a:cubicBezTo>
                  <a:cubicBezTo>
                    <a:pt x="304" y="391"/>
                    <a:pt x="258" y="423"/>
                    <a:pt x="211" y="446"/>
                  </a:cubicBezTo>
                  <a:cubicBezTo>
                    <a:pt x="204" y="449"/>
                    <a:pt x="195" y="453"/>
                    <a:pt x="192" y="461"/>
                  </a:cubicBezTo>
                  <a:cubicBezTo>
                    <a:pt x="266" y="473"/>
                    <a:pt x="357" y="410"/>
                    <a:pt x="415" y="465"/>
                  </a:cubicBezTo>
                  <a:close/>
                  <a:moveTo>
                    <a:pt x="450" y="532"/>
                  </a:moveTo>
                  <a:cubicBezTo>
                    <a:pt x="525" y="532"/>
                    <a:pt x="601" y="532"/>
                    <a:pt x="677" y="532"/>
                  </a:cubicBezTo>
                  <a:cubicBezTo>
                    <a:pt x="670" y="517"/>
                    <a:pt x="659" y="505"/>
                    <a:pt x="649" y="492"/>
                  </a:cubicBezTo>
                  <a:cubicBezTo>
                    <a:pt x="572" y="496"/>
                    <a:pt x="480" y="424"/>
                    <a:pt x="413" y="482"/>
                  </a:cubicBezTo>
                  <a:cubicBezTo>
                    <a:pt x="357" y="433"/>
                    <a:pt x="277" y="479"/>
                    <a:pt x="217" y="489"/>
                  </a:cubicBezTo>
                  <a:cubicBezTo>
                    <a:pt x="201" y="492"/>
                    <a:pt x="183" y="490"/>
                    <a:pt x="172" y="495"/>
                  </a:cubicBezTo>
                  <a:cubicBezTo>
                    <a:pt x="159" y="500"/>
                    <a:pt x="151" y="523"/>
                    <a:pt x="145" y="532"/>
                  </a:cubicBezTo>
                  <a:cubicBezTo>
                    <a:pt x="222" y="532"/>
                    <a:pt x="299" y="532"/>
                    <a:pt x="377" y="532"/>
                  </a:cubicBezTo>
                  <a:cubicBezTo>
                    <a:pt x="377" y="539"/>
                    <a:pt x="374" y="542"/>
                    <a:pt x="375" y="551"/>
                  </a:cubicBezTo>
                  <a:cubicBezTo>
                    <a:pt x="401" y="551"/>
                    <a:pt x="425" y="551"/>
                    <a:pt x="450" y="551"/>
                  </a:cubicBezTo>
                  <a:cubicBezTo>
                    <a:pt x="451" y="544"/>
                    <a:pt x="445" y="537"/>
                    <a:pt x="450" y="532"/>
                  </a:cubicBezTo>
                  <a:close/>
                  <a:moveTo>
                    <a:pt x="794" y="0"/>
                  </a:moveTo>
                  <a:cubicBezTo>
                    <a:pt x="794" y="208"/>
                    <a:pt x="813" y="432"/>
                    <a:pt x="749" y="575"/>
                  </a:cubicBezTo>
                  <a:cubicBezTo>
                    <a:pt x="686" y="721"/>
                    <a:pt x="550" y="780"/>
                    <a:pt x="408" y="846"/>
                  </a:cubicBezTo>
                  <a:cubicBezTo>
                    <a:pt x="265" y="782"/>
                    <a:pt x="132" y="721"/>
                    <a:pt x="66" y="579"/>
                  </a:cubicBezTo>
                  <a:cubicBezTo>
                    <a:pt x="0" y="437"/>
                    <a:pt x="23" y="215"/>
                    <a:pt x="18" y="5"/>
                  </a:cubicBezTo>
                  <a:cubicBezTo>
                    <a:pt x="18" y="1"/>
                    <a:pt x="19" y="0"/>
                    <a:pt x="22" y="0"/>
                  </a:cubicBezTo>
                  <a:cubicBezTo>
                    <a:pt x="280" y="0"/>
                    <a:pt x="538" y="0"/>
                    <a:pt x="79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0" name="Freeform 25">
              <a:extLst>
                <a:ext uri="{FF2B5EF4-FFF2-40B4-BE49-F238E27FC236}">
                  <a16:creationId xmlns:a16="http://schemas.microsoft.com/office/drawing/2014/main" id="{1113EAA8-B1BC-54F6-3B24-E7F027ADC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3010" y="5166360"/>
              <a:ext cx="269875" cy="298450"/>
            </a:xfrm>
            <a:custGeom>
              <a:avLst/>
              <a:gdLst>
                <a:gd name="T0" fmla="*/ 74 w 104"/>
                <a:gd name="T1" fmla="*/ 15 h 115"/>
                <a:gd name="T2" fmla="*/ 96 w 104"/>
                <a:gd name="T3" fmla="*/ 115 h 115"/>
                <a:gd name="T4" fmla="*/ 17 w 104"/>
                <a:gd name="T5" fmla="*/ 64 h 115"/>
                <a:gd name="T6" fmla="*/ 0 w 104"/>
                <a:gd name="T7" fmla="*/ 67 h 115"/>
                <a:gd name="T8" fmla="*/ 25 w 104"/>
                <a:gd name="T9" fmla="*/ 50 h 115"/>
                <a:gd name="T10" fmla="*/ 84 w 104"/>
                <a:gd name="T11" fmla="*/ 88 h 115"/>
                <a:gd name="T12" fmla="*/ 66 w 104"/>
                <a:gd name="T13" fmla="*/ 21 h 115"/>
                <a:gd name="T14" fmla="*/ 50 w 104"/>
                <a:gd name="T15" fmla="*/ 28 h 115"/>
                <a:gd name="T16" fmla="*/ 75 w 104"/>
                <a:gd name="T17" fmla="*/ 0 h 115"/>
                <a:gd name="T18" fmla="*/ 74 w 104"/>
                <a:gd name="T19" fmla="*/ 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5">
                  <a:moveTo>
                    <a:pt x="74" y="15"/>
                  </a:moveTo>
                  <a:cubicBezTo>
                    <a:pt x="73" y="47"/>
                    <a:pt x="104" y="86"/>
                    <a:pt x="96" y="115"/>
                  </a:cubicBezTo>
                  <a:cubicBezTo>
                    <a:pt x="71" y="99"/>
                    <a:pt x="43" y="82"/>
                    <a:pt x="17" y="64"/>
                  </a:cubicBezTo>
                  <a:cubicBezTo>
                    <a:pt x="8" y="63"/>
                    <a:pt x="5" y="71"/>
                    <a:pt x="0" y="67"/>
                  </a:cubicBezTo>
                  <a:cubicBezTo>
                    <a:pt x="6" y="54"/>
                    <a:pt x="46" y="26"/>
                    <a:pt x="25" y="50"/>
                  </a:cubicBezTo>
                  <a:cubicBezTo>
                    <a:pt x="43" y="66"/>
                    <a:pt x="64" y="77"/>
                    <a:pt x="84" y="88"/>
                  </a:cubicBezTo>
                  <a:cubicBezTo>
                    <a:pt x="84" y="67"/>
                    <a:pt x="73" y="42"/>
                    <a:pt x="66" y="21"/>
                  </a:cubicBezTo>
                  <a:cubicBezTo>
                    <a:pt x="60" y="23"/>
                    <a:pt x="56" y="26"/>
                    <a:pt x="50" y="28"/>
                  </a:cubicBezTo>
                  <a:cubicBezTo>
                    <a:pt x="50" y="16"/>
                    <a:pt x="69" y="10"/>
                    <a:pt x="75" y="0"/>
                  </a:cubicBezTo>
                  <a:cubicBezTo>
                    <a:pt x="83" y="6"/>
                    <a:pt x="74" y="7"/>
                    <a:pt x="7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1" name="Freeform 26">
              <a:extLst>
                <a:ext uri="{FF2B5EF4-FFF2-40B4-BE49-F238E27FC236}">
                  <a16:creationId xmlns:a16="http://schemas.microsoft.com/office/drawing/2014/main" id="{CB2FACE7-4F4E-D7A0-4B14-BFB212822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010" y="5358448"/>
              <a:ext cx="204787" cy="273050"/>
            </a:xfrm>
            <a:custGeom>
              <a:avLst/>
              <a:gdLst>
                <a:gd name="T0" fmla="*/ 62 w 79"/>
                <a:gd name="T1" fmla="*/ 84 h 105"/>
                <a:gd name="T2" fmla="*/ 79 w 79"/>
                <a:gd name="T3" fmla="*/ 87 h 105"/>
                <a:gd name="T4" fmla="*/ 40 w 79"/>
                <a:gd name="T5" fmla="*/ 105 h 105"/>
                <a:gd name="T6" fmla="*/ 50 w 79"/>
                <a:gd name="T7" fmla="*/ 93 h 105"/>
                <a:gd name="T8" fmla="*/ 16 w 79"/>
                <a:gd name="T9" fmla="*/ 19 h 105"/>
                <a:gd name="T10" fmla="*/ 0 w 79"/>
                <a:gd name="T11" fmla="*/ 19 h 105"/>
                <a:gd name="T12" fmla="*/ 40 w 79"/>
                <a:gd name="T13" fmla="*/ 0 h 105"/>
                <a:gd name="T14" fmla="*/ 29 w 79"/>
                <a:gd name="T15" fmla="*/ 12 h 105"/>
                <a:gd name="T16" fmla="*/ 62 w 79"/>
                <a:gd name="T17" fmla="*/ 8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105">
                  <a:moveTo>
                    <a:pt x="62" y="84"/>
                  </a:moveTo>
                  <a:cubicBezTo>
                    <a:pt x="68" y="89"/>
                    <a:pt x="76" y="81"/>
                    <a:pt x="79" y="87"/>
                  </a:cubicBezTo>
                  <a:cubicBezTo>
                    <a:pt x="71" y="95"/>
                    <a:pt x="52" y="104"/>
                    <a:pt x="40" y="105"/>
                  </a:cubicBezTo>
                  <a:cubicBezTo>
                    <a:pt x="40" y="98"/>
                    <a:pt x="50" y="100"/>
                    <a:pt x="50" y="93"/>
                  </a:cubicBezTo>
                  <a:cubicBezTo>
                    <a:pt x="40" y="68"/>
                    <a:pt x="28" y="43"/>
                    <a:pt x="16" y="19"/>
                  </a:cubicBezTo>
                  <a:cubicBezTo>
                    <a:pt x="10" y="17"/>
                    <a:pt x="3" y="25"/>
                    <a:pt x="0" y="19"/>
                  </a:cubicBezTo>
                  <a:cubicBezTo>
                    <a:pt x="10" y="11"/>
                    <a:pt x="28" y="0"/>
                    <a:pt x="40" y="0"/>
                  </a:cubicBezTo>
                  <a:cubicBezTo>
                    <a:pt x="38" y="6"/>
                    <a:pt x="32" y="7"/>
                    <a:pt x="29" y="12"/>
                  </a:cubicBezTo>
                  <a:cubicBezTo>
                    <a:pt x="40" y="36"/>
                    <a:pt x="52" y="60"/>
                    <a:pt x="6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2" name="Freeform 27">
              <a:extLst>
                <a:ext uri="{FF2B5EF4-FFF2-40B4-BE49-F238E27FC236}">
                  <a16:creationId xmlns:a16="http://schemas.microsoft.com/office/drawing/2014/main" id="{8847B595-3F71-C621-588D-223F76363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148" y="5423535"/>
              <a:ext cx="314325" cy="342900"/>
            </a:xfrm>
            <a:custGeom>
              <a:avLst/>
              <a:gdLst>
                <a:gd name="T0" fmla="*/ 121 w 121"/>
                <a:gd name="T1" fmla="*/ 98 h 132"/>
                <a:gd name="T2" fmla="*/ 78 w 121"/>
                <a:gd name="T3" fmla="*/ 79 h 132"/>
                <a:gd name="T4" fmla="*/ 33 w 121"/>
                <a:gd name="T5" fmla="*/ 54 h 132"/>
                <a:gd name="T6" fmla="*/ 59 w 121"/>
                <a:gd name="T7" fmla="*/ 115 h 132"/>
                <a:gd name="T8" fmla="*/ 78 w 121"/>
                <a:gd name="T9" fmla="*/ 116 h 132"/>
                <a:gd name="T10" fmla="*/ 39 w 121"/>
                <a:gd name="T11" fmla="*/ 132 h 132"/>
                <a:gd name="T12" fmla="*/ 48 w 121"/>
                <a:gd name="T13" fmla="*/ 118 h 132"/>
                <a:gd name="T14" fmla="*/ 17 w 121"/>
                <a:gd name="T15" fmla="*/ 46 h 132"/>
                <a:gd name="T16" fmla="*/ 1 w 121"/>
                <a:gd name="T17" fmla="*/ 46 h 132"/>
                <a:gd name="T18" fmla="*/ 25 w 121"/>
                <a:gd name="T19" fmla="*/ 32 h 132"/>
                <a:gd name="T20" fmla="*/ 102 w 121"/>
                <a:gd name="T21" fmla="*/ 77 h 132"/>
                <a:gd name="T22" fmla="*/ 78 w 121"/>
                <a:gd name="T23" fmla="*/ 20 h 132"/>
                <a:gd name="T24" fmla="*/ 60 w 121"/>
                <a:gd name="T25" fmla="*/ 20 h 132"/>
                <a:gd name="T26" fmla="*/ 95 w 121"/>
                <a:gd name="T27" fmla="*/ 0 h 132"/>
                <a:gd name="T28" fmla="*/ 88 w 121"/>
                <a:gd name="T29" fmla="*/ 16 h 132"/>
                <a:gd name="T30" fmla="*/ 121 w 121"/>
                <a:gd name="T31" fmla="*/ 9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1" h="132">
                  <a:moveTo>
                    <a:pt x="121" y="98"/>
                  </a:moveTo>
                  <a:cubicBezTo>
                    <a:pt x="105" y="103"/>
                    <a:pt x="92" y="87"/>
                    <a:pt x="78" y="79"/>
                  </a:cubicBezTo>
                  <a:cubicBezTo>
                    <a:pt x="62" y="70"/>
                    <a:pt x="47" y="62"/>
                    <a:pt x="33" y="54"/>
                  </a:cubicBezTo>
                  <a:cubicBezTo>
                    <a:pt x="39" y="77"/>
                    <a:pt x="48" y="96"/>
                    <a:pt x="59" y="115"/>
                  </a:cubicBezTo>
                  <a:cubicBezTo>
                    <a:pt x="65" y="116"/>
                    <a:pt x="73" y="113"/>
                    <a:pt x="78" y="116"/>
                  </a:cubicBezTo>
                  <a:cubicBezTo>
                    <a:pt x="67" y="124"/>
                    <a:pt x="50" y="132"/>
                    <a:pt x="39" y="132"/>
                  </a:cubicBezTo>
                  <a:cubicBezTo>
                    <a:pt x="39" y="126"/>
                    <a:pt x="48" y="126"/>
                    <a:pt x="48" y="118"/>
                  </a:cubicBezTo>
                  <a:cubicBezTo>
                    <a:pt x="51" y="98"/>
                    <a:pt x="23" y="63"/>
                    <a:pt x="17" y="46"/>
                  </a:cubicBezTo>
                  <a:cubicBezTo>
                    <a:pt x="11" y="44"/>
                    <a:pt x="5" y="51"/>
                    <a:pt x="1" y="46"/>
                  </a:cubicBezTo>
                  <a:cubicBezTo>
                    <a:pt x="0" y="39"/>
                    <a:pt x="18" y="37"/>
                    <a:pt x="25" y="32"/>
                  </a:cubicBezTo>
                  <a:cubicBezTo>
                    <a:pt x="51" y="45"/>
                    <a:pt x="75" y="63"/>
                    <a:pt x="102" y="77"/>
                  </a:cubicBezTo>
                  <a:cubicBezTo>
                    <a:pt x="97" y="55"/>
                    <a:pt x="87" y="37"/>
                    <a:pt x="78" y="20"/>
                  </a:cubicBezTo>
                  <a:cubicBezTo>
                    <a:pt x="70" y="17"/>
                    <a:pt x="65" y="24"/>
                    <a:pt x="60" y="20"/>
                  </a:cubicBezTo>
                  <a:cubicBezTo>
                    <a:pt x="67" y="8"/>
                    <a:pt x="86" y="8"/>
                    <a:pt x="95" y="0"/>
                  </a:cubicBezTo>
                  <a:cubicBezTo>
                    <a:pt x="104" y="7"/>
                    <a:pt x="88" y="7"/>
                    <a:pt x="88" y="16"/>
                  </a:cubicBezTo>
                  <a:cubicBezTo>
                    <a:pt x="97" y="46"/>
                    <a:pt x="110" y="72"/>
                    <a:pt x="121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3" name="Freeform 28">
              <a:extLst>
                <a:ext uri="{FF2B5EF4-FFF2-40B4-BE49-F238E27FC236}">
                  <a16:creationId xmlns:a16="http://schemas.microsoft.com/office/drawing/2014/main" id="{D6CC2DCF-188B-BCF2-0A9D-2DDD3BC63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198" y="2524760"/>
              <a:ext cx="238125" cy="295275"/>
            </a:xfrm>
            <a:custGeom>
              <a:avLst/>
              <a:gdLst>
                <a:gd name="T0" fmla="*/ 74 w 92"/>
                <a:gd name="T1" fmla="*/ 19 h 114"/>
                <a:gd name="T2" fmla="*/ 71 w 92"/>
                <a:gd name="T3" fmla="*/ 114 h 114"/>
                <a:gd name="T4" fmla="*/ 65 w 92"/>
                <a:gd name="T5" fmla="*/ 100 h 114"/>
                <a:gd name="T6" fmla="*/ 3 w 92"/>
                <a:gd name="T7" fmla="*/ 79 h 114"/>
                <a:gd name="T8" fmla="*/ 69 w 92"/>
                <a:gd name="T9" fmla="*/ 83 h 114"/>
                <a:gd name="T10" fmla="*/ 51 w 92"/>
                <a:gd name="T11" fmla="*/ 66 h 114"/>
                <a:gd name="T12" fmla="*/ 2 w 92"/>
                <a:gd name="T13" fmla="*/ 52 h 114"/>
                <a:gd name="T14" fmla="*/ 69 w 92"/>
                <a:gd name="T15" fmla="*/ 54 h 114"/>
                <a:gd name="T16" fmla="*/ 2 w 92"/>
                <a:gd name="T17" fmla="*/ 24 h 114"/>
                <a:gd name="T18" fmla="*/ 62 w 92"/>
                <a:gd name="T19" fmla="*/ 23 h 114"/>
                <a:gd name="T20" fmla="*/ 74 w 92"/>
                <a:gd name="T21" fmla="*/ 1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4">
                  <a:moveTo>
                    <a:pt x="74" y="19"/>
                  </a:moveTo>
                  <a:cubicBezTo>
                    <a:pt x="88" y="36"/>
                    <a:pt x="92" y="103"/>
                    <a:pt x="71" y="114"/>
                  </a:cubicBezTo>
                  <a:cubicBezTo>
                    <a:pt x="63" y="114"/>
                    <a:pt x="64" y="107"/>
                    <a:pt x="65" y="100"/>
                  </a:cubicBezTo>
                  <a:cubicBezTo>
                    <a:pt x="51" y="86"/>
                    <a:pt x="14" y="99"/>
                    <a:pt x="3" y="79"/>
                  </a:cubicBezTo>
                  <a:cubicBezTo>
                    <a:pt x="24" y="65"/>
                    <a:pt x="49" y="83"/>
                    <a:pt x="69" y="83"/>
                  </a:cubicBezTo>
                  <a:cubicBezTo>
                    <a:pt x="73" y="69"/>
                    <a:pt x="58" y="69"/>
                    <a:pt x="51" y="66"/>
                  </a:cubicBezTo>
                  <a:cubicBezTo>
                    <a:pt x="36" y="61"/>
                    <a:pt x="14" y="62"/>
                    <a:pt x="2" y="52"/>
                  </a:cubicBezTo>
                  <a:cubicBezTo>
                    <a:pt x="14" y="31"/>
                    <a:pt x="49" y="52"/>
                    <a:pt x="69" y="54"/>
                  </a:cubicBezTo>
                  <a:cubicBezTo>
                    <a:pt x="65" y="24"/>
                    <a:pt x="22" y="36"/>
                    <a:pt x="2" y="24"/>
                  </a:cubicBezTo>
                  <a:cubicBezTo>
                    <a:pt x="0" y="0"/>
                    <a:pt x="48" y="18"/>
                    <a:pt x="62" y="23"/>
                  </a:cubicBezTo>
                  <a:cubicBezTo>
                    <a:pt x="68" y="24"/>
                    <a:pt x="70" y="13"/>
                    <a:pt x="74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4" name="Freeform 29">
              <a:extLst>
                <a:ext uri="{FF2B5EF4-FFF2-40B4-BE49-F238E27FC236}">
                  <a16:creationId xmlns:a16="http://schemas.microsoft.com/office/drawing/2014/main" id="{EB752082-84C0-E697-7DD8-C16F744194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0185" y="2210435"/>
              <a:ext cx="796925" cy="906463"/>
            </a:xfrm>
            <a:custGeom>
              <a:avLst/>
              <a:gdLst>
                <a:gd name="T0" fmla="*/ 220 w 307"/>
                <a:gd name="T1" fmla="*/ 268 h 349"/>
                <a:gd name="T2" fmla="*/ 111 w 307"/>
                <a:gd name="T3" fmla="*/ 268 h 349"/>
                <a:gd name="T4" fmla="*/ 220 w 307"/>
                <a:gd name="T5" fmla="*/ 268 h 349"/>
                <a:gd name="T6" fmla="*/ 173 w 307"/>
                <a:gd name="T7" fmla="*/ 123 h 349"/>
                <a:gd name="T8" fmla="*/ 194 w 307"/>
                <a:gd name="T9" fmla="*/ 123 h 349"/>
                <a:gd name="T10" fmla="*/ 162 w 307"/>
                <a:gd name="T11" fmla="*/ 45 h 349"/>
                <a:gd name="T12" fmla="*/ 137 w 307"/>
                <a:gd name="T13" fmla="*/ 123 h 349"/>
                <a:gd name="T14" fmla="*/ 156 w 307"/>
                <a:gd name="T15" fmla="*/ 123 h 349"/>
                <a:gd name="T16" fmla="*/ 168 w 307"/>
                <a:gd name="T17" fmla="*/ 105 h 349"/>
                <a:gd name="T18" fmla="*/ 173 w 307"/>
                <a:gd name="T19" fmla="*/ 123 h 349"/>
                <a:gd name="T20" fmla="*/ 253 w 307"/>
                <a:gd name="T21" fmla="*/ 300 h 349"/>
                <a:gd name="T22" fmla="*/ 286 w 307"/>
                <a:gd name="T23" fmla="*/ 257 h 349"/>
                <a:gd name="T24" fmla="*/ 45 w 307"/>
                <a:gd name="T25" fmla="*/ 259 h 349"/>
                <a:gd name="T26" fmla="*/ 79 w 307"/>
                <a:gd name="T27" fmla="*/ 300 h 349"/>
                <a:gd name="T28" fmla="*/ 109 w 307"/>
                <a:gd name="T29" fmla="*/ 294 h 349"/>
                <a:gd name="T30" fmla="*/ 83 w 307"/>
                <a:gd name="T31" fmla="*/ 264 h 349"/>
                <a:gd name="T32" fmla="*/ 178 w 307"/>
                <a:gd name="T33" fmla="*/ 244 h 349"/>
                <a:gd name="T34" fmla="*/ 248 w 307"/>
                <a:gd name="T35" fmla="*/ 266 h 349"/>
                <a:gd name="T36" fmla="*/ 222 w 307"/>
                <a:gd name="T37" fmla="*/ 291 h 349"/>
                <a:gd name="T38" fmla="*/ 253 w 307"/>
                <a:gd name="T39" fmla="*/ 300 h 349"/>
                <a:gd name="T40" fmla="*/ 274 w 307"/>
                <a:gd name="T41" fmla="*/ 75 h 349"/>
                <a:gd name="T42" fmla="*/ 302 w 307"/>
                <a:gd name="T43" fmla="*/ 133 h 349"/>
                <a:gd name="T44" fmla="*/ 264 w 307"/>
                <a:gd name="T45" fmla="*/ 85 h 349"/>
                <a:gd name="T46" fmla="*/ 187 w 307"/>
                <a:gd name="T47" fmla="*/ 47 h 349"/>
                <a:gd name="T48" fmla="*/ 210 w 307"/>
                <a:gd name="T49" fmla="*/ 121 h 349"/>
                <a:gd name="T50" fmla="*/ 175 w 307"/>
                <a:gd name="T51" fmla="*/ 139 h 349"/>
                <a:gd name="T52" fmla="*/ 173 w 307"/>
                <a:gd name="T53" fmla="*/ 173 h 349"/>
                <a:gd name="T54" fmla="*/ 225 w 307"/>
                <a:gd name="T55" fmla="*/ 175 h 349"/>
                <a:gd name="T56" fmla="*/ 173 w 307"/>
                <a:gd name="T57" fmla="*/ 188 h 349"/>
                <a:gd name="T58" fmla="*/ 166 w 307"/>
                <a:gd name="T59" fmla="*/ 219 h 349"/>
                <a:gd name="T60" fmla="*/ 305 w 307"/>
                <a:gd name="T61" fmla="*/ 250 h 349"/>
                <a:gd name="T62" fmla="*/ 256 w 307"/>
                <a:gd name="T63" fmla="*/ 318 h 349"/>
                <a:gd name="T64" fmla="*/ 192 w 307"/>
                <a:gd name="T65" fmla="*/ 338 h 349"/>
                <a:gd name="T66" fmla="*/ 232 w 307"/>
                <a:gd name="T67" fmla="*/ 312 h 349"/>
                <a:gd name="T68" fmla="*/ 183 w 307"/>
                <a:gd name="T69" fmla="*/ 304 h 349"/>
                <a:gd name="T70" fmla="*/ 181 w 307"/>
                <a:gd name="T71" fmla="*/ 343 h 349"/>
                <a:gd name="T72" fmla="*/ 132 w 307"/>
                <a:gd name="T73" fmla="*/ 334 h 349"/>
                <a:gd name="T74" fmla="*/ 168 w 307"/>
                <a:gd name="T75" fmla="*/ 330 h 349"/>
                <a:gd name="T76" fmla="*/ 166 w 307"/>
                <a:gd name="T77" fmla="*/ 304 h 349"/>
                <a:gd name="T78" fmla="*/ 100 w 307"/>
                <a:gd name="T79" fmla="*/ 311 h 349"/>
                <a:gd name="T80" fmla="*/ 123 w 307"/>
                <a:gd name="T81" fmla="*/ 334 h 349"/>
                <a:gd name="T82" fmla="*/ 25 w 307"/>
                <a:gd name="T83" fmla="*/ 252 h 349"/>
                <a:gd name="T84" fmla="*/ 161 w 307"/>
                <a:gd name="T85" fmla="*/ 221 h 349"/>
                <a:gd name="T86" fmla="*/ 157 w 307"/>
                <a:gd name="T87" fmla="*/ 191 h 349"/>
                <a:gd name="T88" fmla="*/ 104 w 307"/>
                <a:gd name="T89" fmla="*/ 182 h 349"/>
                <a:gd name="T90" fmla="*/ 156 w 307"/>
                <a:gd name="T91" fmla="*/ 173 h 349"/>
                <a:gd name="T92" fmla="*/ 157 w 307"/>
                <a:gd name="T93" fmla="*/ 140 h 349"/>
                <a:gd name="T94" fmla="*/ 104 w 307"/>
                <a:gd name="T95" fmla="*/ 132 h 349"/>
                <a:gd name="T96" fmla="*/ 121 w 307"/>
                <a:gd name="T97" fmla="*/ 123 h 349"/>
                <a:gd name="T98" fmla="*/ 144 w 307"/>
                <a:gd name="T99" fmla="*/ 51 h 349"/>
                <a:gd name="T100" fmla="*/ 34 w 307"/>
                <a:gd name="T101" fmla="*/ 143 h 349"/>
                <a:gd name="T102" fmla="*/ 95 w 307"/>
                <a:gd name="T103" fmla="*/ 140 h 349"/>
                <a:gd name="T104" fmla="*/ 28 w 307"/>
                <a:gd name="T105" fmla="*/ 173 h 349"/>
                <a:gd name="T106" fmla="*/ 95 w 307"/>
                <a:gd name="T107" fmla="*/ 171 h 349"/>
                <a:gd name="T108" fmla="*/ 28 w 307"/>
                <a:gd name="T109" fmla="*/ 204 h 349"/>
                <a:gd name="T110" fmla="*/ 91 w 307"/>
                <a:gd name="T111" fmla="*/ 201 h 349"/>
                <a:gd name="T112" fmla="*/ 33 w 307"/>
                <a:gd name="T113" fmla="*/ 221 h 349"/>
                <a:gd name="T114" fmla="*/ 28 w 307"/>
                <a:gd name="T115" fmla="*/ 239 h 349"/>
                <a:gd name="T116" fmla="*/ 12 w 307"/>
                <a:gd name="T117" fmla="*/ 213 h 349"/>
                <a:gd name="T118" fmla="*/ 150 w 307"/>
                <a:gd name="T119" fmla="*/ 29 h 349"/>
                <a:gd name="T120" fmla="*/ 177 w 307"/>
                <a:gd name="T121" fmla="*/ 29 h 349"/>
                <a:gd name="T122" fmla="*/ 274 w 307"/>
                <a:gd name="T123" fmla="*/ 75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7" h="349">
                  <a:moveTo>
                    <a:pt x="220" y="268"/>
                  </a:moveTo>
                  <a:cubicBezTo>
                    <a:pt x="190" y="258"/>
                    <a:pt x="144" y="258"/>
                    <a:pt x="111" y="268"/>
                  </a:cubicBezTo>
                  <a:cubicBezTo>
                    <a:pt x="129" y="292"/>
                    <a:pt x="201" y="292"/>
                    <a:pt x="220" y="268"/>
                  </a:cubicBezTo>
                  <a:close/>
                  <a:moveTo>
                    <a:pt x="173" y="123"/>
                  </a:moveTo>
                  <a:cubicBezTo>
                    <a:pt x="181" y="123"/>
                    <a:pt x="187" y="123"/>
                    <a:pt x="194" y="123"/>
                  </a:cubicBezTo>
                  <a:cubicBezTo>
                    <a:pt x="184" y="96"/>
                    <a:pt x="181" y="64"/>
                    <a:pt x="162" y="45"/>
                  </a:cubicBezTo>
                  <a:cubicBezTo>
                    <a:pt x="154" y="71"/>
                    <a:pt x="143" y="95"/>
                    <a:pt x="137" y="123"/>
                  </a:cubicBezTo>
                  <a:cubicBezTo>
                    <a:pt x="143" y="123"/>
                    <a:pt x="149" y="123"/>
                    <a:pt x="156" y="123"/>
                  </a:cubicBezTo>
                  <a:cubicBezTo>
                    <a:pt x="156" y="113"/>
                    <a:pt x="159" y="106"/>
                    <a:pt x="168" y="105"/>
                  </a:cubicBezTo>
                  <a:cubicBezTo>
                    <a:pt x="173" y="107"/>
                    <a:pt x="173" y="114"/>
                    <a:pt x="173" y="123"/>
                  </a:cubicBezTo>
                  <a:close/>
                  <a:moveTo>
                    <a:pt x="253" y="300"/>
                  </a:moveTo>
                  <a:cubicBezTo>
                    <a:pt x="266" y="288"/>
                    <a:pt x="278" y="276"/>
                    <a:pt x="286" y="257"/>
                  </a:cubicBezTo>
                  <a:cubicBezTo>
                    <a:pt x="219" y="230"/>
                    <a:pt x="105" y="229"/>
                    <a:pt x="45" y="259"/>
                  </a:cubicBezTo>
                  <a:cubicBezTo>
                    <a:pt x="54" y="276"/>
                    <a:pt x="67" y="287"/>
                    <a:pt x="79" y="300"/>
                  </a:cubicBezTo>
                  <a:cubicBezTo>
                    <a:pt x="90" y="299"/>
                    <a:pt x="96" y="292"/>
                    <a:pt x="109" y="294"/>
                  </a:cubicBezTo>
                  <a:cubicBezTo>
                    <a:pt x="105" y="280"/>
                    <a:pt x="85" y="281"/>
                    <a:pt x="83" y="264"/>
                  </a:cubicBezTo>
                  <a:cubicBezTo>
                    <a:pt x="100" y="247"/>
                    <a:pt x="143" y="242"/>
                    <a:pt x="178" y="244"/>
                  </a:cubicBezTo>
                  <a:cubicBezTo>
                    <a:pt x="205" y="247"/>
                    <a:pt x="238" y="249"/>
                    <a:pt x="248" y="266"/>
                  </a:cubicBezTo>
                  <a:cubicBezTo>
                    <a:pt x="244" y="280"/>
                    <a:pt x="228" y="281"/>
                    <a:pt x="222" y="291"/>
                  </a:cubicBezTo>
                  <a:cubicBezTo>
                    <a:pt x="232" y="294"/>
                    <a:pt x="243" y="297"/>
                    <a:pt x="253" y="300"/>
                  </a:cubicBezTo>
                  <a:close/>
                  <a:moveTo>
                    <a:pt x="274" y="75"/>
                  </a:moveTo>
                  <a:cubicBezTo>
                    <a:pt x="287" y="88"/>
                    <a:pt x="307" y="110"/>
                    <a:pt x="302" y="133"/>
                  </a:cubicBezTo>
                  <a:cubicBezTo>
                    <a:pt x="283" y="125"/>
                    <a:pt x="278" y="100"/>
                    <a:pt x="264" y="85"/>
                  </a:cubicBezTo>
                  <a:cubicBezTo>
                    <a:pt x="244" y="64"/>
                    <a:pt x="217" y="57"/>
                    <a:pt x="187" y="47"/>
                  </a:cubicBezTo>
                  <a:cubicBezTo>
                    <a:pt x="192" y="75"/>
                    <a:pt x="204" y="94"/>
                    <a:pt x="210" y="121"/>
                  </a:cubicBezTo>
                  <a:cubicBezTo>
                    <a:pt x="252" y="134"/>
                    <a:pt x="201" y="145"/>
                    <a:pt x="175" y="139"/>
                  </a:cubicBezTo>
                  <a:cubicBezTo>
                    <a:pt x="171" y="147"/>
                    <a:pt x="175" y="162"/>
                    <a:pt x="173" y="173"/>
                  </a:cubicBezTo>
                  <a:cubicBezTo>
                    <a:pt x="187" y="177"/>
                    <a:pt x="210" y="168"/>
                    <a:pt x="225" y="175"/>
                  </a:cubicBezTo>
                  <a:cubicBezTo>
                    <a:pt x="225" y="202"/>
                    <a:pt x="197" y="185"/>
                    <a:pt x="173" y="188"/>
                  </a:cubicBezTo>
                  <a:cubicBezTo>
                    <a:pt x="173" y="202"/>
                    <a:pt x="175" y="215"/>
                    <a:pt x="166" y="219"/>
                  </a:cubicBezTo>
                  <a:cubicBezTo>
                    <a:pt x="220" y="223"/>
                    <a:pt x="271" y="226"/>
                    <a:pt x="305" y="250"/>
                  </a:cubicBezTo>
                  <a:cubicBezTo>
                    <a:pt x="297" y="277"/>
                    <a:pt x="278" y="302"/>
                    <a:pt x="256" y="318"/>
                  </a:cubicBezTo>
                  <a:cubicBezTo>
                    <a:pt x="239" y="330"/>
                    <a:pt x="215" y="342"/>
                    <a:pt x="192" y="338"/>
                  </a:cubicBezTo>
                  <a:cubicBezTo>
                    <a:pt x="192" y="315"/>
                    <a:pt x="222" y="325"/>
                    <a:pt x="232" y="312"/>
                  </a:cubicBezTo>
                  <a:cubicBezTo>
                    <a:pt x="220" y="305"/>
                    <a:pt x="201" y="305"/>
                    <a:pt x="183" y="304"/>
                  </a:cubicBezTo>
                  <a:cubicBezTo>
                    <a:pt x="182" y="311"/>
                    <a:pt x="187" y="335"/>
                    <a:pt x="181" y="343"/>
                  </a:cubicBezTo>
                  <a:cubicBezTo>
                    <a:pt x="166" y="349"/>
                    <a:pt x="129" y="347"/>
                    <a:pt x="132" y="334"/>
                  </a:cubicBezTo>
                  <a:cubicBezTo>
                    <a:pt x="134" y="323"/>
                    <a:pt x="154" y="330"/>
                    <a:pt x="168" y="330"/>
                  </a:cubicBezTo>
                  <a:cubicBezTo>
                    <a:pt x="168" y="321"/>
                    <a:pt x="168" y="311"/>
                    <a:pt x="166" y="304"/>
                  </a:cubicBezTo>
                  <a:cubicBezTo>
                    <a:pt x="140" y="302"/>
                    <a:pt x="120" y="306"/>
                    <a:pt x="100" y="311"/>
                  </a:cubicBezTo>
                  <a:cubicBezTo>
                    <a:pt x="105" y="321"/>
                    <a:pt x="129" y="318"/>
                    <a:pt x="123" y="334"/>
                  </a:cubicBezTo>
                  <a:cubicBezTo>
                    <a:pt x="76" y="330"/>
                    <a:pt x="44" y="294"/>
                    <a:pt x="25" y="252"/>
                  </a:cubicBezTo>
                  <a:cubicBezTo>
                    <a:pt x="57" y="228"/>
                    <a:pt x="109" y="224"/>
                    <a:pt x="161" y="221"/>
                  </a:cubicBezTo>
                  <a:cubicBezTo>
                    <a:pt x="161" y="216"/>
                    <a:pt x="155" y="204"/>
                    <a:pt x="157" y="191"/>
                  </a:cubicBezTo>
                  <a:cubicBezTo>
                    <a:pt x="142" y="182"/>
                    <a:pt x="111" y="200"/>
                    <a:pt x="104" y="182"/>
                  </a:cubicBezTo>
                  <a:cubicBezTo>
                    <a:pt x="109" y="164"/>
                    <a:pt x="139" y="178"/>
                    <a:pt x="156" y="173"/>
                  </a:cubicBezTo>
                  <a:cubicBezTo>
                    <a:pt x="160" y="166"/>
                    <a:pt x="156" y="151"/>
                    <a:pt x="157" y="140"/>
                  </a:cubicBezTo>
                  <a:cubicBezTo>
                    <a:pt x="138" y="133"/>
                    <a:pt x="113" y="151"/>
                    <a:pt x="104" y="132"/>
                  </a:cubicBezTo>
                  <a:cubicBezTo>
                    <a:pt x="105" y="124"/>
                    <a:pt x="112" y="123"/>
                    <a:pt x="121" y="123"/>
                  </a:cubicBezTo>
                  <a:cubicBezTo>
                    <a:pt x="124" y="95"/>
                    <a:pt x="137" y="76"/>
                    <a:pt x="144" y="51"/>
                  </a:cubicBezTo>
                  <a:cubicBezTo>
                    <a:pt x="88" y="54"/>
                    <a:pt x="52" y="94"/>
                    <a:pt x="34" y="143"/>
                  </a:cubicBezTo>
                  <a:cubicBezTo>
                    <a:pt x="52" y="142"/>
                    <a:pt x="83" y="124"/>
                    <a:pt x="95" y="140"/>
                  </a:cubicBezTo>
                  <a:cubicBezTo>
                    <a:pt x="83" y="162"/>
                    <a:pt x="34" y="142"/>
                    <a:pt x="28" y="173"/>
                  </a:cubicBezTo>
                  <a:cubicBezTo>
                    <a:pt x="41" y="177"/>
                    <a:pt x="79" y="152"/>
                    <a:pt x="95" y="171"/>
                  </a:cubicBezTo>
                  <a:cubicBezTo>
                    <a:pt x="83" y="192"/>
                    <a:pt x="30" y="172"/>
                    <a:pt x="28" y="204"/>
                  </a:cubicBezTo>
                  <a:cubicBezTo>
                    <a:pt x="43" y="206"/>
                    <a:pt x="76" y="183"/>
                    <a:pt x="91" y="201"/>
                  </a:cubicBezTo>
                  <a:cubicBezTo>
                    <a:pt x="84" y="220"/>
                    <a:pt x="45" y="207"/>
                    <a:pt x="33" y="221"/>
                  </a:cubicBezTo>
                  <a:cubicBezTo>
                    <a:pt x="30" y="225"/>
                    <a:pt x="35" y="238"/>
                    <a:pt x="28" y="239"/>
                  </a:cubicBezTo>
                  <a:cubicBezTo>
                    <a:pt x="16" y="237"/>
                    <a:pt x="13" y="223"/>
                    <a:pt x="12" y="213"/>
                  </a:cubicBezTo>
                  <a:cubicBezTo>
                    <a:pt x="0" y="105"/>
                    <a:pt x="69" y="44"/>
                    <a:pt x="150" y="29"/>
                  </a:cubicBezTo>
                  <a:cubicBezTo>
                    <a:pt x="155" y="9"/>
                    <a:pt x="176" y="0"/>
                    <a:pt x="177" y="29"/>
                  </a:cubicBezTo>
                  <a:cubicBezTo>
                    <a:pt x="214" y="35"/>
                    <a:pt x="250" y="51"/>
                    <a:pt x="274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5" name="Freeform 30">
              <a:extLst>
                <a:ext uri="{FF2B5EF4-FFF2-40B4-BE49-F238E27FC236}">
                  <a16:creationId xmlns:a16="http://schemas.microsoft.com/office/drawing/2014/main" id="{A579D0CD-B52B-5ECE-3128-0C4ECBF10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698" y="5542598"/>
              <a:ext cx="265112" cy="306388"/>
            </a:xfrm>
            <a:custGeom>
              <a:avLst/>
              <a:gdLst>
                <a:gd name="T0" fmla="*/ 100 w 102"/>
                <a:gd name="T1" fmla="*/ 5 h 118"/>
                <a:gd name="T2" fmla="*/ 89 w 102"/>
                <a:gd name="T3" fmla="*/ 13 h 118"/>
                <a:gd name="T4" fmla="*/ 86 w 102"/>
                <a:gd name="T5" fmla="*/ 83 h 118"/>
                <a:gd name="T6" fmla="*/ 21 w 102"/>
                <a:gd name="T7" fmla="*/ 99 h 118"/>
                <a:gd name="T8" fmla="*/ 12 w 102"/>
                <a:gd name="T9" fmla="*/ 16 h 118"/>
                <a:gd name="T10" fmla="*/ 0 w 102"/>
                <a:gd name="T11" fmla="*/ 8 h 118"/>
                <a:gd name="T12" fmla="*/ 42 w 102"/>
                <a:gd name="T13" fmla="*/ 5 h 118"/>
                <a:gd name="T14" fmla="*/ 30 w 102"/>
                <a:gd name="T15" fmla="*/ 13 h 118"/>
                <a:gd name="T16" fmla="*/ 48 w 102"/>
                <a:gd name="T17" fmla="*/ 99 h 118"/>
                <a:gd name="T18" fmla="*/ 74 w 102"/>
                <a:gd name="T19" fmla="*/ 13 h 118"/>
                <a:gd name="T20" fmla="*/ 61 w 102"/>
                <a:gd name="T21" fmla="*/ 8 h 118"/>
                <a:gd name="T22" fmla="*/ 100 w 102"/>
                <a:gd name="T23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" h="118">
                  <a:moveTo>
                    <a:pt x="100" y="5"/>
                  </a:moveTo>
                  <a:cubicBezTo>
                    <a:pt x="102" y="13"/>
                    <a:pt x="91" y="9"/>
                    <a:pt x="89" y="13"/>
                  </a:cubicBezTo>
                  <a:cubicBezTo>
                    <a:pt x="78" y="33"/>
                    <a:pt x="91" y="61"/>
                    <a:pt x="86" y="83"/>
                  </a:cubicBezTo>
                  <a:cubicBezTo>
                    <a:pt x="80" y="107"/>
                    <a:pt x="39" y="118"/>
                    <a:pt x="21" y="99"/>
                  </a:cubicBezTo>
                  <a:cubicBezTo>
                    <a:pt x="1" y="80"/>
                    <a:pt x="23" y="45"/>
                    <a:pt x="12" y="16"/>
                  </a:cubicBezTo>
                  <a:cubicBezTo>
                    <a:pt x="11" y="9"/>
                    <a:pt x="3" y="12"/>
                    <a:pt x="0" y="8"/>
                  </a:cubicBezTo>
                  <a:cubicBezTo>
                    <a:pt x="8" y="0"/>
                    <a:pt x="33" y="4"/>
                    <a:pt x="42" y="5"/>
                  </a:cubicBezTo>
                  <a:cubicBezTo>
                    <a:pt x="43" y="13"/>
                    <a:pt x="32" y="9"/>
                    <a:pt x="30" y="13"/>
                  </a:cubicBezTo>
                  <a:cubicBezTo>
                    <a:pt x="28" y="43"/>
                    <a:pt x="20" y="95"/>
                    <a:pt x="48" y="99"/>
                  </a:cubicBezTo>
                  <a:cubicBezTo>
                    <a:pt x="83" y="105"/>
                    <a:pt x="85" y="48"/>
                    <a:pt x="74" y="13"/>
                  </a:cubicBezTo>
                  <a:cubicBezTo>
                    <a:pt x="71" y="9"/>
                    <a:pt x="61" y="13"/>
                    <a:pt x="61" y="8"/>
                  </a:cubicBezTo>
                  <a:cubicBezTo>
                    <a:pt x="67" y="0"/>
                    <a:pt x="92" y="4"/>
                    <a:pt x="10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6" name="Freeform 31">
              <a:extLst>
                <a:ext uri="{FF2B5EF4-FFF2-40B4-BE49-F238E27FC236}">
                  <a16:creationId xmlns:a16="http://schemas.microsoft.com/office/drawing/2014/main" id="{18784BCF-A725-3ABD-F6A0-0E2C99305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685" y="4912360"/>
              <a:ext cx="98425" cy="196850"/>
            </a:xfrm>
            <a:custGeom>
              <a:avLst/>
              <a:gdLst>
                <a:gd name="T0" fmla="*/ 27 w 38"/>
                <a:gd name="T1" fmla="*/ 12 h 76"/>
                <a:gd name="T2" fmla="*/ 11 w 38"/>
                <a:gd name="T3" fmla="*/ 65 h 76"/>
                <a:gd name="T4" fmla="*/ 27 w 38"/>
                <a:gd name="T5" fmla="*/ 1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6">
                  <a:moveTo>
                    <a:pt x="27" y="12"/>
                  </a:moveTo>
                  <a:cubicBezTo>
                    <a:pt x="35" y="26"/>
                    <a:pt x="38" y="76"/>
                    <a:pt x="11" y="65"/>
                  </a:cubicBezTo>
                  <a:cubicBezTo>
                    <a:pt x="2" y="51"/>
                    <a:pt x="0" y="0"/>
                    <a:pt x="2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7" name="Freeform 32">
              <a:extLst>
                <a:ext uri="{FF2B5EF4-FFF2-40B4-BE49-F238E27FC236}">
                  <a16:creationId xmlns:a16="http://schemas.microsoft.com/office/drawing/2014/main" id="{150DEFEC-500E-F1BC-CF2B-BDACE97E1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235" y="4909185"/>
              <a:ext cx="98425" cy="127000"/>
            </a:xfrm>
            <a:custGeom>
              <a:avLst/>
              <a:gdLst>
                <a:gd name="T0" fmla="*/ 32 w 38"/>
                <a:gd name="T1" fmla="*/ 13 h 49"/>
                <a:gd name="T2" fmla="*/ 30 w 38"/>
                <a:gd name="T3" fmla="*/ 42 h 49"/>
                <a:gd name="T4" fmla="*/ 32 w 38"/>
                <a:gd name="T5" fmla="*/ 1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49">
                  <a:moveTo>
                    <a:pt x="32" y="13"/>
                  </a:moveTo>
                  <a:cubicBezTo>
                    <a:pt x="38" y="23"/>
                    <a:pt x="38" y="34"/>
                    <a:pt x="30" y="42"/>
                  </a:cubicBezTo>
                  <a:cubicBezTo>
                    <a:pt x="0" y="49"/>
                    <a:pt x="7" y="0"/>
                    <a:pt x="32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8" name="Freeform 33">
              <a:extLst>
                <a:ext uri="{FF2B5EF4-FFF2-40B4-BE49-F238E27FC236}">
                  <a16:creationId xmlns:a16="http://schemas.microsoft.com/office/drawing/2014/main" id="{22F2B0CB-454C-0A2C-E4D1-9FE8FE5A7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735" y="5240973"/>
              <a:ext cx="273050" cy="349250"/>
            </a:xfrm>
            <a:custGeom>
              <a:avLst/>
              <a:gdLst>
                <a:gd name="T0" fmla="*/ 96 w 105"/>
                <a:gd name="T1" fmla="*/ 51 h 134"/>
                <a:gd name="T2" fmla="*/ 105 w 105"/>
                <a:gd name="T3" fmla="*/ 51 h 134"/>
                <a:gd name="T4" fmla="*/ 85 w 105"/>
                <a:gd name="T5" fmla="*/ 81 h 134"/>
                <a:gd name="T6" fmla="*/ 73 w 105"/>
                <a:gd name="T7" fmla="*/ 33 h 134"/>
                <a:gd name="T8" fmla="*/ 15 w 105"/>
                <a:gd name="T9" fmla="*/ 81 h 134"/>
                <a:gd name="T10" fmla="*/ 60 w 105"/>
                <a:gd name="T11" fmla="*/ 97 h 134"/>
                <a:gd name="T12" fmla="*/ 51 w 105"/>
                <a:gd name="T13" fmla="*/ 81 h 134"/>
                <a:gd name="T14" fmla="*/ 87 w 105"/>
                <a:gd name="T15" fmla="*/ 107 h 134"/>
                <a:gd name="T16" fmla="*/ 76 w 105"/>
                <a:gd name="T17" fmla="*/ 106 h 134"/>
                <a:gd name="T18" fmla="*/ 56 w 105"/>
                <a:gd name="T19" fmla="*/ 132 h 134"/>
                <a:gd name="T20" fmla="*/ 1 w 105"/>
                <a:gd name="T21" fmla="*/ 77 h 134"/>
                <a:gd name="T22" fmla="*/ 96 w 105"/>
                <a:gd name="T23" fmla="*/ 5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5" h="134">
                  <a:moveTo>
                    <a:pt x="96" y="51"/>
                  </a:moveTo>
                  <a:cubicBezTo>
                    <a:pt x="100" y="51"/>
                    <a:pt x="101" y="47"/>
                    <a:pt x="105" y="51"/>
                  </a:cubicBezTo>
                  <a:cubicBezTo>
                    <a:pt x="104" y="59"/>
                    <a:pt x="95" y="75"/>
                    <a:pt x="85" y="81"/>
                  </a:cubicBezTo>
                  <a:cubicBezTo>
                    <a:pt x="88" y="64"/>
                    <a:pt x="89" y="39"/>
                    <a:pt x="73" y="33"/>
                  </a:cubicBezTo>
                  <a:cubicBezTo>
                    <a:pt x="51" y="23"/>
                    <a:pt x="17" y="52"/>
                    <a:pt x="15" y="81"/>
                  </a:cubicBezTo>
                  <a:cubicBezTo>
                    <a:pt x="12" y="114"/>
                    <a:pt x="51" y="134"/>
                    <a:pt x="60" y="97"/>
                  </a:cubicBezTo>
                  <a:cubicBezTo>
                    <a:pt x="60" y="88"/>
                    <a:pt x="49" y="91"/>
                    <a:pt x="51" y="81"/>
                  </a:cubicBezTo>
                  <a:cubicBezTo>
                    <a:pt x="63" y="88"/>
                    <a:pt x="78" y="95"/>
                    <a:pt x="87" y="107"/>
                  </a:cubicBezTo>
                  <a:cubicBezTo>
                    <a:pt x="83" y="113"/>
                    <a:pt x="81" y="105"/>
                    <a:pt x="76" y="106"/>
                  </a:cubicBezTo>
                  <a:cubicBezTo>
                    <a:pt x="66" y="111"/>
                    <a:pt x="62" y="123"/>
                    <a:pt x="56" y="132"/>
                  </a:cubicBezTo>
                  <a:cubicBezTo>
                    <a:pt x="27" y="124"/>
                    <a:pt x="1" y="110"/>
                    <a:pt x="1" y="77"/>
                  </a:cubicBezTo>
                  <a:cubicBezTo>
                    <a:pt x="0" y="25"/>
                    <a:pt x="73" y="0"/>
                    <a:pt x="96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9" name="Freeform 34">
              <a:extLst>
                <a:ext uri="{FF2B5EF4-FFF2-40B4-BE49-F238E27FC236}">
                  <a16:creationId xmlns:a16="http://schemas.microsoft.com/office/drawing/2014/main" id="{34988525-1D85-232C-6F51-5C9F440F58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15148" y="2423160"/>
              <a:ext cx="771525" cy="731838"/>
            </a:xfrm>
            <a:custGeom>
              <a:avLst/>
              <a:gdLst>
                <a:gd name="T0" fmla="*/ 26 w 297"/>
                <a:gd name="T1" fmla="*/ 174 h 282"/>
                <a:gd name="T2" fmla="*/ 40 w 297"/>
                <a:gd name="T3" fmla="*/ 158 h 282"/>
                <a:gd name="T4" fmla="*/ 24 w 297"/>
                <a:gd name="T5" fmla="*/ 158 h 282"/>
                <a:gd name="T6" fmla="*/ 73 w 297"/>
                <a:gd name="T7" fmla="*/ 171 h 282"/>
                <a:gd name="T8" fmla="*/ 35 w 297"/>
                <a:gd name="T9" fmla="*/ 234 h 282"/>
                <a:gd name="T10" fmla="*/ 53 w 297"/>
                <a:gd name="T11" fmla="*/ 180 h 282"/>
                <a:gd name="T12" fmla="*/ 80 w 297"/>
                <a:gd name="T13" fmla="*/ 127 h 282"/>
                <a:gd name="T14" fmla="*/ 59 w 297"/>
                <a:gd name="T15" fmla="*/ 141 h 282"/>
                <a:gd name="T16" fmla="*/ 101 w 297"/>
                <a:gd name="T17" fmla="*/ 136 h 282"/>
                <a:gd name="T18" fmla="*/ 101 w 297"/>
                <a:gd name="T19" fmla="*/ 136 h 282"/>
                <a:gd name="T20" fmla="*/ 126 w 297"/>
                <a:gd name="T21" fmla="*/ 139 h 282"/>
                <a:gd name="T22" fmla="*/ 134 w 297"/>
                <a:gd name="T23" fmla="*/ 161 h 282"/>
                <a:gd name="T24" fmla="*/ 134 w 297"/>
                <a:gd name="T25" fmla="*/ 161 h 282"/>
                <a:gd name="T26" fmla="*/ 151 w 297"/>
                <a:gd name="T27" fmla="*/ 27 h 282"/>
                <a:gd name="T28" fmla="*/ 157 w 297"/>
                <a:gd name="T29" fmla="*/ 239 h 282"/>
                <a:gd name="T30" fmla="*/ 163 w 297"/>
                <a:gd name="T31" fmla="*/ 200 h 282"/>
                <a:gd name="T32" fmla="*/ 139 w 297"/>
                <a:gd name="T33" fmla="*/ 218 h 282"/>
                <a:gd name="T34" fmla="*/ 156 w 297"/>
                <a:gd name="T35" fmla="*/ 227 h 282"/>
                <a:gd name="T36" fmla="*/ 173 w 297"/>
                <a:gd name="T37" fmla="*/ 39 h 282"/>
                <a:gd name="T38" fmla="*/ 173 w 297"/>
                <a:gd name="T39" fmla="*/ 39 h 282"/>
                <a:gd name="T40" fmla="*/ 173 w 297"/>
                <a:gd name="T41" fmla="*/ 58 h 282"/>
                <a:gd name="T42" fmla="*/ 157 w 297"/>
                <a:gd name="T43" fmla="*/ 191 h 282"/>
                <a:gd name="T44" fmla="*/ 143 w 297"/>
                <a:gd name="T45" fmla="*/ 186 h 282"/>
                <a:gd name="T46" fmla="*/ 157 w 297"/>
                <a:gd name="T47" fmla="*/ 191 h 282"/>
                <a:gd name="T48" fmla="*/ 186 w 297"/>
                <a:gd name="T49" fmla="*/ 127 h 282"/>
                <a:gd name="T50" fmla="*/ 202 w 297"/>
                <a:gd name="T51" fmla="*/ 119 h 282"/>
                <a:gd name="T52" fmla="*/ 198 w 297"/>
                <a:gd name="T53" fmla="*/ 67 h 282"/>
                <a:gd name="T54" fmla="*/ 189 w 297"/>
                <a:gd name="T55" fmla="*/ 72 h 282"/>
                <a:gd name="T56" fmla="*/ 209 w 297"/>
                <a:gd name="T57" fmla="*/ 66 h 282"/>
                <a:gd name="T58" fmla="*/ 211 w 297"/>
                <a:gd name="T59" fmla="*/ 72 h 282"/>
                <a:gd name="T60" fmla="*/ 217 w 297"/>
                <a:gd name="T61" fmla="*/ 139 h 282"/>
                <a:gd name="T62" fmla="*/ 201 w 297"/>
                <a:gd name="T63" fmla="*/ 150 h 282"/>
                <a:gd name="T64" fmla="*/ 192 w 297"/>
                <a:gd name="T65" fmla="*/ 166 h 282"/>
                <a:gd name="T66" fmla="*/ 227 w 297"/>
                <a:gd name="T67" fmla="*/ 67 h 282"/>
                <a:gd name="T68" fmla="*/ 235 w 297"/>
                <a:gd name="T69" fmla="*/ 115 h 282"/>
                <a:gd name="T70" fmla="*/ 184 w 297"/>
                <a:gd name="T71" fmla="*/ 91 h 282"/>
                <a:gd name="T72" fmla="*/ 173 w 297"/>
                <a:gd name="T73" fmla="*/ 84 h 282"/>
                <a:gd name="T74" fmla="*/ 154 w 297"/>
                <a:gd name="T75" fmla="*/ 136 h 282"/>
                <a:gd name="T76" fmla="*/ 206 w 297"/>
                <a:gd name="T77" fmla="*/ 109 h 282"/>
                <a:gd name="T78" fmla="*/ 217 w 297"/>
                <a:gd name="T79" fmla="*/ 96 h 282"/>
                <a:gd name="T80" fmla="*/ 235 w 297"/>
                <a:gd name="T81" fmla="*/ 115 h 282"/>
                <a:gd name="T82" fmla="*/ 251 w 297"/>
                <a:gd name="T83" fmla="*/ 106 h 282"/>
                <a:gd name="T84" fmla="*/ 249 w 297"/>
                <a:gd name="T85" fmla="*/ 119 h 282"/>
                <a:gd name="T86" fmla="*/ 263 w 297"/>
                <a:gd name="T87" fmla="*/ 261 h 282"/>
                <a:gd name="T88" fmla="*/ 185 w 297"/>
                <a:gd name="T89" fmla="*/ 225 h 282"/>
                <a:gd name="T90" fmla="*/ 131 w 297"/>
                <a:gd name="T91" fmla="*/ 267 h 282"/>
                <a:gd name="T92" fmla="*/ 62 w 297"/>
                <a:gd name="T93" fmla="*/ 218 h 282"/>
                <a:gd name="T94" fmla="*/ 10 w 297"/>
                <a:gd name="T95" fmla="*/ 256 h 282"/>
                <a:gd name="T96" fmla="*/ 97 w 297"/>
                <a:gd name="T97" fmla="*/ 113 h 282"/>
                <a:gd name="T98" fmla="*/ 134 w 297"/>
                <a:gd name="T99" fmla="*/ 82 h 282"/>
                <a:gd name="T100" fmla="*/ 207 w 297"/>
                <a:gd name="T101" fmla="*/ 8 h 282"/>
                <a:gd name="T102" fmla="*/ 234 w 297"/>
                <a:gd name="T103" fmla="*/ 27 h 282"/>
                <a:gd name="T104" fmla="*/ 263 w 297"/>
                <a:gd name="T105" fmla="*/ 184 h 282"/>
                <a:gd name="T106" fmla="*/ 290 w 297"/>
                <a:gd name="T107" fmla="*/ 23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7" h="282">
                  <a:moveTo>
                    <a:pt x="24" y="186"/>
                  </a:moveTo>
                  <a:cubicBezTo>
                    <a:pt x="30" y="187"/>
                    <a:pt x="32" y="172"/>
                    <a:pt x="26" y="174"/>
                  </a:cubicBezTo>
                  <a:cubicBezTo>
                    <a:pt x="22" y="175"/>
                    <a:pt x="21" y="182"/>
                    <a:pt x="24" y="186"/>
                  </a:cubicBezTo>
                  <a:close/>
                  <a:moveTo>
                    <a:pt x="40" y="158"/>
                  </a:moveTo>
                  <a:cubicBezTo>
                    <a:pt x="40" y="155"/>
                    <a:pt x="37" y="152"/>
                    <a:pt x="38" y="147"/>
                  </a:cubicBezTo>
                  <a:cubicBezTo>
                    <a:pt x="30" y="147"/>
                    <a:pt x="24" y="151"/>
                    <a:pt x="24" y="158"/>
                  </a:cubicBezTo>
                  <a:cubicBezTo>
                    <a:pt x="32" y="160"/>
                    <a:pt x="31" y="160"/>
                    <a:pt x="40" y="158"/>
                  </a:cubicBezTo>
                  <a:close/>
                  <a:moveTo>
                    <a:pt x="73" y="171"/>
                  </a:moveTo>
                  <a:cubicBezTo>
                    <a:pt x="64" y="166"/>
                    <a:pt x="59" y="180"/>
                    <a:pt x="52" y="171"/>
                  </a:cubicBezTo>
                  <a:cubicBezTo>
                    <a:pt x="51" y="195"/>
                    <a:pt x="0" y="214"/>
                    <a:pt x="35" y="234"/>
                  </a:cubicBezTo>
                  <a:cubicBezTo>
                    <a:pt x="41" y="225"/>
                    <a:pt x="30" y="220"/>
                    <a:pt x="29" y="213"/>
                  </a:cubicBezTo>
                  <a:cubicBezTo>
                    <a:pt x="42" y="205"/>
                    <a:pt x="52" y="194"/>
                    <a:pt x="53" y="180"/>
                  </a:cubicBezTo>
                  <a:cubicBezTo>
                    <a:pt x="59" y="180"/>
                    <a:pt x="70" y="184"/>
                    <a:pt x="73" y="171"/>
                  </a:cubicBezTo>
                  <a:close/>
                  <a:moveTo>
                    <a:pt x="80" y="127"/>
                  </a:moveTo>
                  <a:cubicBezTo>
                    <a:pt x="70" y="120"/>
                    <a:pt x="55" y="125"/>
                    <a:pt x="52" y="136"/>
                  </a:cubicBezTo>
                  <a:cubicBezTo>
                    <a:pt x="57" y="134"/>
                    <a:pt x="54" y="142"/>
                    <a:pt x="59" y="141"/>
                  </a:cubicBezTo>
                  <a:cubicBezTo>
                    <a:pt x="66" y="137"/>
                    <a:pt x="76" y="136"/>
                    <a:pt x="80" y="127"/>
                  </a:cubicBezTo>
                  <a:close/>
                  <a:moveTo>
                    <a:pt x="101" y="136"/>
                  </a:moveTo>
                  <a:cubicBezTo>
                    <a:pt x="104" y="131"/>
                    <a:pt x="104" y="123"/>
                    <a:pt x="95" y="123"/>
                  </a:cubicBezTo>
                  <a:cubicBezTo>
                    <a:pt x="95" y="131"/>
                    <a:pt x="96" y="134"/>
                    <a:pt x="101" y="136"/>
                  </a:cubicBezTo>
                  <a:close/>
                  <a:moveTo>
                    <a:pt x="131" y="150"/>
                  </a:moveTo>
                  <a:cubicBezTo>
                    <a:pt x="131" y="144"/>
                    <a:pt x="131" y="139"/>
                    <a:pt x="126" y="139"/>
                  </a:cubicBezTo>
                  <a:cubicBezTo>
                    <a:pt x="124" y="144"/>
                    <a:pt x="124" y="151"/>
                    <a:pt x="131" y="150"/>
                  </a:cubicBezTo>
                  <a:close/>
                  <a:moveTo>
                    <a:pt x="134" y="161"/>
                  </a:moveTo>
                  <a:cubicBezTo>
                    <a:pt x="137" y="163"/>
                    <a:pt x="151" y="165"/>
                    <a:pt x="151" y="157"/>
                  </a:cubicBezTo>
                  <a:cubicBezTo>
                    <a:pt x="147" y="151"/>
                    <a:pt x="134" y="153"/>
                    <a:pt x="134" y="161"/>
                  </a:cubicBezTo>
                  <a:close/>
                  <a:moveTo>
                    <a:pt x="151" y="37"/>
                  </a:moveTo>
                  <a:cubicBezTo>
                    <a:pt x="152" y="36"/>
                    <a:pt x="158" y="25"/>
                    <a:pt x="151" y="27"/>
                  </a:cubicBezTo>
                  <a:cubicBezTo>
                    <a:pt x="148" y="28"/>
                    <a:pt x="142" y="37"/>
                    <a:pt x="151" y="37"/>
                  </a:cubicBezTo>
                  <a:close/>
                  <a:moveTo>
                    <a:pt x="157" y="239"/>
                  </a:moveTo>
                  <a:cubicBezTo>
                    <a:pt x="163" y="247"/>
                    <a:pt x="176" y="249"/>
                    <a:pt x="185" y="243"/>
                  </a:cubicBezTo>
                  <a:cubicBezTo>
                    <a:pt x="170" y="237"/>
                    <a:pt x="168" y="218"/>
                    <a:pt x="163" y="200"/>
                  </a:cubicBezTo>
                  <a:cubicBezTo>
                    <a:pt x="158" y="208"/>
                    <a:pt x="165" y="212"/>
                    <a:pt x="159" y="217"/>
                  </a:cubicBezTo>
                  <a:cubicBezTo>
                    <a:pt x="151" y="209"/>
                    <a:pt x="146" y="224"/>
                    <a:pt x="139" y="218"/>
                  </a:cubicBezTo>
                  <a:cubicBezTo>
                    <a:pt x="142" y="225"/>
                    <a:pt x="145" y="234"/>
                    <a:pt x="143" y="247"/>
                  </a:cubicBezTo>
                  <a:cubicBezTo>
                    <a:pt x="154" y="247"/>
                    <a:pt x="143" y="225"/>
                    <a:pt x="156" y="227"/>
                  </a:cubicBezTo>
                  <a:cubicBezTo>
                    <a:pt x="158" y="229"/>
                    <a:pt x="157" y="234"/>
                    <a:pt x="157" y="239"/>
                  </a:cubicBezTo>
                  <a:close/>
                  <a:moveTo>
                    <a:pt x="173" y="39"/>
                  </a:moveTo>
                  <a:cubicBezTo>
                    <a:pt x="181" y="37"/>
                    <a:pt x="187" y="25"/>
                    <a:pt x="178" y="20"/>
                  </a:cubicBezTo>
                  <a:cubicBezTo>
                    <a:pt x="176" y="28"/>
                    <a:pt x="174" y="32"/>
                    <a:pt x="173" y="39"/>
                  </a:cubicBezTo>
                  <a:close/>
                  <a:moveTo>
                    <a:pt x="202" y="28"/>
                  </a:moveTo>
                  <a:cubicBezTo>
                    <a:pt x="190" y="36"/>
                    <a:pt x="178" y="43"/>
                    <a:pt x="173" y="58"/>
                  </a:cubicBezTo>
                  <a:cubicBezTo>
                    <a:pt x="187" y="53"/>
                    <a:pt x="197" y="42"/>
                    <a:pt x="202" y="28"/>
                  </a:cubicBezTo>
                  <a:close/>
                  <a:moveTo>
                    <a:pt x="157" y="191"/>
                  </a:moveTo>
                  <a:cubicBezTo>
                    <a:pt x="168" y="186"/>
                    <a:pt x="196" y="181"/>
                    <a:pt x="189" y="170"/>
                  </a:cubicBezTo>
                  <a:cubicBezTo>
                    <a:pt x="175" y="177"/>
                    <a:pt x="163" y="182"/>
                    <a:pt x="143" y="186"/>
                  </a:cubicBezTo>
                  <a:cubicBezTo>
                    <a:pt x="143" y="193"/>
                    <a:pt x="142" y="200"/>
                    <a:pt x="145" y="204"/>
                  </a:cubicBezTo>
                  <a:cubicBezTo>
                    <a:pt x="154" y="205"/>
                    <a:pt x="153" y="195"/>
                    <a:pt x="157" y="191"/>
                  </a:cubicBezTo>
                  <a:close/>
                  <a:moveTo>
                    <a:pt x="202" y="119"/>
                  </a:moveTo>
                  <a:cubicBezTo>
                    <a:pt x="196" y="117"/>
                    <a:pt x="187" y="119"/>
                    <a:pt x="186" y="127"/>
                  </a:cubicBezTo>
                  <a:cubicBezTo>
                    <a:pt x="192" y="125"/>
                    <a:pt x="191" y="133"/>
                    <a:pt x="197" y="132"/>
                  </a:cubicBezTo>
                  <a:cubicBezTo>
                    <a:pt x="197" y="125"/>
                    <a:pt x="202" y="125"/>
                    <a:pt x="202" y="119"/>
                  </a:cubicBezTo>
                  <a:close/>
                  <a:moveTo>
                    <a:pt x="189" y="72"/>
                  </a:moveTo>
                  <a:cubicBezTo>
                    <a:pt x="194" y="72"/>
                    <a:pt x="198" y="74"/>
                    <a:pt x="198" y="67"/>
                  </a:cubicBezTo>
                  <a:cubicBezTo>
                    <a:pt x="197" y="66"/>
                    <a:pt x="195" y="66"/>
                    <a:pt x="189" y="66"/>
                  </a:cubicBezTo>
                  <a:cubicBezTo>
                    <a:pt x="189" y="69"/>
                    <a:pt x="189" y="71"/>
                    <a:pt x="189" y="72"/>
                  </a:cubicBezTo>
                  <a:close/>
                  <a:moveTo>
                    <a:pt x="211" y="72"/>
                  </a:moveTo>
                  <a:cubicBezTo>
                    <a:pt x="212" y="70"/>
                    <a:pt x="209" y="69"/>
                    <a:pt x="209" y="66"/>
                  </a:cubicBezTo>
                  <a:cubicBezTo>
                    <a:pt x="206" y="65"/>
                    <a:pt x="202" y="66"/>
                    <a:pt x="201" y="67"/>
                  </a:cubicBezTo>
                  <a:cubicBezTo>
                    <a:pt x="200" y="74"/>
                    <a:pt x="208" y="75"/>
                    <a:pt x="211" y="72"/>
                  </a:cubicBezTo>
                  <a:close/>
                  <a:moveTo>
                    <a:pt x="192" y="166"/>
                  </a:moveTo>
                  <a:cubicBezTo>
                    <a:pt x="202" y="160"/>
                    <a:pt x="219" y="160"/>
                    <a:pt x="217" y="139"/>
                  </a:cubicBezTo>
                  <a:cubicBezTo>
                    <a:pt x="208" y="139"/>
                    <a:pt x="201" y="139"/>
                    <a:pt x="196" y="137"/>
                  </a:cubicBezTo>
                  <a:cubicBezTo>
                    <a:pt x="195" y="144"/>
                    <a:pt x="200" y="144"/>
                    <a:pt x="201" y="150"/>
                  </a:cubicBezTo>
                  <a:cubicBezTo>
                    <a:pt x="195" y="156"/>
                    <a:pt x="191" y="148"/>
                    <a:pt x="185" y="148"/>
                  </a:cubicBezTo>
                  <a:cubicBezTo>
                    <a:pt x="186" y="156"/>
                    <a:pt x="195" y="155"/>
                    <a:pt x="192" y="166"/>
                  </a:cubicBezTo>
                  <a:close/>
                  <a:moveTo>
                    <a:pt x="238" y="80"/>
                  </a:moveTo>
                  <a:cubicBezTo>
                    <a:pt x="238" y="72"/>
                    <a:pt x="234" y="62"/>
                    <a:pt x="227" y="67"/>
                  </a:cubicBezTo>
                  <a:cubicBezTo>
                    <a:pt x="227" y="76"/>
                    <a:pt x="233" y="77"/>
                    <a:pt x="238" y="80"/>
                  </a:cubicBezTo>
                  <a:close/>
                  <a:moveTo>
                    <a:pt x="235" y="115"/>
                  </a:moveTo>
                  <a:cubicBezTo>
                    <a:pt x="239" y="110"/>
                    <a:pt x="240" y="104"/>
                    <a:pt x="239" y="94"/>
                  </a:cubicBezTo>
                  <a:cubicBezTo>
                    <a:pt x="228" y="79"/>
                    <a:pt x="200" y="84"/>
                    <a:pt x="184" y="91"/>
                  </a:cubicBezTo>
                  <a:cubicBezTo>
                    <a:pt x="180" y="81"/>
                    <a:pt x="167" y="69"/>
                    <a:pt x="164" y="87"/>
                  </a:cubicBezTo>
                  <a:cubicBezTo>
                    <a:pt x="169" y="87"/>
                    <a:pt x="169" y="85"/>
                    <a:pt x="173" y="84"/>
                  </a:cubicBezTo>
                  <a:cubicBezTo>
                    <a:pt x="176" y="90"/>
                    <a:pt x="180" y="96"/>
                    <a:pt x="189" y="98"/>
                  </a:cubicBezTo>
                  <a:cubicBezTo>
                    <a:pt x="180" y="106"/>
                    <a:pt x="132" y="122"/>
                    <a:pt x="154" y="136"/>
                  </a:cubicBezTo>
                  <a:cubicBezTo>
                    <a:pt x="156" y="122"/>
                    <a:pt x="167" y="115"/>
                    <a:pt x="181" y="118"/>
                  </a:cubicBezTo>
                  <a:cubicBezTo>
                    <a:pt x="187" y="109"/>
                    <a:pt x="192" y="106"/>
                    <a:pt x="206" y="109"/>
                  </a:cubicBezTo>
                  <a:cubicBezTo>
                    <a:pt x="211" y="112"/>
                    <a:pt x="208" y="123"/>
                    <a:pt x="217" y="123"/>
                  </a:cubicBezTo>
                  <a:cubicBezTo>
                    <a:pt x="220" y="113"/>
                    <a:pt x="218" y="106"/>
                    <a:pt x="217" y="96"/>
                  </a:cubicBezTo>
                  <a:cubicBezTo>
                    <a:pt x="218" y="95"/>
                    <a:pt x="219" y="94"/>
                    <a:pt x="223" y="94"/>
                  </a:cubicBezTo>
                  <a:cubicBezTo>
                    <a:pt x="230" y="99"/>
                    <a:pt x="227" y="113"/>
                    <a:pt x="235" y="115"/>
                  </a:cubicBezTo>
                  <a:close/>
                  <a:moveTo>
                    <a:pt x="249" y="119"/>
                  </a:moveTo>
                  <a:cubicBezTo>
                    <a:pt x="253" y="115"/>
                    <a:pt x="252" y="114"/>
                    <a:pt x="251" y="106"/>
                  </a:cubicBezTo>
                  <a:cubicBezTo>
                    <a:pt x="249" y="106"/>
                    <a:pt x="247" y="106"/>
                    <a:pt x="246" y="106"/>
                  </a:cubicBezTo>
                  <a:cubicBezTo>
                    <a:pt x="246" y="112"/>
                    <a:pt x="244" y="119"/>
                    <a:pt x="249" y="119"/>
                  </a:cubicBezTo>
                  <a:close/>
                  <a:moveTo>
                    <a:pt x="290" y="233"/>
                  </a:moveTo>
                  <a:cubicBezTo>
                    <a:pt x="297" y="251"/>
                    <a:pt x="272" y="261"/>
                    <a:pt x="263" y="261"/>
                  </a:cubicBezTo>
                  <a:cubicBezTo>
                    <a:pt x="235" y="262"/>
                    <a:pt x="235" y="227"/>
                    <a:pt x="219" y="217"/>
                  </a:cubicBezTo>
                  <a:cubicBezTo>
                    <a:pt x="206" y="218"/>
                    <a:pt x="190" y="215"/>
                    <a:pt x="185" y="225"/>
                  </a:cubicBezTo>
                  <a:cubicBezTo>
                    <a:pt x="187" y="239"/>
                    <a:pt x="203" y="232"/>
                    <a:pt x="206" y="243"/>
                  </a:cubicBezTo>
                  <a:cubicBezTo>
                    <a:pt x="211" y="266"/>
                    <a:pt x="157" y="273"/>
                    <a:pt x="131" y="267"/>
                  </a:cubicBezTo>
                  <a:cubicBezTo>
                    <a:pt x="113" y="262"/>
                    <a:pt x="104" y="241"/>
                    <a:pt x="98" y="224"/>
                  </a:cubicBezTo>
                  <a:cubicBezTo>
                    <a:pt x="85" y="224"/>
                    <a:pt x="75" y="213"/>
                    <a:pt x="62" y="218"/>
                  </a:cubicBezTo>
                  <a:cubicBezTo>
                    <a:pt x="60" y="232"/>
                    <a:pt x="73" y="233"/>
                    <a:pt x="74" y="247"/>
                  </a:cubicBezTo>
                  <a:cubicBezTo>
                    <a:pt x="77" y="282"/>
                    <a:pt x="35" y="266"/>
                    <a:pt x="10" y="256"/>
                  </a:cubicBezTo>
                  <a:cubicBezTo>
                    <a:pt x="24" y="218"/>
                    <a:pt x="2" y="167"/>
                    <a:pt x="20" y="137"/>
                  </a:cubicBezTo>
                  <a:cubicBezTo>
                    <a:pt x="32" y="118"/>
                    <a:pt x="64" y="108"/>
                    <a:pt x="97" y="113"/>
                  </a:cubicBezTo>
                  <a:cubicBezTo>
                    <a:pt x="107" y="114"/>
                    <a:pt x="136" y="127"/>
                    <a:pt x="145" y="110"/>
                  </a:cubicBezTo>
                  <a:cubicBezTo>
                    <a:pt x="145" y="98"/>
                    <a:pt x="139" y="90"/>
                    <a:pt x="134" y="82"/>
                  </a:cubicBezTo>
                  <a:cubicBezTo>
                    <a:pt x="137" y="63"/>
                    <a:pt x="131" y="50"/>
                    <a:pt x="135" y="36"/>
                  </a:cubicBezTo>
                  <a:cubicBezTo>
                    <a:pt x="143" y="0"/>
                    <a:pt x="173" y="3"/>
                    <a:pt x="207" y="8"/>
                  </a:cubicBezTo>
                  <a:cubicBezTo>
                    <a:pt x="213" y="6"/>
                    <a:pt x="211" y="14"/>
                    <a:pt x="211" y="18"/>
                  </a:cubicBezTo>
                  <a:cubicBezTo>
                    <a:pt x="216" y="18"/>
                    <a:pt x="228" y="22"/>
                    <a:pt x="234" y="27"/>
                  </a:cubicBezTo>
                  <a:cubicBezTo>
                    <a:pt x="224" y="61"/>
                    <a:pt x="251" y="79"/>
                    <a:pt x="269" y="96"/>
                  </a:cubicBezTo>
                  <a:cubicBezTo>
                    <a:pt x="282" y="123"/>
                    <a:pt x="285" y="167"/>
                    <a:pt x="263" y="184"/>
                  </a:cubicBezTo>
                  <a:cubicBezTo>
                    <a:pt x="262" y="204"/>
                    <a:pt x="268" y="218"/>
                    <a:pt x="275" y="229"/>
                  </a:cubicBezTo>
                  <a:cubicBezTo>
                    <a:pt x="282" y="229"/>
                    <a:pt x="289" y="228"/>
                    <a:pt x="290" y="2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0" name="Freeform 35">
              <a:extLst>
                <a:ext uri="{FF2B5EF4-FFF2-40B4-BE49-F238E27FC236}">
                  <a16:creationId xmlns:a16="http://schemas.microsoft.com/office/drawing/2014/main" id="{A66A0811-B010-B46B-D787-EBFBA71EA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098" y="5055235"/>
              <a:ext cx="357187" cy="352425"/>
            </a:xfrm>
            <a:custGeom>
              <a:avLst/>
              <a:gdLst>
                <a:gd name="T0" fmla="*/ 138 w 138"/>
                <a:gd name="T1" fmla="*/ 77 h 136"/>
                <a:gd name="T2" fmla="*/ 125 w 138"/>
                <a:gd name="T3" fmla="*/ 72 h 136"/>
                <a:gd name="T4" fmla="*/ 58 w 138"/>
                <a:gd name="T5" fmla="*/ 136 h 136"/>
                <a:gd name="T6" fmla="*/ 67 w 138"/>
                <a:gd name="T7" fmla="*/ 36 h 136"/>
                <a:gd name="T8" fmla="*/ 29 w 138"/>
                <a:gd name="T9" fmla="*/ 101 h 136"/>
                <a:gd name="T10" fmla="*/ 0 w 138"/>
                <a:gd name="T11" fmla="*/ 72 h 136"/>
                <a:gd name="T12" fmla="*/ 41 w 138"/>
                <a:gd name="T13" fmla="*/ 50 h 136"/>
                <a:gd name="T14" fmla="*/ 62 w 138"/>
                <a:gd name="T15" fmla="*/ 2 h 136"/>
                <a:gd name="T16" fmla="*/ 84 w 138"/>
                <a:gd name="T17" fmla="*/ 20 h 136"/>
                <a:gd name="T18" fmla="*/ 72 w 138"/>
                <a:gd name="T19" fmla="*/ 110 h 136"/>
                <a:gd name="T20" fmla="*/ 113 w 138"/>
                <a:gd name="T21" fmla="*/ 67 h 136"/>
                <a:gd name="T22" fmla="*/ 108 w 138"/>
                <a:gd name="T23" fmla="*/ 49 h 136"/>
                <a:gd name="T24" fmla="*/ 138 w 138"/>
                <a:gd name="T25" fmla="*/ 77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136">
                  <a:moveTo>
                    <a:pt x="138" y="77"/>
                  </a:moveTo>
                  <a:cubicBezTo>
                    <a:pt x="134" y="81"/>
                    <a:pt x="130" y="73"/>
                    <a:pt x="125" y="72"/>
                  </a:cubicBezTo>
                  <a:cubicBezTo>
                    <a:pt x="99" y="88"/>
                    <a:pt x="84" y="117"/>
                    <a:pt x="58" y="136"/>
                  </a:cubicBezTo>
                  <a:cubicBezTo>
                    <a:pt x="56" y="105"/>
                    <a:pt x="66" y="71"/>
                    <a:pt x="67" y="36"/>
                  </a:cubicBezTo>
                  <a:cubicBezTo>
                    <a:pt x="50" y="52"/>
                    <a:pt x="15" y="74"/>
                    <a:pt x="29" y="101"/>
                  </a:cubicBezTo>
                  <a:cubicBezTo>
                    <a:pt x="18" y="98"/>
                    <a:pt x="7" y="83"/>
                    <a:pt x="0" y="72"/>
                  </a:cubicBezTo>
                  <a:cubicBezTo>
                    <a:pt x="15" y="82"/>
                    <a:pt x="26" y="67"/>
                    <a:pt x="41" y="50"/>
                  </a:cubicBezTo>
                  <a:cubicBezTo>
                    <a:pt x="57" y="33"/>
                    <a:pt x="72" y="24"/>
                    <a:pt x="62" y="2"/>
                  </a:cubicBezTo>
                  <a:cubicBezTo>
                    <a:pt x="70" y="0"/>
                    <a:pt x="75" y="16"/>
                    <a:pt x="84" y="20"/>
                  </a:cubicBezTo>
                  <a:cubicBezTo>
                    <a:pt x="79" y="49"/>
                    <a:pt x="78" y="82"/>
                    <a:pt x="72" y="110"/>
                  </a:cubicBezTo>
                  <a:cubicBezTo>
                    <a:pt x="90" y="100"/>
                    <a:pt x="100" y="82"/>
                    <a:pt x="113" y="67"/>
                  </a:cubicBezTo>
                  <a:cubicBezTo>
                    <a:pt x="114" y="58"/>
                    <a:pt x="108" y="57"/>
                    <a:pt x="108" y="49"/>
                  </a:cubicBezTo>
                  <a:cubicBezTo>
                    <a:pt x="117" y="52"/>
                    <a:pt x="136" y="68"/>
                    <a:pt x="138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1" name="Freeform 36">
              <a:extLst>
                <a:ext uri="{FF2B5EF4-FFF2-40B4-BE49-F238E27FC236}">
                  <a16:creationId xmlns:a16="http://schemas.microsoft.com/office/drawing/2014/main" id="{73BCD84A-8793-9DEB-E7B5-D92B950D7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873" y="4920298"/>
              <a:ext cx="265112" cy="242888"/>
            </a:xfrm>
            <a:custGeom>
              <a:avLst/>
              <a:gdLst>
                <a:gd name="T0" fmla="*/ 74 w 102"/>
                <a:gd name="T1" fmla="*/ 0 h 94"/>
                <a:gd name="T2" fmla="*/ 102 w 102"/>
                <a:gd name="T3" fmla="*/ 37 h 94"/>
                <a:gd name="T4" fmla="*/ 87 w 102"/>
                <a:gd name="T5" fmla="*/ 29 h 94"/>
                <a:gd name="T6" fmla="*/ 25 w 102"/>
                <a:gd name="T7" fmla="*/ 80 h 94"/>
                <a:gd name="T8" fmla="*/ 28 w 102"/>
                <a:gd name="T9" fmla="*/ 94 h 94"/>
                <a:gd name="T10" fmla="*/ 0 w 102"/>
                <a:gd name="T11" fmla="*/ 58 h 94"/>
                <a:gd name="T12" fmla="*/ 15 w 102"/>
                <a:gd name="T13" fmla="*/ 64 h 94"/>
                <a:gd name="T14" fmla="*/ 77 w 102"/>
                <a:gd name="T15" fmla="*/ 15 h 94"/>
                <a:gd name="T16" fmla="*/ 74 w 102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94">
                  <a:moveTo>
                    <a:pt x="74" y="0"/>
                  </a:moveTo>
                  <a:cubicBezTo>
                    <a:pt x="85" y="2"/>
                    <a:pt x="99" y="25"/>
                    <a:pt x="102" y="37"/>
                  </a:cubicBezTo>
                  <a:cubicBezTo>
                    <a:pt x="94" y="35"/>
                    <a:pt x="94" y="29"/>
                    <a:pt x="87" y="29"/>
                  </a:cubicBezTo>
                  <a:cubicBezTo>
                    <a:pt x="66" y="44"/>
                    <a:pt x="44" y="61"/>
                    <a:pt x="25" y="80"/>
                  </a:cubicBezTo>
                  <a:cubicBezTo>
                    <a:pt x="25" y="86"/>
                    <a:pt x="32" y="88"/>
                    <a:pt x="28" y="94"/>
                  </a:cubicBezTo>
                  <a:cubicBezTo>
                    <a:pt x="16" y="85"/>
                    <a:pt x="9" y="72"/>
                    <a:pt x="0" y="58"/>
                  </a:cubicBezTo>
                  <a:cubicBezTo>
                    <a:pt x="6" y="53"/>
                    <a:pt x="9" y="64"/>
                    <a:pt x="15" y="64"/>
                  </a:cubicBezTo>
                  <a:cubicBezTo>
                    <a:pt x="36" y="49"/>
                    <a:pt x="59" y="34"/>
                    <a:pt x="77" y="15"/>
                  </a:cubicBezTo>
                  <a:cubicBezTo>
                    <a:pt x="79" y="7"/>
                    <a:pt x="74" y="6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2" name="Freeform 37">
              <a:extLst>
                <a:ext uri="{FF2B5EF4-FFF2-40B4-BE49-F238E27FC236}">
                  <a16:creationId xmlns:a16="http://schemas.microsoft.com/office/drawing/2014/main" id="{4C1F425D-B2DB-D9D4-4120-E430F9A74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710" y="4769485"/>
              <a:ext cx="320675" cy="184150"/>
            </a:xfrm>
            <a:custGeom>
              <a:avLst/>
              <a:gdLst>
                <a:gd name="T0" fmla="*/ 124 w 124"/>
                <a:gd name="T1" fmla="*/ 36 h 71"/>
                <a:gd name="T2" fmla="*/ 113 w 124"/>
                <a:gd name="T3" fmla="*/ 30 h 71"/>
                <a:gd name="T4" fmla="*/ 36 w 124"/>
                <a:gd name="T5" fmla="*/ 64 h 71"/>
                <a:gd name="T6" fmla="*/ 38 w 124"/>
                <a:gd name="T7" fmla="*/ 11 h 71"/>
                <a:gd name="T8" fmla="*/ 43 w 124"/>
                <a:gd name="T9" fmla="*/ 24 h 71"/>
                <a:gd name="T10" fmla="*/ 41 w 124"/>
                <a:gd name="T11" fmla="*/ 28 h 71"/>
                <a:gd name="T12" fmla="*/ 22 w 124"/>
                <a:gd name="T13" fmla="*/ 30 h 71"/>
                <a:gd name="T14" fmla="*/ 27 w 124"/>
                <a:gd name="T15" fmla="*/ 52 h 71"/>
                <a:gd name="T16" fmla="*/ 103 w 124"/>
                <a:gd name="T17" fmla="*/ 14 h 71"/>
                <a:gd name="T18" fmla="*/ 102 w 124"/>
                <a:gd name="T19" fmla="*/ 0 h 71"/>
                <a:gd name="T20" fmla="*/ 124 w 124"/>
                <a:gd name="T21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4" h="71">
                  <a:moveTo>
                    <a:pt x="124" y="36"/>
                  </a:moveTo>
                  <a:cubicBezTo>
                    <a:pt x="119" y="41"/>
                    <a:pt x="119" y="29"/>
                    <a:pt x="113" y="30"/>
                  </a:cubicBezTo>
                  <a:cubicBezTo>
                    <a:pt x="91" y="30"/>
                    <a:pt x="65" y="71"/>
                    <a:pt x="36" y="64"/>
                  </a:cubicBezTo>
                  <a:cubicBezTo>
                    <a:pt x="15" y="59"/>
                    <a:pt x="0" y="14"/>
                    <a:pt x="38" y="11"/>
                  </a:cubicBezTo>
                  <a:cubicBezTo>
                    <a:pt x="39" y="16"/>
                    <a:pt x="43" y="17"/>
                    <a:pt x="43" y="24"/>
                  </a:cubicBezTo>
                  <a:cubicBezTo>
                    <a:pt x="41" y="24"/>
                    <a:pt x="42" y="26"/>
                    <a:pt x="41" y="28"/>
                  </a:cubicBezTo>
                  <a:cubicBezTo>
                    <a:pt x="33" y="31"/>
                    <a:pt x="28" y="31"/>
                    <a:pt x="22" y="30"/>
                  </a:cubicBezTo>
                  <a:cubicBezTo>
                    <a:pt x="17" y="38"/>
                    <a:pt x="23" y="47"/>
                    <a:pt x="27" y="52"/>
                  </a:cubicBezTo>
                  <a:cubicBezTo>
                    <a:pt x="63" y="48"/>
                    <a:pt x="80" y="28"/>
                    <a:pt x="103" y="14"/>
                  </a:cubicBezTo>
                  <a:cubicBezTo>
                    <a:pt x="107" y="6"/>
                    <a:pt x="97" y="2"/>
                    <a:pt x="102" y="0"/>
                  </a:cubicBezTo>
                  <a:cubicBezTo>
                    <a:pt x="110" y="2"/>
                    <a:pt x="121" y="28"/>
                    <a:pt x="124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3" name="Freeform 38">
              <a:extLst>
                <a:ext uri="{FF2B5EF4-FFF2-40B4-BE49-F238E27FC236}">
                  <a16:creationId xmlns:a16="http://schemas.microsoft.com/office/drawing/2014/main" id="{C290AF30-39B5-8A06-559C-28C5571A92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560" y="4437698"/>
              <a:ext cx="307975" cy="287338"/>
            </a:xfrm>
            <a:custGeom>
              <a:avLst/>
              <a:gdLst>
                <a:gd name="T0" fmla="*/ 119 w 119"/>
                <a:gd name="T1" fmla="*/ 107 h 111"/>
                <a:gd name="T2" fmla="*/ 104 w 119"/>
                <a:gd name="T3" fmla="*/ 95 h 111"/>
                <a:gd name="T4" fmla="*/ 19 w 119"/>
                <a:gd name="T5" fmla="*/ 111 h 111"/>
                <a:gd name="T6" fmla="*/ 78 w 119"/>
                <a:gd name="T7" fmla="*/ 32 h 111"/>
                <a:gd name="T8" fmla="*/ 16 w 119"/>
                <a:gd name="T9" fmla="*/ 47 h 111"/>
                <a:gd name="T10" fmla="*/ 12 w 119"/>
                <a:gd name="T11" fmla="*/ 64 h 111"/>
                <a:gd name="T12" fmla="*/ 0 w 119"/>
                <a:gd name="T13" fmla="*/ 23 h 111"/>
                <a:gd name="T14" fmla="*/ 15 w 119"/>
                <a:gd name="T15" fmla="*/ 35 h 111"/>
                <a:gd name="T16" fmla="*/ 94 w 119"/>
                <a:gd name="T17" fmla="*/ 0 h 111"/>
                <a:gd name="T18" fmla="*/ 44 w 119"/>
                <a:gd name="T19" fmla="*/ 99 h 111"/>
                <a:gd name="T20" fmla="*/ 103 w 119"/>
                <a:gd name="T21" fmla="*/ 85 h 111"/>
                <a:gd name="T22" fmla="*/ 107 w 119"/>
                <a:gd name="T23" fmla="*/ 66 h 111"/>
                <a:gd name="T24" fmla="*/ 119 w 119"/>
                <a:gd name="T25" fmla="*/ 107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" h="111">
                  <a:moveTo>
                    <a:pt x="119" y="107"/>
                  </a:moveTo>
                  <a:cubicBezTo>
                    <a:pt x="108" y="109"/>
                    <a:pt x="111" y="96"/>
                    <a:pt x="104" y="95"/>
                  </a:cubicBezTo>
                  <a:cubicBezTo>
                    <a:pt x="77" y="96"/>
                    <a:pt x="45" y="110"/>
                    <a:pt x="19" y="111"/>
                  </a:cubicBezTo>
                  <a:cubicBezTo>
                    <a:pt x="33" y="80"/>
                    <a:pt x="61" y="61"/>
                    <a:pt x="78" y="32"/>
                  </a:cubicBezTo>
                  <a:cubicBezTo>
                    <a:pt x="61" y="33"/>
                    <a:pt x="34" y="39"/>
                    <a:pt x="16" y="47"/>
                  </a:cubicBezTo>
                  <a:cubicBezTo>
                    <a:pt x="14" y="51"/>
                    <a:pt x="16" y="61"/>
                    <a:pt x="12" y="64"/>
                  </a:cubicBezTo>
                  <a:cubicBezTo>
                    <a:pt x="4" y="56"/>
                    <a:pt x="5" y="37"/>
                    <a:pt x="0" y="23"/>
                  </a:cubicBezTo>
                  <a:cubicBezTo>
                    <a:pt x="11" y="21"/>
                    <a:pt x="8" y="34"/>
                    <a:pt x="15" y="35"/>
                  </a:cubicBezTo>
                  <a:cubicBezTo>
                    <a:pt x="45" y="29"/>
                    <a:pt x="88" y="33"/>
                    <a:pt x="94" y="0"/>
                  </a:cubicBezTo>
                  <a:cubicBezTo>
                    <a:pt x="118" y="42"/>
                    <a:pt x="56" y="68"/>
                    <a:pt x="44" y="99"/>
                  </a:cubicBezTo>
                  <a:cubicBezTo>
                    <a:pt x="65" y="95"/>
                    <a:pt x="85" y="91"/>
                    <a:pt x="103" y="85"/>
                  </a:cubicBezTo>
                  <a:cubicBezTo>
                    <a:pt x="105" y="80"/>
                    <a:pt x="103" y="71"/>
                    <a:pt x="107" y="66"/>
                  </a:cubicBezTo>
                  <a:cubicBezTo>
                    <a:pt x="115" y="75"/>
                    <a:pt x="114" y="95"/>
                    <a:pt x="119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4" name="Freeform 39">
              <a:extLst>
                <a:ext uri="{FF2B5EF4-FFF2-40B4-BE49-F238E27FC236}">
                  <a16:creationId xmlns:a16="http://schemas.microsoft.com/office/drawing/2014/main" id="{EC5ABF3C-40F8-0BEF-57C8-CD5583857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635" y="3866198"/>
              <a:ext cx="269875" cy="282575"/>
            </a:xfrm>
            <a:custGeom>
              <a:avLst/>
              <a:gdLst>
                <a:gd name="T0" fmla="*/ 100 w 104"/>
                <a:gd name="T1" fmla="*/ 0 h 109"/>
                <a:gd name="T2" fmla="*/ 100 w 104"/>
                <a:gd name="T3" fmla="*/ 30 h 109"/>
                <a:gd name="T4" fmla="*/ 29 w 104"/>
                <a:gd name="T5" fmla="*/ 83 h 109"/>
                <a:gd name="T6" fmla="*/ 96 w 104"/>
                <a:gd name="T7" fmla="*/ 68 h 109"/>
                <a:gd name="T8" fmla="*/ 99 w 104"/>
                <a:gd name="T9" fmla="*/ 109 h 109"/>
                <a:gd name="T10" fmla="*/ 87 w 104"/>
                <a:gd name="T11" fmla="*/ 92 h 109"/>
                <a:gd name="T12" fmla="*/ 1 w 104"/>
                <a:gd name="T13" fmla="*/ 91 h 109"/>
                <a:gd name="T14" fmla="*/ 78 w 104"/>
                <a:gd name="T15" fmla="*/ 26 h 109"/>
                <a:gd name="T16" fmla="*/ 13 w 104"/>
                <a:gd name="T17" fmla="*/ 28 h 109"/>
                <a:gd name="T18" fmla="*/ 7 w 104"/>
                <a:gd name="T19" fmla="*/ 43 h 109"/>
                <a:gd name="T20" fmla="*/ 5 w 104"/>
                <a:gd name="T21" fmla="*/ 1 h 109"/>
                <a:gd name="T22" fmla="*/ 12 w 104"/>
                <a:gd name="T23" fmla="*/ 15 h 109"/>
                <a:gd name="T24" fmla="*/ 88 w 104"/>
                <a:gd name="T25" fmla="*/ 15 h 109"/>
                <a:gd name="T26" fmla="*/ 95 w 104"/>
                <a:gd name="T27" fmla="*/ 0 h 109"/>
                <a:gd name="T28" fmla="*/ 100 w 104"/>
                <a:gd name="T2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9">
                  <a:moveTo>
                    <a:pt x="100" y="0"/>
                  </a:moveTo>
                  <a:cubicBezTo>
                    <a:pt x="100" y="10"/>
                    <a:pt x="100" y="20"/>
                    <a:pt x="100" y="30"/>
                  </a:cubicBezTo>
                  <a:cubicBezTo>
                    <a:pt x="76" y="47"/>
                    <a:pt x="52" y="66"/>
                    <a:pt x="29" y="83"/>
                  </a:cubicBezTo>
                  <a:cubicBezTo>
                    <a:pt x="52" y="86"/>
                    <a:pt x="95" y="93"/>
                    <a:pt x="96" y="68"/>
                  </a:cubicBezTo>
                  <a:cubicBezTo>
                    <a:pt x="104" y="73"/>
                    <a:pt x="100" y="100"/>
                    <a:pt x="99" y="109"/>
                  </a:cubicBezTo>
                  <a:cubicBezTo>
                    <a:pt x="91" y="107"/>
                    <a:pt x="94" y="93"/>
                    <a:pt x="87" y="92"/>
                  </a:cubicBezTo>
                  <a:cubicBezTo>
                    <a:pt x="58" y="91"/>
                    <a:pt x="27" y="95"/>
                    <a:pt x="1" y="91"/>
                  </a:cubicBezTo>
                  <a:cubicBezTo>
                    <a:pt x="22" y="63"/>
                    <a:pt x="55" y="50"/>
                    <a:pt x="78" y="26"/>
                  </a:cubicBezTo>
                  <a:cubicBezTo>
                    <a:pt x="62" y="28"/>
                    <a:pt x="29" y="24"/>
                    <a:pt x="13" y="28"/>
                  </a:cubicBezTo>
                  <a:cubicBezTo>
                    <a:pt x="10" y="30"/>
                    <a:pt x="11" y="39"/>
                    <a:pt x="7" y="43"/>
                  </a:cubicBezTo>
                  <a:cubicBezTo>
                    <a:pt x="0" y="36"/>
                    <a:pt x="3" y="10"/>
                    <a:pt x="5" y="1"/>
                  </a:cubicBezTo>
                  <a:cubicBezTo>
                    <a:pt x="12" y="1"/>
                    <a:pt x="8" y="12"/>
                    <a:pt x="12" y="15"/>
                  </a:cubicBezTo>
                  <a:cubicBezTo>
                    <a:pt x="35" y="19"/>
                    <a:pt x="66" y="21"/>
                    <a:pt x="88" y="15"/>
                  </a:cubicBezTo>
                  <a:cubicBezTo>
                    <a:pt x="91" y="11"/>
                    <a:pt x="95" y="7"/>
                    <a:pt x="95" y="0"/>
                  </a:cubicBezTo>
                  <a:cubicBezTo>
                    <a:pt x="96" y="0"/>
                    <a:pt x="99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5" name="Freeform 40">
              <a:extLst>
                <a:ext uri="{FF2B5EF4-FFF2-40B4-BE49-F238E27FC236}">
                  <a16:creationId xmlns:a16="http://schemas.microsoft.com/office/drawing/2014/main" id="{71683E3E-7FC7-D87B-D9C4-F28D7FD332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78635" y="4175760"/>
              <a:ext cx="269875" cy="271463"/>
            </a:xfrm>
            <a:custGeom>
              <a:avLst/>
              <a:gdLst>
                <a:gd name="T0" fmla="*/ 46 w 104"/>
                <a:gd name="T1" fmla="*/ 58 h 105"/>
                <a:gd name="T2" fmla="*/ 79 w 104"/>
                <a:gd name="T3" fmla="*/ 40 h 105"/>
                <a:gd name="T4" fmla="*/ 43 w 104"/>
                <a:gd name="T5" fmla="*/ 33 h 105"/>
                <a:gd name="T6" fmla="*/ 46 w 104"/>
                <a:gd name="T7" fmla="*/ 58 h 105"/>
                <a:gd name="T8" fmla="*/ 104 w 104"/>
                <a:gd name="T9" fmla="*/ 41 h 105"/>
                <a:gd name="T10" fmla="*/ 62 w 104"/>
                <a:gd name="T11" fmla="*/ 67 h 105"/>
                <a:gd name="T12" fmla="*/ 19 w 104"/>
                <a:gd name="T13" fmla="*/ 89 h 105"/>
                <a:gd name="T14" fmla="*/ 11 w 104"/>
                <a:gd name="T15" fmla="*/ 105 h 105"/>
                <a:gd name="T16" fmla="*/ 8 w 104"/>
                <a:gd name="T17" fmla="*/ 62 h 105"/>
                <a:gd name="T18" fmla="*/ 16 w 104"/>
                <a:gd name="T19" fmla="*/ 74 h 105"/>
                <a:gd name="T20" fmla="*/ 40 w 104"/>
                <a:gd name="T21" fmla="*/ 63 h 105"/>
                <a:gd name="T22" fmla="*/ 38 w 104"/>
                <a:gd name="T23" fmla="*/ 31 h 105"/>
                <a:gd name="T24" fmla="*/ 13 w 104"/>
                <a:gd name="T25" fmla="*/ 24 h 105"/>
                <a:gd name="T26" fmla="*/ 8 w 104"/>
                <a:gd name="T27" fmla="*/ 38 h 105"/>
                <a:gd name="T28" fmla="*/ 1 w 104"/>
                <a:gd name="T29" fmla="*/ 1 h 105"/>
                <a:gd name="T30" fmla="*/ 12 w 104"/>
                <a:gd name="T31" fmla="*/ 14 h 105"/>
                <a:gd name="T32" fmla="*/ 104 w 104"/>
                <a:gd name="T3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4" h="105">
                  <a:moveTo>
                    <a:pt x="46" y="58"/>
                  </a:moveTo>
                  <a:cubicBezTo>
                    <a:pt x="60" y="54"/>
                    <a:pt x="69" y="48"/>
                    <a:pt x="79" y="40"/>
                  </a:cubicBezTo>
                  <a:cubicBezTo>
                    <a:pt x="67" y="39"/>
                    <a:pt x="55" y="29"/>
                    <a:pt x="43" y="33"/>
                  </a:cubicBezTo>
                  <a:cubicBezTo>
                    <a:pt x="46" y="39"/>
                    <a:pt x="45" y="50"/>
                    <a:pt x="46" y="58"/>
                  </a:cubicBezTo>
                  <a:close/>
                  <a:moveTo>
                    <a:pt x="104" y="41"/>
                  </a:moveTo>
                  <a:cubicBezTo>
                    <a:pt x="95" y="55"/>
                    <a:pt x="77" y="59"/>
                    <a:pt x="62" y="67"/>
                  </a:cubicBezTo>
                  <a:cubicBezTo>
                    <a:pt x="47" y="74"/>
                    <a:pt x="34" y="83"/>
                    <a:pt x="19" y="89"/>
                  </a:cubicBezTo>
                  <a:cubicBezTo>
                    <a:pt x="17" y="96"/>
                    <a:pt x="17" y="105"/>
                    <a:pt x="11" y="105"/>
                  </a:cubicBezTo>
                  <a:cubicBezTo>
                    <a:pt x="12" y="89"/>
                    <a:pt x="5" y="73"/>
                    <a:pt x="8" y="62"/>
                  </a:cubicBezTo>
                  <a:cubicBezTo>
                    <a:pt x="14" y="62"/>
                    <a:pt x="12" y="71"/>
                    <a:pt x="16" y="74"/>
                  </a:cubicBezTo>
                  <a:cubicBezTo>
                    <a:pt x="25" y="72"/>
                    <a:pt x="32" y="67"/>
                    <a:pt x="40" y="63"/>
                  </a:cubicBezTo>
                  <a:cubicBezTo>
                    <a:pt x="41" y="50"/>
                    <a:pt x="38" y="43"/>
                    <a:pt x="38" y="31"/>
                  </a:cubicBezTo>
                  <a:cubicBezTo>
                    <a:pt x="32" y="22"/>
                    <a:pt x="25" y="25"/>
                    <a:pt x="13" y="24"/>
                  </a:cubicBezTo>
                  <a:cubicBezTo>
                    <a:pt x="7" y="24"/>
                    <a:pt x="13" y="36"/>
                    <a:pt x="8" y="38"/>
                  </a:cubicBezTo>
                  <a:cubicBezTo>
                    <a:pt x="0" y="33"/>
                    <a:pt x="3" y="14"/>
                    <a:pt x="1" y="1"/>
                  </a:cubicBezTo>
                  <a:cubicBezTo>
                    <a:pt x="10" y="0"/>
                    <a:pt x="8" y="10"/>
                    <a:pt x="12" y="14"/>
                  </a:cubicBezTo>
                  <a:cubicBezTo>
                    <a:pt x="41" y="24"/>
                    <a:pt x="76" y="29"/>
                    <a:pt x="104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</p:grpSp>
      <p:sp>
        <p:nvSpPr>
          <p:cNvPr id="5" name="椭圆 4">
            <a:extLst>
              <a:ext uri="{FF2B5EF4-FFF2-40B4-BE49-F238E27FC236}">
                <a16:creationId xmlns:a16="http://schemas.microsoft.com/office/drawing/2014/main" id="{32D2C551-1AF0-1441-97EE-1642CDC106F4}"/>
              </a:ext>
            </a:extLst>
          </p:cNvPr>
          <p:cNvSpPr/>
          <p:nvPr/>
        </p:nvSpPr>
        <p:spPr>
          <a:xfrm>
            <a:off x="2028715" y="1357323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1</a:t>
            </a:r>
            <a:endParaRPr lang="zh-CN" altLang="en-US" sz="2400" dirty="0">
              <a:latin typeface="+mn-ea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669015C-A114-5D0A-C7D7-3D68548E11BD}"/>
              </a:ext>
            </a:extLst>
          </p:cNvPr>
          <p:cNvSpPr/>
          <p:nvPr/>
        </p:nvSpPr>
        <p:spPr>
          <a:xfrm>
            <a:off x="2028715" y="2315408"/>
            <a:ext cx="377936" cy="3779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2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B97842C-AB34-2318-FC72-899D0A02FBB1}"/>
              </a:ext>
            </a:extLst>
          </p:cNvPr>
          <p:cNvSpPr/>
          <p:nvPr/>
        </p:nvSpPr>
        <p:spPr>
          <a:xfrm>
            <a:off x="2028715" y="3273494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3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BBCA9DA-C0E3-250E-2607-85F201711D92}"/>
              </a:ext>
            </a:extLst>
          </p:cNvPr>
          <p:cNvSpPr/>
          <p:nvPr/>
        </p:nvSpPr>
        <p:spPr>
          <a:xfrm>
            <a:off x="2028715" y="4250542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4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9F4EA58-2D21-B096-DE43-601EDC08395A}"/>
              </a:ext>
            </a:extLst>
          </p:cNvPr>
          <p:cNvSpPr/>
          <p:nvPr/>
        </p:nvSpPr>
        <p:spPr>
          <a:xfrm>
            <a:off x="2028715" y="5192778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5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3" name="文本占位符 22">
            <a:extLst>
              <a:ext uri="{FF2B5EF4-FFF2-40B4-BE49-F238E27FC236}">
                <a16:creationId xmlns:a16="http://schemas.microsoft.com/office/drawing/2014/main" id="{37A6DDFD-E504-8E3D-1AF2-321C9CE5B1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6819" y="1293686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4" name="文本占位符 22">
            <a:extLst>
              <a:ext uri="{FF2B5EF4-FFF2-40B4-BE49-F238E27FC236}">
                <a16:creationId xmlns:a16="http://schemas.microsoft.com/office/drawing/2014/main" id="{2B5AA712-64EC-5C09-FCF6-0225BD3B1B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96819" y="2245518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5" name="文本占位符 22">
            <a:extLst>
              <a:ext uri="{FF2B5EF4-FFF2-40B4-BE49-F238E27FC236}">
                <a16:creationId xmlns:a16="http://schemas.microsoft.com/office/drawing/2014/main" id="{F3C60BF2-0AC4-FA3C-8327-243CEE8C16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6819" y="3197350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6" name="文本占位符 22">
            <a:extLst>
              <a:ext uri="{FF2B5EF4-FFF2-40B4-BE49-F238E27FC236}">
                <a16:creationId xmlns:a16="http://schemas.microsoft.com/office/drawing/2014/main" id="{EE3E7D4F-980F-4A62-ECC7-94D085ACBA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96819" y="4149182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7" name="文本占位符 22">
            <a:extLst>
              <a:ext uri="{FF2B5EF4-FFF2-40B4-BE49-F238E27FC236}">
                <a16:creationId xmlns:a16="http://schemas.microsoft.com/office/drawing/2014/main" id="{A61553FE-DC04-10B5-6D4A-0465CE167B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96819" y="5101013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605889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（五节_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76B31C-484D-1243-346E-0D8FEF10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36020" y="6538913"/>
            <a:ext cx="601472" cy="319088"/>
          </a:xfrm>
        </p:spPr>
        <p:txBody>
          <a:bodyPr/>
          <a:lstStyle>
            <a:lvl1pPr>
              <a:defRPr lang="en-US" altLang="zh-CN" sz="1600" kern="1200" dirty="0" smtClean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05389D-C31E-4256-1684-8F4385C7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2112" y="6538913"/>
            <a:ext cx="673608" cy="319088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C87181AA-4DAD-42D9-B724-3F8AD1554AD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8EC224A-60D3-3041-D2B7-8A3EFFA30928}"/>
              </a:ext>
            </a:extLst>
          </p:cNvPr>
          <p:cNvGrpSpPr/>
          <p:nvPr userDrawn="1"/>
        </p:nvGrpSpPr>
        <p:grpSpPr>
          <a:xfrm>
            <a:off x="9371152" y="825910"/>
            <a:ext cx="4209136" cy="5349742"/>
            <a:chOff x="1508760" y="1972310"/>
            <a:chExt cx="3309937" cy="4206875"/>
          </a:xfrm>
          <a:solidFill>
            <a:schemeClr val="accent1">
              <a:alpha val="15000"/>
            </a:schemeClr>
          </a:solidFill>
        </p:grpSpPr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B1B0C16C-5953-AFF3-A85A-6BF2B1EB5F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08760" y="1972310"/>
              <a:ext cx="3309937" cy="4206875"/>
            </a:xfrm>
            <a:custGeom>
              <a:avLst/>
              <a:gdLst>
                <a:gd name="T0" fmla="*/ 1226 w 1275"/>
                <a:gd name="T1" fmla="*/ 588 h 1621"/>
                <a:gd name="T2" fmla="*/ 1228 w 1275"/>
                <a:gd name="T3" fmla="*/ 60 h 1621"/>
                <a:gd name="T4" fmla="*/ 935 w 1275"/>
                <a:gd name="T5" fmla="*/ 117 h 1621"/>
                <a:gd name="T6" fmla="*/ 644 w 1275"/>
                <a:gd name="T7" fmla="*/ 51 h 1621"/>
                <a:gd name="T8" fmla="*/ 88 w 1275"/>
                <a:gd name="T9" fmla="*/ 72 h 1621"/>
                <a:gd name="T10" fmla="*/ 59 w 1275"/>
                <a:gd name="T11" fmla="*/ 63 h 1621"/>
                <a:gd name="T12" fmla="*/ 61 w 1275"/>
                <a:gd name="T13" fmla="*/ 589 h 1621"/>
                <a:gd name="T14" fmla="*/ 96 w 1275"/>
                <a:gd name="T15" fmla="*/ 1079 h 1621"/>
                <a:gd name="T16" fmla="*/ 308 w 1275"/>
                <a:gd name="T17" fmla="*/ 1392 h 1621"/>
                <a:gd name="T18" fmla="*/ 646 w 1275"/>
                <a:gd name="T19" fmla="*/ 1572 h 1621"/>
                <a:gd name="T20" fmla="*/ 980 w 1275"/>
                <a:gd name="T21" fmla="*/ 1392 h 1621"/>
                <a:gd name="T22" fmla="*/ 1190 w 1275"/>
                <a:gd name="T23" fmla="*/ 1079 h 1621"/>
                <a:gd name="T24" fmla="*/ 1226 w 1275"/>
                <a:gd name="T25" fmla="*/ 588 h 1621"/>
                <a:gd name="T26" fmla="*/ 1267 w 1275"/>
                <a:gd name="T27" fmla="*/ 3 h 1621"/>
                <a:gd name="T28" fmla="*/ 1265 w 1275"/>
                <a:gd name="T29" fmla="*/ 566 h 1621"/>
                <a:gd name="T30" fmla="*/ 1228 w 1275"/>
                <a:gd name="T31" fmla="*/ 1092 h 1621"/>
                <a:gd name="T32" fmla="*/ 996 w 1275"/>
                <a:gd name="T33" fmla="*/ 1418 h 1621"/>
                <a:gd name="T34" fmla="*/ 643 w 1275"/>
                <a:gd name="T35" fmla="*/ 1621 h 1621"/>
                <a:gd name="T36" fmla="*/ 336 w 1275"/>
                <a:gd name="T37" fmla="*/ 1452 h 1621"/>
                <a:gd name="T38" fmla="*/ 107 w 1275"/>
                <a:gd name="T39" fmla="*/ 1203 h 1621"/>
                <a:gd name="T40" fmla="*/ 41 w 1275"/>
                <a:gd name="T41" fmla="*/ 1028 h 1621"/>
                <a:gd name="T42" fmla="*/ 17 w 1275"/>
                <a:gd name="T43" fmla="*/ 318 h 1621"/>
                <a:gd name="T44" fmla="*/ 17 w 1275"/>
                <a:gd name="T45" fmla="*/ 0 h 1621"/>
                <a:gd name="T46" fmla="*/ 331 w 1275"/>
                <a:gd name="T47" fmla="*/ 82 h 1621"/>
                <a:gd name="T48" fmla="*/ 644 w 1275"/>
                <a:gd name="T49" fmla="*/ 7 h 1621"/>
                <a:gd name="T50" fmla="*/ 962 w 1275"/>
                <a:gd name="T51" fmla="*/ 82 h 1621"/>
                <a:gd name="T52" fmla="*/ 1238 w 1275"/>
                <a:gd name="T53" fmla="*/ 17 h 1621"/>
                <a:gd name="T54" fmla="*/ 1267 w 1275"/>
                <a:gd name="T55" fmla="*/ 3 h 1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5" h="1621">
                  <a:moveTo>
                    <a:pt x="1226" y="588"/>
                  </a:moveTo>
                  <a:cubicBezTo>
                    <a:pt x="1226" y="410"/>
                    <a:pt x="1227" y="232"/>
                    <a:pt x="1228" y="60"/>
                  </a:cubicBezTo>
                  <a:cubicBezTo>
                    <a:pt x="1146" y="96"/>
                    <a:pt x="1049" y="120"/>
                    <a:pt x="935" y="117"/>
                  </a:cubicBezTo>
                  <a:cubicBezTo>
                    <a:pt x="827" y="116"/>
                    <a:pt x="720" y="94"/>
                    <a:pt x="644" y="51"/>
                  </a:cubicBezTo>
                  <a:cubicBezTo>
                    <a:pt x="511" y="134"/>
                    <a:pt x="242" y="136"/>
                    <a:pt x="88" y="72"/>
                  </a:cubicBezTo>
                  <a:cubicBezTo>
                    <a:pt x="79" y="68"/>
                    <a:pt x="68" y="60"/>
                    <a:pt x="59" y="63"/>
                  </a:cubicBezTo>
                  <a:cubicBezTo>
                    <a:pt x="57" y="236"/>
                    <a:pt x="61" y="413"/>
                    <a:pt x="61" y="589"/>
                  </a:cubicBezTo>
                  <a:cubicBezTo>
                    <a:pt x="61" y="769"/>
                    <a:pt x="50" y="941"/>
                    <a:pt x="96" y="1079"/>
                  </a:cubicBezTo>
                  <a:cubicBezTo>
                    <a:pt x="140" y="1211"/>
                    <a:pt x="213" y="1316"/>
                    <a:pt x="308" y="1392"/>
                  </a:cubicBezTo>
                  <a:cubicBezTo>
                    <a:pt x="404" y="1466"/>
                    <a:pt x="529" y="1507"/>
                    <a:pt x="646" y="1572"/>
                  </a:cubicBezTo>
                  <a:cubicBezTo>
                    <a:pt x="760" y="1505"/>
                    <a:pt x="885" y="1467"/>
                    <a:pt x="980" y="1392"/>
                  </a:cubicBezTo>
                  <a:cubicBezTo>
                    <a:pt x="1074" y="1314"/>
                    <a:pt x="1148" y="1212"/>
                    <a:pt x="1190" y="1079"/>
                  </a:cubicBezTo>
                  <a:cubicBezTo>
                    <a:pt x="1233" y="940"/>
                    <a:pt x="1226" y="768"/>
                    <a:pt x="1226" y="588"/>
                  </a:cubicBezTo>
                  <a:close/>
                  <a:moveTo>
                    <a:pt x="1267" y="3"/>
                  </a:moveTo>
                  <a:cubicBezTo>
                    <a:pt x="1275" y="189"/>
                    <a:pt x="1259" y="379"/>
                    <a:pt x="1265" y="566"/>
                  </a:cubicBezTo>
                  <a:cubicBezTo>
                    <a:pt x="1270" y="752"/>
                    <a:pt x="1275" y="946"/>
                    <a:pt x="1228" y="1092"/>
                  </a:cubicBezTo>
                  <a:cubicBezTo>
                    <a:pt x="1183" y="1231"/>
                    <a:pt x="1098" y="1340"/>
                    <a:pt x="996" y="1418"/>
                  </a:cubicBezTo>
                  <a:cubicBezTo>
                    <a:pt x="891" y="1499"/>
                    <a:pt x="760" y="1545"/>
                    <a:pt x="643" y="1621"/>
                  </a:cubicBezTo>
                  <a:cubicBezTo>
                    <a:pt x="543" y="1551"/>
                    <a:pt x="430" y="1514"/>
                    <a:pt x="336" y="1452"/>
                  </a:cubicBezTo>
                  <a:cubicBezTo>
                    <a:pt x="242" y="1390"/>
                    <a:pt x="165" y="1307"/>
                    <a:pt x="107" y="1203"/>
                  </a:cubicBezTo>
                  <a:cubicBezTo>
                    <a:pt x="78" y="1150"/>
                    <a:pt x="54" y="1092"/>
                    <a:pt x="41" y="1028"/>
                  </a:cubicBezTo>
                  <a:cubicBezTo>
                    <a:pt x="0" y="825"/>
                    <a:pt x="33" y="554"/>
                    <a:pt x="17" y="318"/>
                  </a:cubicBezTo>
                  <a:cubicBezTo>
                    <a:pt x="17" y="212"/>
                    <a:pt x="17" y="106"/>
                    <a:pt x="17" y="0"/>
                  </a:cubicBezTo>
                  <a:cubicBezTo>
                    <a:pt x="98" y="48"/>
                    <a:pt x="205" y="82"/>
                    <a:pt x="331" y="82"/>
                  </a:cubicBezTo>
                  <a:cubicBezTo>
                    <a:pt x="452" y="82"/>
                    <a:pt x="563" y="60"/>
                    <a:pt x="644" y="7"/>
                  </a:cubicBezTo>
                  <a:cubicBezTo>
                    <a:pt x="720" y="60"/>
                    <a:pt x="837" y="82"/>
                    <a:pt x="962" y="82"/>
                  </a:cubicBezTo>
                  <a:cubicBezTo>
                    <a:pt x="1067" y="82"/>
                    <a:pt x="1166" y="55"/>
                    <a:pt x="1238" y="17"/>
                  </a:cubicBezTo>
                  <a:cubicBezTo>
                    <a:pt x="1250" y="11"/>
                    <a:pt x="1260" y="2"/>
                    <a:pt x="1267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E8FFA7DF-B644-4817-3099-3219A1B2E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7523" y="3866198"/>
              <a:ext cx="269875" cy="249238"/>
            </a:xfrm>
            <a:custGeom>
              <a:avLst/>
              <a:gdLst>
                <a:gd name="T0" fmla="*/ 98 w 104"/>
                <a:gd name="T1" fmla="*/ 26 h 96"/>
                <a:gd name="T2" fmla="*/ 98 w 104"/>
                <a:gd name="T3" fmla="*/ 73 h 96"/>
                <a:gd name="T4" fmla="*/ 93 w 104"/>
                <a:gd name="T5" fmla="*/ 58 h 96"/>
                <a:gd name="T6" fmla="*/ 15 w 104"/>
                <a:gd name="T7" fmla="*/ 82 h 96"/>
                <a:gd name="T8" fmla="*/ 6 w 104"/>
                <a:gd name="T9" fmla="*/ 96 h 96"/>
                <a:gd name="T10" fmla="*/ 5 w 104"/>
                <a:gd name="T11" fmla="*/ 53 h 96"/>
                <a:gd name="T12" fmla="*/ 10 w 104"/>
                <a:gd name="T13" fmla="*/ 66 h 96"/>
                <a:gd name="T14" fmla="*/ 51 w 104"/>
                <a:gd name="T15" fmla="*/ 47 h 96"/>
                <a:gd name="T16" fmla="*/ 15 w 104"/>
                <a:gd name="T17" fmla="*/ 22 h 96"/>
                <a:gd name="T18" fmla="*/ 6 w 104"/>
                <a:gd name="T19" fmla="*/ 35 h 96"/>
                <a:gd name="T20" fmla="*/ 5 w 104"/>
                <a:gd name="T21" fmla="*/ 0 h 96"/>
                <a:gd name="T22" fmla="*/ 10 w 104"/>
                <a:gd name="T23" fmla="*/ 0 h 96"/>
                <a:gd name="T24" fmla="*/ 92 w 104"/>
                <a:gd name="T25" fmla="*/ 40 h 96"/>
                <a:gd name="T26" fmla="*/ 98 w 104"/>
                <a:gd name="T27" fmla="*/ 2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96">
                  <a:moveTo>
                    <a:pt x="98" y="26"/>
                  </a:moveTo>
                  <a:cubicBezTo>
                    <a:pt x="104" y="35"/>
                    <a:pt x="99" y="57"/>
                    <a:pt x="98" y="73"/>
                  </a:cubicBezTo>
                  <a:cubicBezTo>
                    <a:pt x="92" y="73"/>
                    <a:pt x="97" y="62"/>
                    <a:pt x="93" y="58"/>
                  </a:cubicBezTo>
                  <a:cubicBezTo>
                    <a:pt x="56" y="49"/>
                    <a:pt x="38" y="72"/>
                    <a:pt x="15" y="82"/>
                  </a:cubicBezTo>
                  <a:cubicBezTo>
                    <a:pt x="11" y="84"/>
                    <a:pt x="10" y="92"/>
                    <a:pt x="6" y="96"/>
                  </a:cubicBezTo>
                  <a:cubicBezTo>
                    <a:pt x="0" y="90"/>
                    <a:pt x="2" y="63"/>
                    <a:pt x="5" y="53"/>
                  </a:cubicBezTo>
                  <a:cubicBezTo>
                    <a:pt x="10" y="53"/>
                    <a:pt x="9" y="62"/>
                    <a:pt x="10" y="66"/>
                  </a:cubicBezTo>
                  <a:cubicBezTo>
                    <a:pt x="26" y="62"/>
                    <a:pt x="35" y="50"/>
                    <a:pt x="51" y="47"/>
                  </a:cubicBezTo>
                  <a:cubicBezTo>
                    <a:pt x="42" y="36"/>
                    <a:pt x="28" y="29"/>
                    <a:pt x="15" y="22"/>
                  </a:cubicBezTo>
                  <a:cubicBezTo>
                    <a:pt x="6" y="20"/>
                    <a:pt x="13" y="35"/>
                    <a:pt x="6" y="35"/>
                  </a:cubicBezTo>
                  <a:cubicBezTo>
                    <a:pt x="0" y="30"/>
                    <a:pt x="7" y="11"/>
                    <a:pt x="5" y="0"/>
                  </a:cubicBezTo>
                  <a:cubicBezTo>
                    <a:pt x="6" y="0"/>
                    <a:pt x="9" y="0"/>
                    <a:pt x="10" y="0"/>
                  </a:cubicBezTo>
                  <a:cubicBezTo>
                    <a:pt x="24" y="25"/>
                    <a:pt x="53" y="47"/>
                    <a:pt x="92" y="40"/>
                  </a:cubicBezTo>
                  <a:cubicBezTo>
                    <a:pt x="97" y="39"/>
                    <a:pt x="93" y="28"/>
                    <a:pt x="98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5DBCCBBB-5E1B-5C78-2097-9355459CD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348" y="4140835"/>
              <a:ext cx="265112" cy="244475"/>
            </a:xfrm>
            <a:custGeom>
              <a:avLst/>
              <a:gdLst>
                <a:gd name="T0" fmla="*/ 98 w 102"/>
                <a:gd name="T1" fmla="*/ 27 h 94"/>
                <a:gd name="T2" fmla="*/ 98 w 102"/>
                <a:gd name="T3" fmla="*/ 72 h 94"/>
                <a:gd name="T4" fmla="*/ 93 w 102"/>
                <a:gd name="T5" fmla="*/ 58 h 94"/>
                <a:gd name="T6" fmla="*/ 10 w 102"/>
                <a:gd name="T7" fmla="*/ 53 h 94"/>
                <a:gd name="T8" fmla="*/ 28 w 102"/>
                <a:gd name="T9" fmla="*/ 89 h 94"/>
                <a:gd name="T10" fmla="*/ 0 w 102"/>
                <a:gd name="T11" fmla="*/ 89 h 94"/>
                <a:gd name="T12" fmla="*/ 3 w 102"/>
                <a:gd name="T13" fmla="*/ 3 h 94"/>
                <a:gd name="T14" fmla="*/ 30 w 102"/>
                <a:gd name="T15" fmla="*/ 5 h 94"/>
                <a:gd name="T16" fmla="*/ 10 w 102"/>
                <a:gd name="T17" fmla="*/ 37 h 94"/>
                <a:gd name="T18" fmla="*/ 89 w 102"/>
                <a:gd name="T19" fmla="*/ 40 h 94"/>
                <a:gd name="T20" fmla="*/ 98 w 102"/>
                <a:gd name="T21" fmla="*/ 2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94">
                  <a:moveTo>
                    <a:pt x="98" y="27"/>
                  </a:moveTo>
                  <a:cubicBezTo>
                    <a:pt x="102" y="33"/>
                    <a:pt x="99" y="61"/>
                    <a:pt x="98" y="72"/>
                  </a:cubicBezTo>
                  <a:cubicBezTo>
                    <a:pt x="91" y="72"/>
                    <a:pt x="93" y="65"/>
                    <a:pt x="93" y="58"/>
                  </a:cubicBezTo>
                  <a:cubicBezTo>
                    <a:pt x="67" y="53"/>
                    <a:pt x="35" y="57"/>
                    <a:pt x="10" y="53"/>
                  </a:cubicBezTo>
                  <a:cubicBezTo>
                    <a:pt x="0" y="73"/>
                    <a:pt x="21" y="78"/>
                    <a:pt x="28" y="89"/>
                  </a:cubicBezTo>
                  <a:cubicBezTo>
                    <a:pt x="21" y="94"/>
                    <a:pt x="10" y="89"/>
                    <a:pt x="0" y="89"/>
                  </a:cubicBezTo>
                  <a:cubicBezTo>
                    <a:pt x="2" y="61"/>
                    <a:pt x="2" y="32"/>
                    <a:pt x="3" y="3"/>
                  </a:cubicBezTo>
                  <a:cubicBezTo>
                    <a:pt x="12" y="4"/>
                    <a:pt x="24" y="0"/>
                    <a:pt x="30" y="5"/>
                  </a:cubicBezTo>
                  <a:cubicBezTo>
                    <a:pt x="23" y="15"/>
                    <a:pt x="3" y="14"/>
                    <a:pt x="10" y="37"/>
                  </a:cubicBezTo>
                  <a:cubicBezTo>
                    <a:pt x="35" y="40"/>
                    <a:pt x="57" y="40"/>
                    <a:pt x="89" y="40"/>
                  </a:cubicBezTo>
                  <a:cubicBezTo>
                    <a:pt x="95" y="39"/>
                    <a:pt x="91" y="28"/>
                    <a:pt x="98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AC83772D-8A91-F3BD-5AC9-C5C530D2F8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2223" y="2431098"/>
              <a:ext cx="765175" cy="695325"/>
            </a:xfrm>
            <a:custGeom>
              <a:avLst/>
              <a:gdLst>
                <a:gd name="T0" fmla="*/ 47 w 295"/>
                <a:gd name="T1" fmla="*/ 102 h 268"/>
                <a:gd name="T2" fmla="*/ 56 w 295"/>
                <a:gd name="T3" fmla="*/ 77 h 268"/>
                <a:gd name="T4" fmla="*/ 56 w 295"/>
                <a:gd name="T5" fmla="*/ 77 h 268"/>
                <a:gd name="T6" fmla="*/ 92 w 295"/>
                <a:gd name="T7" fmla="*/ 116 h 268"/>
                <a:gd name="T8" fmla="*/ 107 w 295"/>
                <a:gd name="T9" fmla="*/ 124 h 268"/>
                <a:gd name="T10" fmla="*/ 83 w 295"/>
                <a:gd name="T11" fmla="*/ 69 h 268"/>
                <a:gd name="T12" fmla="*/ 119 w 295"/>
                <a:gd name="T13" fmla="*/ 55 h 268"/>
                <a:gd name="T14" fmla="*/ 119 w 295"/>
                <a:gd name="T15" fmla="*/ 55 h 268"/>
                <a:gd name="T16" fmla="*/ 114 w 295"/>
                <a:gd name="T17" fmla="*/ 16 h 268"/>
                <a:gd name="T18" fmla="*/ 143 w 295"/>
                <a:gd name="T19" fmla="*/ 133 h 268"/>
                <a:gd name="T20" fmla="*/ 130 w 295"/>
                <a:gd name="T21" fmla="*/ 84 h 268"/>
                <a:gd name="T22" fmla="*/ 107 w 295"/>
                <a:gd name="T23" fmla="*/ 88 h 268"/>
                <a:gd name="T24" fmla="*/ 60 w 295"/>
                <a:gd name="T25" fmla="*/ 111 h 268"/>
                <a:gd name="T26" fmla="*/ 77 w 295"/>
                <a:gd name="T27" fmla="*/ 97 h 268"/>
                <a:gd name="T28" fmla="*/ 88 w 295"/>
                <a:gd name="T29" fmla="*/ 106 h 268"/>
                <a:gd name="T30" fmla="*/ 143 w 295"/>
                <a:gd name="T31" fmla="*/ 133 h 268"/>
                <a:gd name="T32" fmla="*/ 146 w 295"/>
                <a:gd name="T33" fmla="*/ 25 h 268"/>
                <a:gd name="T34" fmla="*/ 147 w 295"/>
                <a:gd name="T35" fmla="*/ 34 h 268"/>
                <a:gd name="T36" fmla="*/ 151 w 295"/>
                <a:gd name="T37" fmla="*/ 183 h 268"/>
                <a:gd name="T38" fmla="*/ 109 w 295"/>
                <a:gd name="T39" fmla="*/ 147 h 268"/>
                <a:gd name="T40" fmla="*/ 97 w 295"/>
                <a:gd name="T41" fmla="*/ 133 h 268"/>
                <a:gd name="T42" fmla="*/ 97 w 295"/>
                <a:gd name="T43" fmla="*/ 158 h 268"/>
                <a:gd name="T44" fmla="*/ 148 w 295"/>
                <a:gd name="T45" fmla="*/ 201 h 268"/>
                <a:gd name="T46" fmla="*/ 134 w 295"/>
                <a:gd name="T47" fmla="*/ 214 h 268"/>
                <a:gd name="T48" fmla="*/ 109 w 295"/>
                <a:gd name="T49" fmla="*/ 240 h 268"/>
                <a:gd name="T50" fmla="*/ 140 w 295"/>
                <a:gd name="T51" fmla="*/ 224 h 268"/>
                <a:gd name="T52" fmla="*/ 158 w 295"/>
                <a:gd name="T53" fmla="*/ 215 h 268"/>
                <a:gd name="T54" fmla="*/ 146 w 295"/>
                <a:gd name="T55" fmla="*/ 153 h 268"/>
                <a:gd name="T56" fmla="*/ 159 w 295"/>
                <a:gd name="T57" fmla="*/ 159 h 268"/>
                <a:gd name="T58" fmla="*/ 164 w 295"/>
                <a:gd name="T59" fmla="*/ 136 h 268"/>
                <a:gd name="T60" fmla="*/ 200 w 295"/>
                <a:gd name="T61" fmla="*/ 129 h 268"/>
                <a:gd name="T62" fmla="*/ 193 w 295"/>
                <a:gd name="T63" fmla="*/ 120 h 268"/>
                <a:gd name="T64" fmla="*/ 200 w 295"/>
                <a:gd name="T65" fmla="*/ 129 h 268"/>
                <a:gd name="T66" fmla="*/ 242 w 295"/>
                <a:gd name="T67" fmla="*/ 133 h 268"/>
                <a:gd name="T68" fmla="*/ 263 w 295"/>
                <a:gd name="T69" fmla="*/ 206 h 268"/>
                <a:gd name="T70" fmla="*/ 244 w 295"/>
                <a:gd name="T71" fmla="*/ 168 h 268"/>
                <a:gd name="T72" fmla="*/ 241 w 295"/>
                <a:gd name="T73" fmla="*/ 177 h 268"/>
                <a:gd name="T74" fmla="*/ 270 w 295"/>
                <a:gd name="T75" fmla="*/ 155 h 268"/>
                <a:gd name="T76" fmla="*/ 255 w 295"/>
                <a:gd name="T77" fmla="*/ 155 h 268"/>
                <a:gd name="T78" fmla="*/ 270 w 295"/>
                <a:gd name="T79" fmla="*/ 183 h 268"/>
                <a:gd name="T80" fmla="*/ 270 w 295"/>
                <a:gd name="T81" fmla="*/ 183 h 268"/>
                <a:gd name="T82" fmla="*/ 283 w 295"/>
                <a:gd name="T83" fmla="*/ 252 h 268"/>
                <a:gd name="T84" fmla="*/ 231 w 295"/>
                <a:gd name="T85" fmla="*/ 217 h 268"/>
                <a:gd name="T86" fmla="*/ 160 w 295"/>
                <a:gd name="T87" fmla="*/ 264 h 268"/>
                <a:gd name="T88" fmla="*/ 107 w 295"/>
                <a:gd name="T89" fmla="*/ 224 h 268"/>
                <a:gd name="T90" fmla="*/ 30 w 295"/>
                <a:gd name="T91" fmla="*/ 258 h 268"/>
                <a:gd name="T92" fmla="*/ 19 w 295"/>
                <a:gd name="T93" fmla="*/ 224 h 268"/>
                <a:gd name="T94" fmla="*/ 64 w 295"/>
                <a:gd name="T95" fmla="*/ 48 h 268"/>
                <a:gd name="T96" fmla="*/ 85 w 295"/>
                <a:gd name="T97" fmla="*/ 5 h 268"/>
                <a:gd name="T98" fmla="*/ 160 w 295"/>
                <a:gd name="T99" fmla="*/ 76 h 268"/>
                <a:gd name="T100" fmla="*/ 208 w 295"/>
                <a:gd name="T101" fmla="*/ 107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95" h="268">
                  <a:moveTo>
                    <a:pt x="42" y="115"/>
                  </a:moveTo>
                  <a:cubicBezTo>
                    <a:pt x="49" y="117"/>
                    <a:pt x="50" y="105"/>
                    <a:pt x="47" y="102"/>
                  </a:cubicBezTo>
                  <a:cubicBezTo>
                    <a:pt x="44" y="106"/>
                    <a:pt x="41" y="109"/>
                    <a:pt x="42" y="115"/>
                  </a:cubicBezTo>
                  <a:close/>
                  <a:moveTo>
                    <a:pt x="56" y="77"/>
                  </a:moveTo>
                  <a:cubicBezTo>
                    <a:pt x="63" y="76"/>
                    <a:pt x="68" y="73"/>
                    <a:pt x="68" y="64"/>
                  </a:cubicBezTo>
                  <a:cubicBezTo>
                    <a:pt x="61" y="60"/>
                    <a:pt x="55" y="68"/>
                    <a:pt x="56" y="77"/>
                  </a:cubicBezTo>
                  <a:close/>
                  <a:moveTo>
                    <a:pt x="107" y="124"/>
                  </a:moveTo>
                  <a:cubicBezTo>
                    <a:pt x="107" y="116"/>
                    <a:pt x="98" y="112"/>
                    <a:pt x="92" y="116"/>
                  </a:cubicBezTo>
                  <a:cubicBezTo>
                    <a:pt x="91" y="122"/>
                    <a:pt x="97" y="124"/>
                    <a:pt x="97" y="129"/>
                  </a:cubicBezTo>
                  <a:cubicBezTo>
                    <a:pt x="102" y="129"/>
                    <a:pt x="103" y="125"/>
                    <a:pt x="107" y="124"/>
                  </a:cubicBezTo>
                  <a:close/>
                  <a:moveTo>
                    <a:pt x="105" y="69"/>
                  </a:moveTo>
                  <a:cubicBezTo>
                    <a:pt x="107" y="59"/>
                    <a:pt x="83" y="59"/>
                    <a:pt x="83" y="69"/>
                  </a:cubicBezTo>
                  <a:cubicBezTo>
                    <a:pt x="90" y="72"/>
                    <a:pt x="97" y="67"/>
                    <a:pt x="105" y="69"/>
                  </a:cubicBezTo>
                  <a:close/>
                  <a:moveTo>
                    <a:pt x="119" y="55"/>
                  </a:moveTo>
                  <a:cubicBezTo>
                    <a:pt x="116" y="38"/>
                    <a:pt x="103" y="31"/>
                    <a:pt x="90" y="25"/>
                  </a:cubicBezTo>
                  <a:cubicBezTo>
                    <a:pt x="96" y="39"/>
                    <a:pt x="108" y="48"/>
                    <a:pt x="119" y="55"/>
                  </a:cubicBezTo>
                  <a:close/>
                  <a:moveTo>
                    <a:pt x="123" y="38"/>
                  </a:moveTo>
                  <a:cubicBezTo>
                    <a:pt x="118" y="33"/>
                    <a:pt x="120" y="20"/>
                    <a:pt x="114" y="16"/>
                  </a:cubicBezTo>
                  <a:cubicBezTo>
                    <a:pt x="109" y="25"/>
                    <a:pt x="115" y="36"/>
                    <a:pt x="123" y="38"/>
                  </a:cubicBezTo>
                  <a:close/>
                  <a:moveTo>
                    <a:pt x="143" y="133"/>
                  </a:moveTo>
                  <a:cubicBezTo>
                    <a:pt x="157" y="112"/>
                    <a:pt x="114" y="109"/>
                    <a:pt x="105" y="93"/>
                  </a:cubicBezTo>
                  <a:cubicBezTo>
                    <a:pt x="120" y="96"/>
                    <a:pt x="116" y="74"/>
                    <a:pt x="130" y="84"/>
                  </a:cubicBezTo>
                  <a:cubicBezTo>
                    <a:pt x="129" y="78"/>
                    <a:pt x="125" y="74"/>
                    <a:pt x="121" y="72"/>
                  </a:cubicBezTo>
                  <a:cubicBezTo>
                    <a:pt x="116" y="78"/>
                    <a:pt x="115" y="86"/>
                    <a:pt x="107" y="88"/>
                  </a:cubicBezTo>
                  <a:cubicBezTo>
                    <a:pt x="92" y="79"/>
                    <a:pt x="65" y="77"/>
                    <a:pt x="55" y="91"/>
                  </a:cubicBezTo>
                  <a:cubicBezTo>
                    <a:pt x="56" y="98"/>
                    <a:pt x="53" y="111"/>
                    <a:pt x="60" y="111"/>
                  </a:cubicBezTo>
                  <a:cubicBezTo>
                    <a:pt x="66" y="106"/>
                    <a:pt x="64" y="93"/>
                    <a:pt x="72" y="91"/>
                  </a:cubicBezTo>
                  <a:cubicBezTo>
                    <a:pt x="75" y="92"/>
                    <a:pt x="77" y="95"/>
                    <a:pt x="77" y="97"/>
                  </a:cubicBezTo>
                  <a:cubicBezTo>
                    <a:pt x="74" y="103"/>
                    <a:pt x="75" y="112"/>
                    <a:pt x="77" y="120"/>
                  </a:cubicBezTo>
                  <a:cubicBezTo>
                    <a:pt x="86" y="120"/>
                    <a:pt x="82" y="109"/>
                    <a:pt x="88" y="106"/>
                  </a:cubicBezTo>
                  <a:cubicBezTo>
                    <a:pt x="107" y="98"/>
                    <a:pt x="108" y="120"/>
                    <a:pt x="125" y="112"/>
                  </a:cubicBezTo>
                  <a:cubicBezTo>
                    <a:pt x="132" y="119"/>
                    <a:pt x="137" y="126"/>
                    <a:pt x="143" y="133"/>
                  </a:cubicBezTo>
                  <a:close/>
                  <a:moveTo>
                    <a:pt x="147" y="34"/>
                  </a:moveTo>
                  <a:cubicBezTo>
                    <a:pt x="148" y="30"/>
                    <a:pt x="147" y="28"/>
                    <a:pt x="146" y="25"/>
                  </a:cubicBezTo>
                  <a:cubicBezTo>
                    <a:pt x="143" y="25"/>
                    <a:pt x="142" y="25"/>
                    <a:pt x="140" y="25"/>
                  </a:cubicBezTo>
                  <a:cubicBezTo>
                    <a:pt x="141" y="29"/>
                    <a:pt x="142" y="34"/>
                    <a:pt x="147" y="34"/>
                  </a:cubicBezTo>
                  <a:close/>
                  <a:moveTo>
                    <a:pt x="148" y="201"/>
                  </a:moveTo>
                  <a:cubicBezTo>
                    <a:pt x="152" y="195"/>
                    <a:pt x="151" y="191"/>
                    <a:pt x="151" y="183"/>
                  </a:cubicBezTo>
                  <a:cubicBezTo>
                    <a:pt x="132" y="176"/>
                    <a:pt x="103" y="179"/>
                    <a:pt x="102" y="154"/>
                  </a:cubicBezTo>
                  <a:cubicBezTo>
                    <a:pt x="101" y="149"/>
                    <a:pt x="110" y="154"/>
                    <a:pt x="109" y="147"/>
                  </a:cubicBezTo>
                  <a:cubicBezTo>
                    <a:pt x="104" y="143"/>
                    <a:pt x="99" y="154"/>
                    <a:pt x="93" y="149"/>
                  </a:cubicBezTo>
                  <a:cubicBezTo>
                    <a:pt x="93" y="143"/>
                    <a:pt x="102" y="138"/>
                    <a:pt x="97" y="133"/>
                  </a:cubicBezTo>
                  <a:cubicBezTo>
                    <a:pt x="96" y="139"/>
                    <a:pt x="85" y="135"/>
                    <a:pt x="77" y="136"/>
                  </a:cubicBezTo>
                  <a:cubicBezTo>
                    <a:pt x="77" y="150"/>
                    <a:pt x="82" y="159"/>
                    <a:pt x="97" y="158"/>
                  </a:cubicBezTo>
                  <a:cubicBezTo>
                    <a:pt x="101" y="167"/>
                    <a:pt x="105" y="176"/>
                    <a:pt x="114" y="181"/>
                  </a:cubicBezTo>
                  <a:cubicBezTo>
                    <a:pt x="129" y="177"/>
                    <a:pt x="136" y="196"/>
                    <a:pt x="148" y="201"/>
                  </a:cubicBezTo>
                  <a:close/>
                  <a:moveTo>
                    <a:pt x="158" y="215"/>
                  </a:moveTo>
                  <a:cubicBezTo>
                    <a:pt x="148" y="221"/>
                    <a:pt x="143" y="207"/>
                    <a:pt x="134" y="214"/>
                  </a:cubicBezTo>
                  <a:cubicBezTo>
                    <a:pt x="129" y="211"/>
                    <a:pt x="136" y="198"/>
                    <a:pt x="127" y="198"/>
                  </a:cubicBezTo>
                  <a:cubicBezTo>
                    <a:pt x="130" y="219"/>
                    <a:pt x="121" y="231"/>
                    <a:pt x="109" y="240"/>
                  </a:cubicBezTo>
                  <a:cubicBezTo>
                    <a:pt x="119" y="244"/>
                    <a:pt x="125" y="244"/>
                    <a:pt x="135" y="240"/>
                  </a:cubicBezTo>
                  <a:cubicBezTo>
                    <a:pt x="138" y="236"/>
                    <a:pt x="135" y="225"/>
                    <a:pt x="140" y="224"/>
                  </a:cubicBezTo>
                  <a:cubicBezTo>
                    <a:pt x="151" y="224"/>
                    <a:pt x="140" y="245"/>
                    <a:pt x="151" y="244"/>
                  </a:cubicBezTo>
                  <a:cubicBezTo>
                    <a:pt x="149" y="227"/>
                    <a:pt x="149" y="224"/>
                    <a:pt x="158" y="215"/>
                  </a:cubicBezTo>
                  <a:close/>
                  <a:moveTo>
                    <a:pt x="159" y="159"/>
                  </a:moveTo>
                  <a:cubicBezTo>
                    <a:pt x="162" y="150"/>
                    <a:pt x="151" y="148"/>
                    <a:pt x="146" y="153"/>
                  </a:cubicBezTo>
                  <a:cubicBezTo>
                    <a:pt x="146" y="154"/>
                    <a:pt x="146" y="155"/>
                    <a:pt x="146" y="158"/>
                  </a:cubicBezTo>
                  <a:cubicBezTo>
                    <a:pt x="149" y="159"/>
                    <a:pt x="153" y="160"/>
                    <a:pt x="159" y="159"/>
                  </a:cubicBezTo>
                  <a:close/>
                  <a:moveTo>
                    <a:pt x="167" y="147"/>
                  </a:moveTo>
                  <a:cubicBezTo>
                    <a:pt x="170" y="145"/>
                    <a:pt x="170" y="136"/>
                    <a:pt x="164" y="136"/>
                  </a:cubicBezTo>
                  <a:cubicBezTo>
                    <a:pt x="163" y="138"/>
                    <a:pt x="159" y="149"/>
                    <a:pt x="167" y="147"/>
                  </a:cubicBezTo>
                  <a:close/>
                  <a:moveTo>
                    <a:pt x="200" y="129"/>
                  </a:moveTo>
                  <a:cubicBezTo>
                    <a:pt x="200" y="126"/>
                    <a:pt x="200" y="124"/>
                    <a:pt x="200" y="120"/>
                  </a:cubicBezTo>
                  <a:cubicBezTo>
                    <a:pt x="197" y="120"/>
                    <a:pt x="196" y="120"/>
                    <a:pt x="193" y="120"/>
                  </a:cubicBezTo>
                  <a:cubicBezTo>
                    <a:pt x="191" y="125"/>
                    <a:pt x="190" y="125"/>
                    <a:pt x="192" y="131"/>
                  </a:cubicBezTo>
                  <a:cubicBezTo>
                    <a:pt x="196" y="131"/>
                    <a:pt x="196" y="129"/>
                    <a:pt x="200" y="129"/>
                  </a:cubicBezTo>
                  <a:close/>
                  <a:moveTo>
                    <a:pt x="214" y="122"/>
                  </a:moveTo>
                  <a:cubicBezTo>
                    <a:pt x="217" y="134"/>
                    <a:pt x="233" y="140"/>
                    <a:pt x="242" y="133"/>
                  </a:cubicBezTo>
                  <a:cubicBezTo>
                    <a:pt x="237" y="120"/>
                    <a:pt x="228" y="122"/>
                    <a:pt x="214" y="122"/>
                  </a:cubicBezTo>
                  <a:close/>
                  <a:moveTo>
                    <a:pt x="263" y="206"/>
                  </a:moveTo>
                  <a:cubicBezTo>
                    <a:pt x="268" y="215"/>
                    <a:pt x="253" y="222"/>
                    <a:pt x="259" y="231"/>
                  </a:cubicBezTo>
                  <a:cubicBezTo>
                    <a:pt x="295" y="210"/>
                    <a:pt x="242" y="195"/>
                    <a:pt x="244" y="168"/>
                  </a:cubicBezTo>
                  <a:cubicBezTo>
                    <a:pt x="235" y="177"/>
                    <a:pt x="228" y="160"/>
                    <a:pt x="220" y="171"/>
                  </a:cubicBezTo>
                  <a:cubicBezTo>
                    <a:pt x="226" y="176"/>
                    <a:pt x="230" y="181"/>
                    <a:pt x="241" y="177"/>
                  </a:cubicBezTo>
                  <a:cubicBezTo>
                    <a:pt x="244" y="191"/>
                    <a:pt x="250" y="203"/>
                    <a:pt x="263" y="206"/>
                  </a:cubicBezTo>
                  <a:close/>
                  <a:moveTo>
                    <a:pt x="270" y="155"/>
                  </a:moveTo>
                  <a:cubicBezTo>
                    <a:pt x="270" y="147"/>
                    <a:pt x="262" y="145"/>
                    <a:pt x="256" y="141"/>
                  </a:cubicBezTo>
                  <a:cubicBezTo>
                    <a:pt x="257" y="148"/>
                    <a:pt x="256" y="152"/>
                    <a:pt x="255" y="155"/>
                  </a:cubicBezTo>
                  <a:cubicBezTo>
                    <a:pt x="259" y="155"/>
                    <a:pt x="264" y="155"/>
                    <a:pt x="270" y="155"/>
                  </a:cubicBezTo>
                  <a:close/>
                  <a:moveTo>
                    <a:pt x="270" y="183"/>
                  </a:moveTo>
                  <a:cubicBezTo>
                    <a:pt x="273" y="177"/>
                    <a:pt x="272" y="169"/>
                    <a:pt x="264" y="168"/>
                  </a:cubicBezTo>
                  <a:cubicBezTo>
                    <a:pt x="266" y="174"/>
                    <a:pt x="263" y="184"/>
                    <a:pt x="270" y="183"/>
                  </a:cubicBezTo>
                  <a:close/>
                  <a:moveTo>
                    <a:pt x="273" y="136"/>
                  </a:moveTo>
                  <a:cubicBezTo>
                    <a:pt x="291" y="164"/>
                    <a:pt x="274" y="217"/>
                    <a:pt x="283" y="252"/>
                  </a:cubicBezTo>
                  <a:cubicBezTo>
                    <a:pt x="269" y="260"/>
                    <a:pt x="246" y="268"/>
                    <a:pt x="225" y="264"/>
                  </a:cubicBezTo>
                  <a:cubicBezTo>
                    <a:pt x="211" y="248"/>
                    <a:pt x="228" y="230"/>
                    <a:pt x="231" y="217"/>
                  </a:cubicBezTo>
                  <a:cubicBezTo>
                    <a:pt x="221" y="207"/>
                    <a:pt x="207" y="222"/>
                    <a:pt x="193" y="222"/>
                  </a:cubicBezTo>
                  <a:cubicBezTo>
                    <a:pt x="190" y="244"/>
                    <a:pt x="176" y="254"/>
                    <a:pt x="160" y="264"/>
                  </a:cubicBezTo>
                  <a:cubicBezTo>
                    <a:pt x="138" y="265"/>
                    <a:pt x="88" y="268"/>
                    <a:pt x="88" y="244"/>
                  </a:cubicBezTo>
                  <a:cubicBezTo>
                    <a:pt x="88" y="230"/>
                    <a:pt x="102" y="236"/>
                    <a:pt x="107" y="224"/>
                  </a:cubicBezTo>
                  <a:cubicBezTo>
                    <a:pt x="101" y="212"/>
                    <a:pt x="83" y="211"/>
                    <a:pt x="76" y="214"/>
                  </a:cubicBezTo>
                  <a:cubicBezTo>
                    <a:pt x="55" y="220"/>
                    <a:pt x="60" y="260"/>
                    <a:pt x="30" y="258"/>
                  </a:cubicBezTo>
                  <a:cubicBezTo>
                    <a:pt x="19" y="258"/>
                    <a:pt x="0" y="249"/>
                    <a:pt x="1" y="230"/>
                  </a:cubicBezTo>
                  <a:cubicBezTo>
                    <a:pt x="5" y="225"/>
                    <a:pt x="14" y="227"/>
                    <a:pt x="19" y="224"/>
                  </a:cubicBezTo>
                  <a:cubicBezTo>
                    <a:pt x="35" y="207"/>
                    <a:pt x="35" y="169"/>
                    <a:pt x="15" y="158"/>
                  </a:cubicBezTo>
                  <a:cubicBezTo>
                    <a:pt x="5" y="95"/>
                    <a:pt x="44" y="81"/>
                    <a:pt x="64" y="48"/>
                  </a:cubicBezTo>
                  <a:cubicBezTo>
                    <a:pt x="65" y="39"/>
                    <a:pt x="60" y="35"/>
                    <a:pt x="60" y="25"/>
                  </a:cubicBezTo>
                  <a:cubicBezTo>
                    <a:pt x="66" y="16"/>
                    <a:pt x="85" y="16"/>
                    <a:pt x="85" y="5"/>
                  </a:cubicBezTo>
                  <a:cubicBezTo>
                    <a:pt x="101" y="3"/>
                    <a:pt x="115" y="3"/>
                    <a:pt x="131" y="0"/>
                  </a:cubicBezTo>
                  <a:cubicBezTo>
                    <a:pt x="152" y="11"/>
                    <a:pt x="165" y="47"/>
                    <a:pt x="160" y="76"/>
                  </a:cubicBezTo>
                  <a:cubicBezTo>
                    <a:pt x="159" y="88"/>
                    <a:pt x="147" y="96"/>
                    <a:pt x="148" y="110"/>
                  </a:cubicBezTo>
                  <a:cubicBezTo>
                    <a:pt x="168" y="125"/>
                    <a:pt x="190" y="109"/>
                    <a:pt x="208" y="107"/>
                  </a:cubicBezTo>
                  <a:cubicBezTo>
                    <a:pt x="231" y="106"/>
                    <a:pt x="261" y="117"/>
                    <a:pt x="273" y="1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D074E224-9669-CCD2-CFFD-10B3D6103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6248" y="4424998"/>
              <a:ext cx="282575" cy="149225"/>
            </a:xfrm>
            <a:custGeom>
              <a:avLst/>
              <a:gdLst>
                <a:gd name="T0" fmla="*/ 104 w 109"/>
                <a:gd name="T1" fmla="*/ 12 h 58"/>
                <a:gd name="T2" fmla="*/ 98 w 109"/>
                <a:gd name="T3" fmla="*/ 57 h 58"/>
                <a:gd name="T4" fmla="*/ 95 w 109"/>
                <a:gd name="T5" fmla="*/ 43 h 58"/>
                <a:gd name="T6" fmla="*/ 17 w 109"/>
                <a:gd name="T7" fmla="*/ 31 h 58"/>
                <a:gd name="T8" fmla="*/ 9 w 109"/>
                <a:gd name="T9" fmla="*/ 44 h 58"/>
                <a:gd name="T10" fmla="*/ 10 w 109"/>
                <a:gd name="T11" fmla="*/ 0 h 58"/>
                <a:gd name="T12" fmla="*/ 15 w 109"/>
                <a:gd name="T13" fmla="*/ 0 h 58"/>
                <a:gd name="T14" fmla="*/ 17 w 109"/>
                <a:gd name="T15" fmla="*/ 14 h 58"/>
                <a:gd name="T16" fmla="*/ 92 w 109"/>
                <a:gd name="T17" fmla="*/ 26 h 58"/>
                <a:gd name="T18" fmla="*/ 104 w 109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58">
                  <a:moveTo>
                    <a:pt x="104" y="12"/>
                  </a:moveTo>
                  <a:cubicBezTo>
                    <a:pt x="109" y="20"/>
                    <a:pt x="103" y="48"/>
                    <a:pt x="98" y="57"/>
                  </a:cubicBezTo>
                  <a:cubicBezTo>
                    <a:pt x="92" y="58"/>
                    <a:pt x="100" y="45"/>
                    <a:pt x="95" y="43"/>
                  </a:cubicBezTo>
                  <a:cubicBezTo>
                    <a:pt x="70" y="38"/>
                    <a:pt x="44" y="34"/>
                    <a:pt x="17" y="31"/>
                  </a:cubicBezTo>
                  <a:cubicBezTo>
                    <a:pt x="11" y="33"/>
                    <a:pt x="12" y="42"/>
                    <a:pt x="9" y="44"/>
                  </a:cubicBezTo>
                  <a:cubicBezTo>
                    <a:pt x="0" y="34"/>
                    <a:pt x="11" y="14"/>
                    <a:pt x="10" y="0"/>
                  </a:cubicBezTo>
                  <a:cubicBezTo>
                    <a:pt x="12" y="0"/>
                    <a:pt x="14" y="0"/>
                    <a:pt x="15" y="0"/>
                  </a:cubicBezTo>
                  <a:cubicBezTo>
                    <a:pt x="16" y="5"/>
                    <a:pt x="15" y="11"/>
                    <a:pt x="17" y="14"/>
                  </a:cubicBezTo>
                  <a:cubicBezTo>
                    <a:pt x="39" y="20"/>
                    <a:pt x="69" y="20"/>
                    <a:pt x="92" y="26"/>
                  </a:cubicBezTo>
                  <a:cubicBezTo>
                    <a:pt x="100" y="26"/>
                    <a:pt x="99" y="16"/>
                    <a:pt x="10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1C7F82E7-E337-4359-7117-62B87B423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985" y="4577398"/>
              <a:ext cx="312737" cy="236538"/>
            </a:xfrm>
            <a:custGeom>
              <a:avLst/>
              <a:gdLst>
                <a:gd name="T0" fmla="*/ 71 w 120"/>
                <a:gd name="T1" fmla="*/ 80 h 91"/>
                <a:gd name="T2" fmla="*/ 109 w 120"/>
                <a:gd name="T3" fmla="*/ 48 h 91"/>
                <a:gd name="T4" fmla="*/ 98 w 120"/>
                <a:gd name="T5" fmla="*/ 33 h 91"/>
                <a:gd name="T6" fmla="*/ 52 w 120"/>
                <a:gd name="T7" fmla="*/ 70 h 91"/>
                <a:gd name="T8" fmla="*/ 26 w 120"/>
                <a:gd name="T9" fmla="*/ 15 h 91"/>
                <a:gd name="T10" fmla="*/ 24 w 120"/>
                <a:gd name="T11" fmla="*/ 5 h 91"/>
                <a:gd name="T12" fmla="*/ 55 w 120"/>
                <a:gd name="T13" fmla="*/ 14 h 91"/>
                <a:gd name="T14" fmla="*/ 31 w 120"/>
                <a:gd name="T15" fmla="*/ 23 h 91"/>
                <a:gd name="T16" fmla="*/ 38 w 120"/>
                <a:gd name="T17" fmla="*/ 57 h 91"/>
                <a:gd name="T18" fmla="*/ 102 w 120"/>
                <a:gd name="T19" fmla="*/ 21 h 91"/>
                <a:gd name="T20" fmla="*/ 102 w 120"/>
                <a:gd name="T21" fmla="*/ 80 h 91"/>
                <a:gd name="T22" fmla="*/ 103 w 120"/>
                <a:gd name="T23" fmla="*/ 91 h 91"/>
                <a:gd name="T24" fmla="*/ 71 w 120"/>
                <a:gd name="T25" fmla="*/ 8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1">
                  <a:moveTo>
                    <a:pt x="71" y="80"/>
                  </a:moveTo>
                  <a:cubicBezTo>
                    <a:pt x="88" y="71"/>
                    <a:pt x="113" y="76"/>
                    <a:pt x="109" y="48"/>
                  </a:cubicBezTo>
                  <a:cubicBezTo>
                    <a:pt x="108" y="43"/>
                    <a:pt x="104" y="36"/>
                    <a:pt x="98" y="33"/>
                  </a:cubicBezTo>
                  <a:cubicBezTo>
                    <a:pt x="72" y="26"/>
                    <a:pt x="77" y="60"/>
                    <a:pt x="52" y="70"/>
                  </a:cubicBezTo>
                  <a:cubicBezTo>
                    <a:pt x="19" y="83"/>
                    <a:pt x="0" y="37"/>
                    <a:pt x="26" y="15"/>
                  </a:cubicBezTo>
                  <a:cubicBezTo>
                    <a:pt x="26" y="12"/>
                    <a:pt x="22" y="10"/>
                    <a:pt x="24" y="5"/>
                  </a:cubicBezTo>
                  <a:cubicBezTo>
                    <a:pt x="33" y="8"/>
                    <a:pt x="52" y="10"/>
                    <a:pt x="55" y="14"/>
                  </a:cubicBezTo>
                  <a:cubicBezTo>
                    <a:pt x="51" y="24"/>
                    <a:pt x="40" y="18"/>
                    <a:pt x="31" y="23"/>
                  </a:cubicBezTo>
                  <a:cubicBezTo>
                    <a:pt x="19" y="31"/>
                    <a:pt x="14" y="59"/>
                    <a:pt x="38" y="57"/>
                  </a:cubicBezTo>
                  <a:cubicBezTo>
                    <a:pt x="58" y="56"/>
                    <a:pt x="69" y="0"/>
                    <a:pt x="102" y="21"/>
                  </a:cubicBezTo>
                  <a:cubicBezTo>
                    <a:pt x="117" y="29"/>
                    <a:pt x="120" y="65"/>
                    <a:pt x="102" y="80"/>
                  </a:cubicBezTo>
                  <a:cubicBezTo>
                    <a:pt x="98" y="84"/>
                    <a:pt x="109" y="85"/>
                    <a:pt x="103" y="91"/>
                  </a:cubicBezTo>
                  <a:cubicBezTo>
                    <a:pt x="92" y="88"/>
                    <a:pt x="76" y="89"/>
                    <a:pt x="71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651EC3F4-F241-AE7C-7CD4-261203C2EC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0198" y="4723448"/>
              <a:ext cx="334962" cy="347663"/>
            </a:xfrm>
            <a:custGeom>
              <a:avLst/>
              <a:gdLst>
                <a:gd name="T0" fmla="*/ 56 w 129"/>
                <a:gd name="T1" fmla="*/ 85 h 134"/>
                <a:gd name="T2" fmla="*/ 32 w 129"/>
                <a:gd name="T3" fmla="*/ 44 h 134"/>
                <a:gd name="T4" fmla="*/ 19 w 129"/>
                <a:gd name="T5" fmla="*/ 66 h 134"/>
                <a:gd name="T6" fmla="*/ 56 w 129"/>
                <a:gd name="T7" fmla="*/ 85 h 134"/>
                <a:gd name="T8" fmla="*/ 128 w 129"/>
                <a:gd name="T9" fmla="*/ 48 h 134"/>
                <a:gd name="T10" fmla="*/ 115 w 129"/>
                <a:gd name="T11" fmla="*/ 75 h 134"/>
                <a:gd name="T12" fmla="*/ 61 w 129"/>
                <a:gd name="T13" fmla="*/ 85 h 134"/>
                <a:gd name="T14" fmla="*/ 90 w 129"/>
                <a:gd name="T15" fmla="*/ 105 h 134"/>
                <a:gd name="T16" fmla="*/ 102 w 129"/>
                <a:gd name="T17" fmla="*/ 96 h 134"/>
                <a:gd name="T18" fmla="*/ 83 w 129"/>
                <a:gd name="T19" fmla="*/ 134 h 134"/>
                <a:gd name="T20" fmla="*/ 83 w 129"/>
                <a:gd name="T21" fmla="*/ 121 h 134"/>
                <a:gd name="T22" fmla="*/ 16 w 129"/>
                <a:gd name="T23" fmla="*/ 82 h 134"/>
                <a:gd name="T24" fmla="*/ 0 w 129"/>
                <a:gd name="T25" fmla="*/ 89 h 134"/>
                <a:gd name="T26" fmla="*/ 70 w 129"/>
                <a:gd name="T27" fmla="*/ 46 h 134"/>
                <a:gd name="T28" fmla="*/ 68 w 129"/>
                <a:gd name="T29" fmla="*/ 63 h 134"/>
                <a:gd name="T30" fmla="*/ 128 w 129"/>
                <a:gd name="T31" fmla="*/ 48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9" h="134">
                  <a:moveTo>
                    <a:pt x="56" y="85"/>
                  </a:moveTo>
                  <a:cubicBezTo>
                    <a:pt x="67" y="67"/>
                    <a:pt x="59" y="39"/>
                    <a:pt x="32" y="44"/>
                  </a:cubicBezTo>
                  <a:cubicBezTo>
                    <a:pt x="27" y="51"/>
                    <a:pt x="21" y="56"/>
                    <a:pt x="19" y="66"/>
                  </a:cubicBezTo>
                  <a:cubicBezTo>
                    <a:pt x="32" y="72"/>
                    <a:pt x="43" y="80"/>
                    <a:pt x="56" y="85"/>
                  </a:cubicBezTo>
                  <a:close/>
                  <a:moveTo>
                    <a:pt x="128" y="48"/>
                  </a:moveTo>
                  <a:cubicBezTo>
                    <a:pt x="129" y="56"/>
                    <a:pt x="121" y="68"/>
                    <a:pt x="115" y="75"/>
                  </a:cubicBezTo>
                  <a:cubicBezTo>
                    <a:pt x="94" y="77"/>
                    <a:pt x="68" y="73"/>
                    <a:pt x="61" y="85"/>
                  </a:cubicBezTo>
                  <a:cubicBezTo>
                    <a:pt x="66" y="97"/>
                    <a:pt x="81" y="97"/>
                    <a:pt x="90" y="105"/>
                  </a:cubicBezTo>
                  <a:cubicBezTo>
                    <a:pt x="98" y="105"/>
                    <a:pt x="96" y="96"/>
                    <a:pt x="102" y="96"/>
                  </a:cubicBezTo>
                  <a:cubicBezTo>
                    <a:pt x="102" y="108"/>
                    <a:pt x="89" y="129"/>
                    <a:pt x="83" y="134"/>
                  </a:cubicBezTo>
                  <a:cubicBezTo>
                    <a:pt x="76" y="134"/>
                    <a:pt x="87" y="128"/>
                    <a:pt x="83" y="121"/>
                  </a:cubicBezTo>
                  <a:cubicBezTo>
                    <a:pt x="63" y="105"/>
                    <a:pt x="39" y="95"/>
                    <a:pt x="16" y="82"/>
                  </a:cubicBezTo>
                  <a:cubicBezTo>
                    <a:pt x="7" y="80"/>
                    <a:pt x="10" y="91"/>
                    <a:pt x="0" y="89"/>
                  </a:cubicBezTo>
                  <a:cubicBezTo>
                    <a:pt x="8" y="61"/>
                    <a:pt x="43" y="0"/>
                    <a:pt x="70" y="46"/>
                  </a:cubicBezTo>
                  <a:cubicBezTo>
                    <a:pt x="70" y="52"/>
                    <a:pt x="71" y="61"/>
                    <a:pt x="68" y="63"/>
                  </a:cubicBezTo>
                  <a:cubicBezTo>
                    <a:pt x="90" y="61"/>
                    <a:pt x="116" y="61"/>
                    <a:pt x="128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8" name="Freeform 23">
              <a:extLst>
                <a:ext uri="{FF2B5EF4-FFF2-40B4-BE49-F238E27FC236}">
                  <a16:creationId xmlns:a16="http://schemas.microsoft.com/office/drawing/2014/main" id="{CD3B8DEF-4639-A650-CB7B-03FC30DD7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7323" y="4993323"/>
              <a:ext cx="327025" cy="312738"/>
            </a:xfrm>
            <a:custGeom>
              <a:avLst/>
              <a:gdLst>
                <a:gd name="T0" fmla="*/ 103 w 126"/>
                <a:gd name="T1" fmla="*/ 40 h 121"/>
                <a:gd name="T2" fmla="*/ 126 w 126"/>
                <a:gd name="T3" fmla="*/ 58 h 121"/>
                <a:gd name="T4" fmla="*/ 71 w 126"/>
                <a:gd name="T5" fmla="*/ 121 h 121"/>
                <a:gd name="T6" fmla="*/ 74 w 126"/>
                <a:gd name="T7" fmla="*/ 107 h 121"/>
                <a:gd name="T8" fmla="*/ 16 w 126"/>
                <a:gd name="T9" fmla="*/ 55 h 121"/>
                <a:gd name="T10" fmla="*/ 0 w 126"/>
                <a:gd name="T11" fmla="*/ 60 h 121"/>
                <a:gd name="T12" fmla="*/ 46 w 126"/>
                <a:gd name="T13" fmla="*/ 0 h 121"/>
                <a:gd name="T14" fmla="*/ 63 w 126"/>
                <a:gd name="T15" fmla="*/ 15 h 121"/>
                <a:gd name="T16" fmla="*/ 43 w 126"/>
                <a:gd name="T17" fmla="*/ 17 h 121"/>
                <a:gd name="T18" fmla="*/ 22 w 126"/>
                <a:gd name="T19" fmla="*/ 39 h 121"/>
                <a:gd name="T20" fmla="*/ 50 w 126"/>
                <a:gd name="T21" fmla="*/ 64 h 121"/>
                <a:gd name="T22" fmla="*/ 57 w 126"/>
                <a:gd name="T23" fmla="*/ 31 h 121"/>
                <a:gd name="T24" fmla="*/ 90 w 126"/>
                <a:gd name="T25" fmla="*/ 55 h 121"/>
                <a:gd name="T26" fmla="*/ 57 w 126"/>
                <a:gd name="T27" fmla="*/ 67 h 121"/>
                <a:gd name="T28" fmla="*/ 87 w 126"/>
                <a:gd name="T29" fmla="*/ 92 h 121"/>
                <a:gd name="T30" fmla="*/ 103 w 126"/>
                <a:gd name="T31" fmla="*/ 4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6" h="121">
                  <a:moveTo>
                    <a:pt x="103" y="40"/>
                  </a:moveTo>
                  <a:cubicBezTo>
                    <a:pt x="111" y="39"/>
                    <a:pt x="116" y="55"/>
                    <a:pt x="126" y="58"/>
                  </a:cubicBezTo>
                  <a:cubicBezTo>
                    <a:pt x="107" y="78"/>
                    <a:pt x="92" y="110"/>
                    <a:pt x="71" y="121"/>
                  </a:cubicBezTo>
                  <a:cubicBezTo>
                    <a:pt x="71" y="115"/>
                    <a:pt x="78" y="111"/>
                    <a:pt x="74" y="107"/>
                  </a:cubicBezTo>
                  <a:cubicBezTo>
                    <a:pt x="57" y="87"/>
                    <a:pt x="35" y="72"/>
                    <a:pt x="16" y="55"/>
                  </a:cubicBezTo>
                  <a:cubicBezTo>
                    <a:pt x="8" y="54"/>
                    <a:pt x="6" y="66"/>
                    <a:pt x="0" y="60"/>
                  </a:cubicBezTo>
                  <a:cubicBezTo>
                    <a:pt x="13" y="38"/>
                    <a:pt x="33" y="21"/>
                    <a:pt x="46" y="0"/>
                  </a:cubicBezTo>
                  <a:cubicBezTo>
                    <a:pt x="52" y="4"/>
                    <a:pt x="63" y="11"/>
                    <a:pt x="63" y="15"/>
                  </a:cubicBezTo>
                  <a:cubicBezTo>
                    <a:pt x="62" y="24"/>
                    <a:pt x="51" y="14"/>
                    <a:pt x="43" y="17"/>
                  </a:cubicBezTo>
                  <a:cubicBezTo>
                    <a:pt x="41" y="20"/>
                    <a:pt x="22" y="34"/>
                    <a:pt x="22" y="39"/>
                  </a:cubicBezTo>
                  <a:cubicBezTo>
                    <a:pt x="23" y="49"/>
                    <a:pt x="44" y="54"/>
                    <a:pt x="50" y="64"/>
                  </a:cubicBezTo>
                  <a:cubicBezTo>
                    <a:pt x="63" y="60"/>
                    <a:pt x="65" y="41"/>
                    <a:pt x="57" y="31"/>
                  </a:cubicBezTo>
                  <a:cubicBezTo>
                    <a:pt x="68" y="31"/>
                    <a:pt x="78" y="49"/>
                    <a:pt x="90" y="55"/>
                  </a:cubicBezTo>
                  <a:cubicBezTo>
                    <a:pt x="81" y="58"/>
                    <a:pt x="61" y="52"/>
                    <a:pt x="57" y="67"/>
                  </a:cubicBezTo>
                  <a:cubicBezTo>
                    <a:pt x="66" y="76"/>
                    <a:pt x="74" y="93"/>
                    <a:pt x="87" y="92"/>
                  </a:cubicBezTo>
                  <a:cubicBezTo>
                    <a:pt x="105" y="92"/>
                    <a:pt x="116" y="60"/>
                    <a:pt x="103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9" name="Freeform 24">
              <a:extLst>
                <a:ext uri="{FF2B5EF4-FFF2-40B4-BE49-F238E27FC236}">
                  <a16:creationId xmlns:a16="http://schemas.microsoft.com/office/drawing/2014/main" id="{523FE168-E3E4-0675-00A8-1C6BF4B273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1535" y="3228023"/>
              <a:ext cx="2111375" cy="2195513"/>
            </a:xfrm>
            <a:custGeom>
              <a:avLst/>
              <a:gdLst>
                <a:gd name="T0" fmla="*/ 316 w 813"/>
                <a:gd name="T1" fmla="*/ 720 h 846"/>
                <a:gd name="T2" fmla="*/ 313 w 813"/>
                <a:gd name="T3" fmla="*/ 652 h 846"/>
                <a:gd name="T4" fmla="*/ 294 w 813"/>
                <a:gd name="T5" fmla="*/ 673 h 846"/>
                <a:gd name="T6" fmla="*/ 309 w 813"/>
                <a:gd name="T7" fmla="*/ 671 h 846"/>
                <a:gd name="T8" fmla="*/ 313 w 813"/>
                <a:gd name="T9" fmla="*/ 720 h 846"/>
                <a:gd name="T10" fmla="*/ 316 w 813"/>
                <a:gd name="T11" fmla="*/ 720 h 846"/>
                <a:gd name="T12" fmla="*/ 377 w 813"/>
                <a:gd name="T13" fmla="*/ 720 h 846"/>
                <a:gd name="T14" fmla="*/ 391 w 813"/>
                <a:gd name="T15" fmla="*/ 671 h 846"/>
                <a:gd name="T16" fmla="*/ 349 w 813"/>
                <a:gd name="T17" fmla="*/ 667 h 846"/>
                <a:gd name="T18" fmla="*/ 384 w 813"/>
                <a:gd name="T19" fmla="*/ 692 h 846"/>
                <a:gd name="T20" fmla="*/ 366 w 813"/>
                <a:gd name="T21" fmla="*/ 715 h 846"/>
                <a:gd name="T22" fmla="*/ 353 w 813"/>
                <a:gd name="T23" fmla="*/ 704 h 846"/>
                <a:gd name="T24" fmla="*/ 377 w 813"/>
                <a:gd name="T25" fmla="*/ 720 h 846"/>
                <a:gd name="T26" fmla="*/ 417 w 813"/>
                <a:gd name="T27" fmla="*/ 716 h 846"/>
                <a:gd name="T28" fmla="*/ 419 w 813"/>
                <a:gd name="T29" fmla="*/ 656 h 846"/>
                <a:gd name="T30" fmla="*/ 417 w 813"/>
                <a:gd name="T31" fmla="*/ 716 h 846"/>
                <a:gd name="T32" fmla="*/ 481 w 813"/>
                <a:gd name="T33" fmla="*/ 714 h 846"/>
                <a:gd name="T34" fmla="*/ 514 w 813"/>
                <a:gd name="T35" fmla="*/ 668 h 846"/>
                <a:gd name="T36" fmla="*/ 475 w 813"/>
                <a:gd name="T37" fmla="*/ 672 h 846"/>
                <a:gd name="T38" fmla="*/ 490 w 813"/>
                <a:gd name="T39" fmla="*/ 659 h 846"/>
                <a:gd name="T40" fmla="*/ 506 w 813"/>
                <a:gd name="T41" fmla="*/ 668 h 846"/>
                <a:gd name="T42" fmla="*/ 470 w 813"/>
                <a:gd name="T43" fmla="*/ 720 h 846"/>
                <a:gd name="T44" fmla="*/ 514 w 813"/>
                <a:gd name="T45" fmla="*/ 715 h 846"/>
                <a:gd name="T46" fmla="*/ 481 w 813"/>
                <a:gd name="T47" fmla="*/ 714 h 846"/>
                <a:gd name="T48" fmla="*/ 415 w 813"/>
                <a:gd name="T49" fmla="*/ 465 h 846"/>
                <a:gd name="T50" fmla="*/ 628 w 813"/>
                <a:gd name="T51" fmla="*/ 461 h 846"/>
                <a:gd name="T52" fmla="*/ 478 w 813"/>
                <a:gd name="T53" fmla="*/ 353 h 846"/>
                <a:gd name="T54" fmla="*/ 545 w 813"/>
                <a:gd name="T55" fmla="*/ 362 h 846"/>
                <a:gd name="T56" fmla="*/ 441 w 813"/>
                <a:gd name="T57" fmla="*/ 229 h 846"/>
                <a:gd name="T58" fmla="*/ 483 w 813"/>
                <a:gd name="T59" fmla="*/ 237 h 846"/>
                <a:gd name="T60" fmla="*/ 441 w 813"/>
                <a:gd name="T61" fmla="*/ 162 h 846"/>
                <a:gd name="T62" fmla="*/ 408 w 813"/>
                <a:gd name="T63" fmla="*/ 80 h 846"/>
                <a:gd name="T64" fmla="*/ 346 w 813"/>
                <a:gd name="T65" fmla="*/ 220 h 846"/>
                <a:gd name="T66" fmla="*/ 340 w 813"/>
                <a:gd name="T67" fmla="*/ 237 h 846"/>
                <a:gd name="T68" fmla="*/ 381 w 813"/>
                <a:gd name="T69" fmla="*/ 229 h 846"/>
                <a:gd name="T70" fmla="*/ 275 w 813"/>
                <a:gd name="T71" fmla="*/ 360 h 846"/>
                <a:gd name="T72" fmla="*/ 344 w 813"/>
                <a:gd name="T73" fmla="*/ 353 h 846"/>
                <a:gd name="T74" fmla="*/ 344 w 813"/>
                <a:gd name="T75" fmla="*/ 355 h 846"/>
                <a:gd name="T76" fmla="*/ 342 w 813"/>
                <a:gd name="T77" fmla="*/ 357 h 846"/>
                <a:gd name="T78" fmla="*/ 211 w 813"/>
                <a:gd name="T79" fmla="*/ 446 h 846"/>
                <a:gd name="T80" fmla="*/ 192 w 813"/>
                <a:gd name="T81" fmla="*/ 461 h 846"/>
                <a:gd name="T82" fmla="*/ 415 w 813"/>
                <a:gd name="T83" fmla="*/ 465 h 846"/>
                <a:gd name="T84" fmla="*/ 450 w 813"/>
                <a:gd name="T85" fmla="*/ 532 h 846"/>
                <a:gd name="T86" fmla="*/ 677 w 813"/>
                <a:gd name="T87" fmla="*/ 532 h 846"/>
                <a:gd name="T88" fmla="*/ 649 w 813"/>
                <a:gd name="T89" fmla="*/ 492 h 846"/>
                <a:gd name="T90" fmla="*/ 413 w 813"/>
                <a:gd name="T91" fmla="*/ 482 h 846"/>
                <a:gd name="T92" fmla="*/ 217 w 813"/>
                <a:gd name="T93" fmla="*/ 489 h 846"/>
                <a:gd name="T94" fmla="*/ 172 w 813"/>
                <a:gd name="T95" fmla="*/ 495 h 846"/>
                <a:gd name="T96" fmla="*/ 145 w 813"/>
                <a:gd name="T97" fmla="*/ 532 h 846"/>
                <a:gd name="T98" fmla="*/ 377 w 813"/>
                <a:gd name="T99" fmla="*/ 532 h 846"/>
                <a:gd name="T100" fmla="*/ 375 w 813"/>
                <a:gd name="T101" fmla="*/ 551 h 846"/>
                <a:gd name="T102" fmla="*/ 450 w 813"/>
                <a:gd name="T103" fmla="*/ 551 h 846"/>
                <a:gd name="T104" fmla="*/ 450 w 813"/>
                <a:gd name="T105" fmla="*/ 532 h 846"/>
                <a:gd name="T106" fmla="*/ 794 w 813"/>
                <a:gd name="T107" fmla="*/ 0 h 846"/>
                <a:gd name="T108" fmla="*/ 749 w 813"/>
                <a:gd name="T109" fmla="*/ 575 h 846"/>
                <a:gd name="T110" fmla="*/ 408 w 813"/>
                <a:gd name="T111" fmla="*/ 846 h 846"/>
                <a:gd name="T112" fmla="*/ 66 w 813"/>
                <a:gd name="T113" fmla="*/ 579 h 846"/>
                <a:gd name="T114" fmla="*/ 18 w 813"/>
                <a:gd name="T115" fmla="*/ 5 h 846"/>
                <a:gd name="T116" fmla="*/ 22 w 813"/>
                <a:gd name="T117" fmla="*/ 0 h 846"/>
                <a:gd name="T118" fmla="*/ 794 w 813"/>
                <a:gd name="T119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13" h="846">
                  <a:moveTo>
                    <a:pt x="316" y="720"/>
                  </a:moveTo>
                  <a:cubicBezTo>
                    <a:pt x="318" y="703"/>
                    <a:pt x="324" y="665"/>
                    <a:pt x="313" y="652"/>
                  </a:cubicBezTo>
                  <a:cubicBezTo>
                    <a:pt x="310" y="663"/>
                    <a:pt x="297" y="662"/>
                    <a:pt x="294" y="673"/>
                  </a:cubicBezTo>
                  <a:cubicBezTo>
                    <a:pt x="299" y="681"/>
                    <a:pt x="307" y="666"/>
                    <a:pt x="309" y="671"/>
                  </a:cubicBezTo>
                  <a:cubicBezTo>
                    <a:pt x="311" y="686"/>
                    <a:pt x="305" y="711"/>
                    <a:pt x="313" y="720"/>
                  </a:cubicBezTo>
                  <a:cubicBezTo>
                    <a:pt x="314" y="720"/>
                    <a:pt x="315" y="720"/>
                    <a:pt x="316" y="720"/>
                  </a:cubicBezTo>
                  <a:close/>
                  <a:moveTo>
                    <a:pt x="377" y="720"/>
                  </a:moveTo>
                  <a:cubicBezTo>
                    <a:pt x="392" y="716"/>
                    <a:pt x="395" y="684"/>
                    <a:pt x="391" y="671"/>
                  </a:cubicBezTo>
                  <a:cubicBezTo>
                    <a:pt x="385" y="644"/>
                    <a:pt x="353" y="653"/>
                    <a:pt x="349" y="667"/>
                  </a:cubicBezTo>
                  <a:cubicBezTo>
                    <a:pt x="340" y="705"/>
                    <a:pt x="376" y="699"/>
                    <a:pt x="384" y="692"/>
                  </a:cubicBezTo>
                  <a:cubicBezTo>
                    <a:pt x="382" y="704"/>
                    <a:pt x="380" y="715"/>
                    <a:pt x="366" y="715"/>
                  </a:cubicBezTo>
                  <a:cubicBezTo>
                    <a:pt x="358" y="716"/>
                    <a:pt x="362" y="704"/>
                    <a:pt x="353" y="704"/>
                  </a:cubicBezTo>
                  <a:cubicBezTo>
                    <a:pt x="349" y="720"/>
                    <a:pt x="364" y="724"/>
                    <a:pt x="377" y="720"/>
                  </a:cubicBezTo>
                  <a:close/>
                  <a:moveTo>
                    <a:pt x="417" y="716"/>
                  </a:moveTo>
                  <a:cubicBezTo>
                    <a:pt x="454" y="753"/>
                    <a:pt x="475" y="629"/>
                    <a:pt x="419" y="656"/>
                  </a:cubicBezTo>
                  <a:cubicBezTo>
                    <a:pt x="409" y="668"/>
                    <a:pt x="404" y="705"/>
                    <a:pt x="417" y="716"/>
                  </a:cubicBezTo>
                  <a:close/>
                  <a:moveTo>
                    <a:pt x="481" y="714"/>
                  </a:moveTo>
                  <a:cubicBezTo>
                    <a:pt x="489" y="696"/>
                    <a:pt x="517" y="692"/>
                    <a:pt x="514" y="668"/>
                  </a:cubicBezTo>
                  <a:cubicBezTo>
                    <a:pt x="511" y="646"/>
                    <a:pt x="469" y="648"/>
                    <a:pt x="475" y="672"/>
                  </a:cubicBezTo>
                  <a:cubicBezTo>
                    <a:pt x="485" y="671"/>
                    <a:pt x="481" y="661"/>
                    <a:pt x="490" y="659"/>
                  </a:cubicBezTo>
                  <a:cubicBezTo>
                    <a:pt x="497" y="658"/>
                    <a:pt x="503" y="661"/>
                    <a:pt x="506" y="668"/>
                  </a:cubicBezTo>
                  <a:cubicBezTo>
                    <a:pt x="511" y="690"/>
                    <a:pt x="468" y="699"/>
                    <a:pt x="470" y="720"/>
                  </a:cubicBezTo>
                  <a:cubicBezTo>
                    <a:pt x="484" y="718"/>
                    <a:pt x="509" y="727"/>
                    <a:pt x="514" y="715"/>
                  </a:cubicBezTo>
                  <a:cubicBezTo>
                    <a:pt x="506" y="711"/>
                    <a:pt x="491" y="714"/>
                    <a:pt x="481" y="714"/>
                  </a:cubicBezTo>
                  <a:close/>
                  <a:moveTo>
                    <a:pt x="415" y="465"/>
                  </a:moveTo>
                  <a:cubicBezTo>
                    <a:pt x="469" y="406"/>
                    <a:pt x="550" y="477"/>
                    <a:pt x="628" y="461"/>
                  </a:cubicBezTo>
                  <a:cubicBezTo>
                    <a:pt x="577" y="425"/>
                    <a:pt x="517" y="400"/>
                    <a:pt x="478" y="353"/>
                  </a:cubicBezTo>
                  <a:cubicBezTo>
                    <a:pt x="496" y="360"/>
                    <a:pt x="518" y="363"/>
                    <a:pt x="545" y="362"/>
                  </a:cubicBezTo>
                  <a:cubicBezTo>
                    <a:pt x="511" y="318"/>
                    <a:pt x="456" y="287"/>
                    <a:pt x="441" y="229"/>
                  </a:cubicBezTo>
                  <a:cubicBezTo>
                    <a:pt x="454" y="233"/>
                    <a:pt x="465" y="237"/>
                    <a:pt x="483" y="237"/>
                  </a:cubicBezTo>
                  <a:cubicBezTo>
                    <a:pt x="468" y="213"/>
                    <a:pt x="453" y="189"/>
                    <a:pt x="441" y="162"/>
                  </a:cubicBezTo>
                  <a:cubicBezTo>
                    <a:pt x="429" y="137"/>
                    <a:pt x="420" y="108"/>
                    <a:pt x="408" y="80"/>
                  </a:cubicBezTo>
                  <a:cubicBezTo>
                    <a:pt x="397" y="134"/>
                    <a:pt x="370" y="184"/>
                    <a:pt x="346" y="220"/>
                  </a:cubicBezTo>
                  <a:cubicBezTo>
                    <a:pt x="343" y="225"/>
                    <a:pt x="337" y="231"/>
                    <a:pt x="340" y="237"/>
                  </a:cubicBezTo>
                  <a:cubicBezTo>
                    <a:pt x="357" y="237"/>
                    <a:pt x="368" y="233"/>
                    <a:pt x="381" y="229"/>
                  </a:cubicBezTo>
                  <a:cubicBezTo>
                    <a:pt x="359" y="287"/>
                    <a:pt x="313" y="319"/>
                    <a:pt x="275" y="360"/>
                  </a:cubicBezTo>
                  <a:cubicBezTo>
                    <a:pt x="302" y="361"/>
                    <a:pt x="325" y="360"/>
                    <a:pt x="344" y="353"/>
                  </a:cubicBezTo>
                  <a:cubicBezTo>
                    <a:pt x="344" y="355"/>
                    <a:pt x="344" y="355"/>
                    <a:pt x="344" y="355"/>
                  </a:cubicBezTo>
                  <a:cubicBezTo>
                    <a:pt x="343" y="355"/>
                    <a:pt x="342" y="355"/>
                    <a:pt x="342" y="357"/>
                  </a:cubicBezTo>
                  <a:cubicBezTo>
                    <a:pt x="304" y="391"/>
                    <a:pt x="258" y="423"/>
                    <a:pt x="211" y="446"/>
                  </a:cubicBezTo>
                  <a:cubicBezTo>
                    <a:pt x="204" y="449"/>
                    <a:pt x="195" y="453"/>
                    <a:pt x="192" y="461"/>
                  </a:cubicBezTo>
                  <a:cubicBezTo>
                    <a:pt x="266" y="473"/>
                    <a:pt x="357" y="410"/>
                    <a:pt x="415" y="465"/>
                  </a:cubicBezTo>
                  <a:close/>
                  <a:moveTo>
                    <a:pt x="450" y="532"/>
                  </a:moveTo>
                  <a:cubicBezTo>
                    <a:pt x="525" y="532"/>
                    <a:pt x="601" y="532"/>
                    <a:pt x="677" y="532"/>
                  </a:cubicBezTo>
                  <a:cubicBezTo>
                    <a:pt x="670" y="517"/>
                    <a:pt x="659" y="505"/>
                    <a:pt x="649" y="492"/>
                  </a:cubicBezTo>
                  <a:cubicBezTo>
                    <a:pt x="572" y="496"/>
                    <a:pt x="480" y="424"/>
                    <a:pt x="413" y="482"/>
                  </a:cubicBezTo>
                  <a:cubicBezTo>
                    <a:pt x="357" y="433"/>
                    <a:pt x="277" y="479"/>
                    <a:pt x="217" y="489"/>
                  </a:cubicBezTo>
                  <a:cubicBezTo>
                    <a:pt x="201" y="492"/>
                    <a:pt x="183" y="490"/>
                    <a:pt x="172" y="495"/>
                  </a:cubicBezTo>
                  <a:cubicBezTo>
                    <a:pt x="159" y="500"/>
                    <a:pt x="151" y="523"/>
                    <a:pt x="145" y="532"/>
                  </a:cubicBezTo>
                  <a:cubicBezTo>
                    <a:pt x="222" y="532"/>
                    <a:pt x="299" y="532"/>
                    <a:pt x="377" y="532"/>
                  </a:cubicBezTo>
                  <a:cubicBezTo>
                    <a:pt x="377" y="539"/>
                    <a:pt x="374" y="542"/>
                    <a:pt x="375" y="551"/>
                  </a:cubicBezTo>
                  <a:cubicBezTo>
                    <a:pt x="401" y="551"/>
                    <a:pt x="425" y="551"/>
                    <a:pt x="450" y="551"/>
                  </a:cubicBezTo>
                  <a:cubicBezTo>
                    <a:pt x="451" y="544"/>
                    <a:pt x="445" y="537"/>
                    <a:pt x="450" y="532"/>
                  </a:cubicBezTo>
                  <a:close/>
                  <a:moveTo>
                    <a:pt x="794" y="0"/>
                  </a:moveTo>
                  <a:cubicBezTo>
                    <a:pt x="794" y="208"/>
                    <a:pt x="813" y="432"/>
                    <a:pt x="749" y="575"/>
                  </a:cubicBezTo>
                  <a:cubicBezTo>
                    <a:pt x="686" y="721"/>
                    <a:pt x="550" y="780"/>
                    <a:pt x="408" y="846"/>
                  </a:cubicBezTo>
                  <a:cubicBezTo>
                    <a:pt x="265" y="782"/>
                    <a:pt x="132" y="721"/>
                    <a:pt x="66" y="579"/>
                  </a:cubicBezTo>
                  <a:cubicBezTo>
                    <a:pt x="0" y="437"/>
                    <a:pt x="23" y="215"/>
                    <a:pt x="18" y="5"/>
                  </a:cubicBezTo>
                  <a:cubicBezTo>
                    <a:pt x="18" y="1"/>
                    <a:pt x="19" y="0"/>
                    <a:pt x="22" y="0"/>
                  </a:cubicBezTo>
                  <a:cubicBezTo>
                    <a:pt x="280" y="0"/>
                    <a:pt x="538" y="0"/>
                    <a:pt x="79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0" name="Freeform 25">
              <a:extLst>
                <a:ext uri="{FF2B5EF4-FFF2-40B4-BE49-F238E27FC236}">
                  <a16:creationId xmlns:a16="http://schemas.microsoft.com/office/drawing/2014/main" id="{1113EAA8-B1BC-54F6-3B24-E7F027ADC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3010" y="5166360"/>
              <a:ext cx="269875" cy="298450"/>
            </a:xfrm>
            <a:custGeom>
              <a:avLst/>
              <a:gdLst>
                <a:gd name="T0" fmla="*/ 74 w 104"/>
                <a:gd name="T1" fmla="*/ 15 h 115"/>
                <a:gd name="T2" fmla="*/ 96 w 104"/>
                <a:gd name="T3" fmla="*/ 115 h 115"/>
                <a:gd name="T4" fmla="*/ 17 w 104"/>
                <a:gd name="T5" fmla="*/ 64 h 115"/>
                <a:gd name="T6" fmla="*/ 0 w 104"/>
                <a:gd name="T7" fmla="*/ 67 h 115"/>
                <a:gd name="T8" fmla="*/ 25 w 104"/>
                <a:gd name="T9" fmla="*/ 50 h 115"/>
                <a:gd name="T10" fmla="*/ 84 w 104"/>
                <a:gd name="T11" fmla="*/ 88 h 115"/>
                <a:gd name="T12" fmla="*/ 66 w 104"/>
                <a:gd name="T13" fmla="*/ 21 h 115"/>
                <a:gd name="T14" fmla="*/ 50 w 104"/>
                <a:gd name="T15" fmla="*/ 28 h 115"/>
                <a:gd name="T16" fmla="*/ 75 w 104"/>
                <a:gd name="T17" fmla="*/ 0 h 115"/>
                <a:gd name="T18" fmla="*/ 74 w 104"/>
                <a:gd name="T19" fmla="*/ 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5">
                  <a:moveTo>
                    <a:pt x="74" y="15"/>
                  </a:moveTo>
                  <a:cubicBezTo>
                    <a:pt x="73" y="47"/>
                    <a:pt x="104" y="86"/>
                    <a:pt x="96" y="115"/>
                  </a:cubicBezTo>
                  <a:cubicBezTo>
                    <a:pt x="71" y="99"/>
                    <a:pt x="43" y="82"/>
                    <a:pt x="17" y="64"/>
                  </a:cubicBezTo>
                  <a:cubicBezTo>
                    <a:pt x="8" y="63"/>
                    <a:pt x="5" y="71"/>
                    <a:pt x="0" y="67"/>
                  </a:cubicBezTo>
                  <a:cubicBezTo>
                    <a:pt x="6" y="54"/>
                    <a:pt x="46" y="26"/>
                    <a:pt x="25" y="50"/>
                  </a:cubicBezTo>
                  <a:cubicBezTo>
                    <a:pt x="43" y="66"/>
                    <a:pt x="64" y="77"/>
                    <a:pt x="84" y="88"/>
                  </a:cubicBezTo>
                  <a:cubicBezTo>
                    <a:pt x="84" y="67"/>
                    <a:pt x="73" y="42"/>
                    <a:pt x="66" y="21"/>
                  </a:cubicBezTo>
                  <a:cubicBezTo>
                    <a:pt x="60" y="23"/>
                    <a:pt x="56" y="26"/>
                    <a:pt x="50" y="28"/>
                  </a:cubicBezTo>
                  <a:cubicBezTo>
                    <a:pt x="50" y="16"/>
                    <a:pt x="69" y="10"/>
                    <a:pt x="75" y="0"/>
                  </a:cubicBezTo>
                  <a:cubicBezTo>
                    <a:pt x="83" y="6"/>
                    <a:pt x="74" y="7"/>
                    <a:pt x="7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1" name="Freeform 26">
              <a:extLst>
                <a:ext uri="{FF2B5EF4-FFF2-40B4-BE49-F238E27FC236}">
                  <a16:creationId xmlns:a16="http://schemas.microsoft.com/office/drawing/2014/main" id="{CB2FACE7-4F4E-D7A0-4B14-BFB212822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010" y="5358448"/>
              <a:ext cx="204787" cy="273050"/>
            </a:xfrm>
            <a:custGeom>
              <a:avLst/>
              <a:gdLst>
                <a:gd name="T0" fmla="*/ 62 w 79"/>
                <a:gd name="T1" fmla="*/ 84 h 105"/>
                <a:gd name="T2" fmla="*/ 79 w 79"/>
                <a:gd name="T3" fmla="*/ 87 h 105"/>
                <a:gd name="T4" fmla="*/ 40 w 79"/>
                <a:gd name="T5" fmla="*/ 105 h 105"/>
                <a:gd name="T6" fmla="*/ 50 w 79"/>
                <a:gd name="T7" fmla="*/ 93 h 105"/>
                <a:gd name="T8" fmla="*/ 16 w 79"/>
                <a:gd name="T9" fmla="*/ 19 h 105"/>
                <a:gd name="T10" fmla="*/ 0 w 79"/>
                <a:gd name="T11" fmla="*/ 19 h 105"/>
                <a:gd name="T12" fmla="*/ 40 w 79"/>
                <a:gd name="T13" fmla="*/ 0 h 105"/>
                <a:gd name="T14" fmla="*/ 29 w 79"/>
                <a:gd name="T15" fmla="*/ 12 h 105"/>
                <a:gd name="T16" fmla="*/ 62 w 79"/>
                <a:gd name="T17" fmla="*/ 8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105">
                  <a:moveTo>
                    <a:pt x="62" y="84"/>
                  </a:moveTo>
                  <a:cubicBezTo>
                    <a:pt x="68" y="89"/>
                    <a:pt x="76" y="81"/>
                    <a:pt x="79" y="87"/>
                  </a:cubicBezTo>
                  <a:cubicBezTo>
                    <a:pt x="71" y="95"/>
                    <a:pt x="52" y="104"/>
                    <a:pt x="40" y="105"/>
                  </a:cubicBezTo>
                  <a:cubicBezTo>
                    <a:pt x="40" y="98"/>
                    <a:pt x="50" y="100"/>
                    <a:pt x="50" y="93"/>
                  </a:cubicBezTo>
                  <a:cubicBezTo>
                    <a:pt x="40" y="68"/>
                    <a:pt x="28" y="43"/>
                    <a:pt x="16" y="19"/>
                  </a:cubicBezTo>
                  <a:cubicBezTo>
                    <a:pt x="10" y="17"/>
                    <a:pt x="3" y="25"/>
                    <a:pt x="0" y="19"/>
                  </a:cubicBezTo>
                  <a:cubicBezTo>
                    <a:pt x="10" y="11"/>
                    <a:pt x="28" y="0"/>
                    <a:pt x="40" y="0"/>
                  </a:cubicBezTo>
                  <a:cubicBezTo>
                    <a:pt x="38" y="6"/>
                    <a:pt x="32" y="7"/>
                    <a:pt x="29" y="12"/>
                  </a:cubicBezTo>
                  <a:cubicBezTo>
                    <a:pt x="40" y="36"/>
                    <a:pt x="52" y="60"/>
                    <a:pt x="6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2" name="Freeform 27">
              <a:extLst>
                <a:ext uri="{FF2B5EF4-FFF2-40B4-BE49-F238E27FC236}">
                  <a16:creationId xmlns:a16="http://schemas.microsoft.com/office/drawing/2014/main" id="{8847B595-3F71-C621-588D-223F76363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148" y="5423535"/>
              <a:ext cx="314325" cy="342900"/>
            </a:xfrm>
            <a:custGeom>
              <a:avLst/>
              <a:gdLst>
                <a:gd name="T0" fmla="*/ 121 w 121"/>
                <a:gd name="T1" fmla="*/ 98 h 132"/>
                <a:gd name="T2" fmla="*/ 78 w 121"/>
                <a:gd name="T3" fmla="*/ 79 h 132"/>
                <a:gd name="T4" fmla="*/ 33 w 121"/>
                <a:gd name="T5" fmla="*/ 54 h 132"/>
                <a:gd name="T6" fmla="*/ 59 w 121"/>
                <a:gd name="T7" fmla="*/ 115 h 132"/>
                <a:gd name="T8" fmla="*/ 78 w 121"/>
                <a:gd name="T9" fmla="*/ 116 h 132"/>
                <a:gd name="T10" fmla="*/ 39 w 121"/>
                <a:gd name="T11" fmla="*/ 132 h 132"/>
                <a:gd name="T12" fmla="*/ 48 w 121"/>
                <a:gd name="T13" fmla="*/ 118 h 132"/>
                <a:gd name="T14" fmla="*/ 17 w 121"/>
                <a:gd name="T15" fmla="*/ 46 h 132"/>
                <a:gd name="T16" fmla="*/ 1 w 121"/>
                <a:gd name="T17" fmla="*/ 46 h 132"/>
                <a:gd name="T18" fmla="*/ 25 w 121"/>
                <a:gd name="T19" fmla="*/ 32 h 132"/>
                <a:gd name="T20" fmla="*/ 102 w 121"/>
                <a:gd name="T21" fmla="*/ 77 h 132"/>
                <a:gd name="T22" fmla="*/ 78 w 121"/>
                <a:gd name="T23" fmla="*/ 20 h 132"/>
                <a:gd name="T24" fmla="*/ 60 w 121"/>
                <a:gd name="T25" fmla="*/ 20 h 132"/>
                <a:gd name="T26" fmla="*/ 95 w 121"/>
                <a:gd name="T27" fmla="*/ 0 h 132"/>
                <a:gd name="T28" fmla="*/ 88 w 121"/>
                <a:gd name="T29" fmla="*/ 16 h 132"/>
                <a:gd name="T30" fmla="*/ 121 w 121"/>
                <a:gd name="T31" fmla="*/ 9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1" h="132">
                  <a:moveTo>
                    <a:pt x="121" y="98"/>
                  </a:moveTo>
                  <a:cubicBezTo>
                    <a:pt x="105" y="103"/>
                    <a:pt x="92" y="87"/>
                    <a:pt x="78" y="79"/>
                  </a:cubicBezTo>
                  <a:cubicBezTo>
                    <a:pt x="62" y="70"/>
                    <a:pt x="47" y="62"/>
                    <a:pt x="33" y="54"/>
                  </a:cubicBezTo>
                  <a:cubicBezTo>
                    <a:pt x="39" y="77"/>
                    <a:pt x="48" y="96"/>
                    <a:pt x="59" y="115"/>
                  </a:cubicBezTo>
                  <a:cubicBezTo>
                    <a:pt x="65" y="116"/>
                    <a:pt x="73" y="113"/>
                    <a:pt x="78" y="116"/>
                  </a:cubicBezTo>
                  <a:cubicBezTo>
                    <a:pt x="67" y="124"/>
                    <a:pt x="50" y="132"/>
                    <a:pt x="39" y="132"/>
                  </a:cubicBezTo>
                  <a:cubicBezTo>
                    <a:pt x="39" y="126"/>
                    <a:pt x="48" y="126"/>
                    <a:pt x="48" y="118"/>
                  </a:cubicBezTo>
                  <a:cubicBezTo>
                    <a:pt x="51" y="98"/>
                    <a:pt x="23" y="63"/>
                    <a:pt x="17" y="46"/>
                  </a:cubicBezTo>
                  <a:cubicBezTo>
                    <a:pt x="11" y="44"/>
                    <a:pt x="5" y="51"/>
                    <a:pt x="1" y="46"/>
                  </a:cubicBezTo>
                  <a:cubicBezTo>
                    <a:pt x="0" y="39"/>
                    <a:pt x="18" y="37"/>
                    <a:pt x="25" y="32"/>
                  </a:cubicBezTo>
                  <a:cubicBezTo>
                    <a:pt x="51" y="45"/>
                    <a:pt x="75" y="63"/>
                    <a:pt x="102" y="77"/>
                  </a:cubicBezTo>
                  <a:cubicBezTo>
                    <a:pt x="97" y="55"/>
                    <a:pt x="87" y="37"/>
                    <a:pt x="78" y="20"/>
                  </a:cubicBezTo>
                  <a:cubicBezTo>
                    <a:pt x="70" y="17"/>
                    <a:pt x="65" y="24"/>
                    <a:pt x="60" y="20"/>
                  </a:cubicBezTo>
                  <a:cubicBezTo>
                    <a:pt x="67" y="8"/>
                    <a:pt x="86" y="8"/>
                    <a:pt x="95" y="0"/>
                  </a:cubicBezTo>
                  <a:cubicBezTo>
                    <a:pt x="104" y="7"/>
                    <a:pt x="88" y="7"/>
                    <a:pt x="88" y="16"/>
                  </a:cubicBezTo>
                  <a:cubicBezTo>
                    <a:pt x="97" y="46"/>
                    <a:pt x="110" y="72"/>
                    <a:pt x="121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3" name="Freeform 28">
              <a:extLst>
                <a:ext uri="{FF2B5EF4-FFF2-40B4-BE49-F238E27FC236}">
                  <a16:creationId xmlns:a16="http://schemas.microsoft.com/office/drawing/2014/main" id="{D6CC2DCF-188B-BCF2-0A9D-2DDD3BC63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198" y="2524760"/>
              <a:ext cx="238125" cy="295275"/>
            </a:xfrm>
            <a:custGeom>
              <a:avLst/>
              <a:gdLst>
                <a:gd name="T0" fmla="*/ 74 w 92"/>
                <a:gd name="T1" fmla="*/ 19 h 114"/>
                <a:gd name="T2" fmla="*/ 71 w 92"/>
                <a:gd name="T3" fmla="*/ 114 h 114"/>
                <a:gd name="T4" fmla="*/ 65 w 92"/>
                <a:gd name="T5" fmla="*/ 100 h 114"/>
                <a:gd name="T6" fmla="*/ 3 w 92"/>
                <a:gd name="T7" fmla="*/ 79 h 114"/>
                <a:gd name="T8" fmla="*/ 69 w 92"/>
                <a:gd name="T9" fmla="*/ 83 h 114"/>
                <a:gd name="T10" fmla="*/ 51 w 92"/>
                <a:gd name="T11" fmla="*/ 66 h 114"/>
                <a:gd name="T12" fmla="*/ 2 w 92"/>
                <a:gd name="T13" fmla="*/ 52 h 114"/>
                <a:gd name="T14" fmla="*/ 69 w 92"/>
                <a:gd name="T15" fmla="*/ 54 h 114"/>
                <a:gd name="T16" fmla="*/ 2 w 92"/>
                <a:gd name="T17" fmla="*/ 24 h 114"/>
                <a:gd name="T18" fmla="*/ 62 w 92"/>
                <a:gd name="T19" fmla="*/ 23 h 114"/>
                <a:gd name="T20" fmla="*/ 74 w 92"/>
                <a:gd name="T21" fmla="*/ 1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4">
                  <a:moveTo>
                    <a:pt x="74" y="19"/>
                  </a:moveTo>
                  <a:cubicBezTo>
                    <a:pt x="88" y="36"/>
                    <a:pt x="92" y="103"/>
                    <a:pt x="71" y="114"/>
                  </a:cubicBezTo>
                  <a:cubicBezTo>
                    <a:pt x="63" y="114"/>
                    <a:pt x="64" y="107"/>
                    <a:pt x="65" y="100"/>
                  </a:cubicBezTo>
                  <a:cubicBezTo>
                    <a:pt x="51" y="86"/>
                    <a:pt x="14" y="99"/>
                    <a:pt x="3" y="79"/>
                  </a:cubicBezTo>
                  <a:cubicBezTo>
                    <a:pt x="24" y="65"/>
                    <a:pt x="49" y="83"/>
                    <a:pt x="69" y="83"/>
                  </a:cubicBezTo>
                  <a:cubicBezTo>
                    <a:pt x="73" y="69"/>
                    <a:pt x="58" y="69"/>
                    <a:pt x="51" y="66"/>
                  </a:cubicBezTo>
                  <a:cubicBezTo>
                    <a:pt x="36" y="61"/>
                    <a:pt x="14" y="62"/>
                    <a:pt x="2" y="52"/>
                  </a:cubicBezTo>
                  <a:cubicBezTo>
                    <a:pt x="14" y="31"/>
                    <a:pt x="49" y="52"/>
                    <a:pt x="69" y="54"/>
                  </a:cubicBezTo>
                  <a:cubicBezTo>
                    <a:pt x="65" y="24"/>
                    <a:pt x="22" y="36"/>
                    <a:pt x="2" y="24"/>
                  </a:cubicBezTo>
                  <a:cubicBezTo>
                    <a:pt x="0" y="0"/>
                    <a:pt x="48" y="18"/>
                    <a:pt x="62" y="23"/>
                  </a:cubicBezTo>
                  <a:cubicBezTo>
                    <a:pt x="68" y="24"/>
                    <a:pt x="70" y="13"/>
                    <a:pt x="74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4" name="Freeform 29">
              <a:extLst>
                <a:ext uri="{FF2B5EF4-FFF2-40B4-BE49-F238E27FC236}">
                  <a16:creationId xmlns:a16="http://schemas.microsoft.com/office/drawing/2014/main" id="{EB752082-84C0-E697-7DD8-C16F744194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0185" y="2210435"/>
              <a:ext cx="796925" cy="906463"/>
            </a:xfrm>
            <a:custGeom>
              <a:avLst/>
              <a:gdLst>
                <a:gd name="T0" fmla="*/ 220 w 307"/>
                <a:gd name="T1" fmla="*/ 268 h 349"/>
                <a:gd name="T2" fmla="*/ 111 w 307"/>
                <a:gd name="T3" fmla="*/ 268 h 349"/>
                <a:gd name="T4" fmla="*/ 220 w 307"/>
                <a:gd name="T5" fmla="*/ 268 h 349"/>
                <a:gd name="T6" fmla="*/ 173 w 307"/>
                <a:gd name="T7" fmla="*/ 123 h 349"/>
                <a:gd name="T8" fmla="*/ 194 w 307"/>
                <a:gd name="T9" fmla="*/ 123 h 349"/>
                <a:gd name="T10" fmla="*/ 162 w 307"/>
                <a:gd name="T11" fmla="*/ 45 h 349"/>
                <a:gd name="T12" fmla="*/ 137 w 307"/>
                <a:gd name="T13" fmla="*/ 123 h 349"/>
                <a:gd name="T14" fmla="*/ 156 w 307"/>
                <a:gd name="T15" fmla="*/ 123 h 349"/>
                <a:gd name="T16" fmla="*/ 168 w 307"/>
                <a:gd name="T17" fmla="*/ 105 h 349"/>
                <a:gd name="T18" fmla="*/ 173 w 307"/>
                <a:gd name="T19" fmla="*/ 123 h 349"/>
                <a:gd name="T20" fmla="*/ 253 w 307"/>
                <a:gd name="T21" fmla="*/ 300 h 349"/>
                <a:gd name="T22" fmla="*/ 286 w 307"/>
                <a:gd name="T23" fmla="*/ 257 h 349"/>
                <a:gd name="T24" fmla="*/ 45 w 307"/>
                <a:gd name="T25" fmla="*/ 259 h 349"/>
                <a:gd name="T26" fmla="*/ 79 w 307"/>
                <a:gd name="T27" fmla="*/ 300 h 349"/>
                <a:gd name="T28" fmla="*/ 109 w 307"/>
                <a:gd name="T29" fmla="*/ 294 h 349"/>
                <a:gd name="T30" fmla="*/ 83 w 307"/>
                <a:gd name="T31" fmla="*/ 264 h 349"/>
                <a:gd name="T32" fmla="*/ 178 w 307"/>
                <a:gd name="T33" fmla="*/ 244 h 349"/>
                <a:gd name="T34" fmla="*/ 248 w 307"/>
                <a:gd name="T35" fmla="*/ 266 h 349"/>
                <a:gd name="T36" fmla="*/ 222 w 307"/>
                <a:gd name="T37" fmla="*/ 291 h 349"/>
                <a:gd name="T38" fmla="*/ 253 w 307"/>
                <a:gd name="T39" fmla="*/ 300 h 349"/>
                <a:gd name="T40" fmla="*/ 274 w 307"/>
                <a:gd name="T41" fmla="*/ 75 h 349"/>
                <a:gd name="T42" fmla="*/ 302 w 307"/>
                <a:gd name="T43" fmla="*/ 133 h 349"/>
                <a:gd name="T44" fmla="*/ 264 w 307"/>
                <a:gd name="T45" fmla="*/ 85 h 349"/>
                <a:gd name="T46" fmla="*/ 187 w 307"/>
                <a:gd name="T47" fmla="*/ 47 h 349"/>
                <a:gd name="T48" fmla="*/ 210 w 307"/>
                <a:gd name="T49" fmla="*/ 121 h 349"/>
                <a:gd name="T50" fmla="*/ 175 w 307"/>
                <a:gd name="T51" fmla="*/ 139 h 349"/>
                <a:gd name="T52" fmla="*/ 173 w 307"/>
                <a:gd name="T53" fmla="*/ 173 h 349"/>
                <a:gd name="T54" fmla="*/ 225 w 307"/>
                <a:gd name="T55" fmla="*/ 175 h 349"/>
                <a:gd name="T56" fmla="*/ 173 w 307"/>
                <a:gd name="T57" fmla="*/ 188 h 349"/>
                <a:gd name="T58" fmla="*/ 166 w 307"/>
                <a:gd name="T59" fmla="*/ 219 h 349"/>
                <a:gd name="T60" fmla="*/ 305 w 307"/>
                <a:gd name="T61" fmla="*/ 250 h 349"/>
                <a:gd name="T62" fmla="*/ 256 w 307"/>
                <a:gd name="T63" fmla="*/ 318 h 349"/>
                <a:gd name="T64" fmla="*/ 192 w 307"/>
                <a:gd name="T65" fmla="*/ 338 h 349"/>
                <a:gd name="T66" fmla="*/ 232 w 307"/>
                <a:gd name="T67" fmla="*/ 312 h 349"/>
                <a:gd name="T68" fmla="*/ 183 w 307"/>
                <a:gd name="T69" fmla="*/ 304 h 349"/>
                <a:gd name="T70" fmla="*/ 181 w 307"/>
                <a:gd name="T71" fmla="*/ 343 h 349"/>
                <a:gd name="T72" fmla="*/ 132 w 307"/>
                <a:gd name="T73" fmla="*/ 334 h 349"/>
                <a:gd name="T74" fmla="*/ 168 w 307"/>
                <a:gd name="T75" fmla="*/ 330 h 349"/>
                <a:gd name="T76" fmla="*/ 166 w 307"/>
                <a:gd name="T77" fmla="*/ 304 h 349"/>
                <a:gd name="T78" fmla="*/ 100 w 307"/>
                <a:gd name="T79" fmla="*/ 311 h 349"/>
                <a:gd name="T80" fmla="*/ 123 w 307"/>
                <a:gd name="T81" fmla="*/ 334 h 349"/>
                <a:gd name="T82" fmla="*/ 25 w 307"/>
                <a:gd name="T83" fmla="*/ 252 h 349"/>
                <a:gd name="T84" fmla="*/ 161 w 307"/>
                <a:gd name="T85" fmla="*/ 221 h 349"/>
                <a:gd name="T86" fmla="*/ 157 w 307"/>
                <a:gd name="T87" fmla="*/ 191 h 349"/>
                <a:gd name="T88" fmla="*/ 104 w 307"/>
                <a:gd name="T89" fmla="*/ 182 h 349"/>
                <a:gd name="T90" fmla="*/ 156 w 307"/>
                <a:gd name="T91" fmla="*/ 173 h 349"/>
                <a:gd name="T92" fmla="*/ 157 w 307"/>
                <a:gd name="T93" fmla="*/ 140 h 349"/>
                <a:gd name="T94" fmla="*/ 104 w 307"/>
                <a:gd name="T95" fmla="*/ 132 h 349"/>
                <a:gd name="T96" fmla="*/ 121 w 307"/>
                <a:gd name="T97" fmla="*/ 123 h 349"/>
                <a:gd name="T98" fmla="*/ 144 w 307"/>
                <a:gd name="T99" fmla="*/ 51 h 349"/>
                <a:gd name="T100" fmla="*/ 34 w 307"/>
                <a:gd name="T101" fmla="*/ 143 h 349"/>
                <a:gd name="T102" fmla="*/ 95 w 307"/>
                <a:gd name="T103" fmla="*/ 140 h 349"/>
                <a:gd name="T104" fmla="*/ 28 w 307"/>
                <a:gd name="T105" fmla="*/ 173 h 349"/>
                <a:gd name="T106" fmla="*/ 95 w 307"/>
                <a:gd name="T107" fmla="*/ 171 h 349"/>
                <a:gd name="T108" fmla="*/ 28 w 307"/>
                <a:gd name="T109" fmla="*/ 204 h 349"/>
                <a:gd name="T110" fmla="*/ 91 w 307"/>
                <a:gd name="T111" fmla="*/ 201 h 349"/>
                <a:gd name="T112" fmla="*/ 33 w 307"/>
                <a:gd name="T113" fmla="*/ 221 h 349"/>
                <a:gd name="T114" fmla="*/ 28 w 307"/>
                <a:gd name="T115" fmla="*/ 239 h 349"/>
                <a:gd name="T116" fmla="*/ 12 w 307"/>
                <a:gd name="T117" fmla="*/ 213 h 349"/>
                <a:gd name="T118" fmla="*/ 150 w 307"/>
                <a:gd name="T119" fmla="*/ 29 h 349"/>
                <a:gd name="T120" fmla="*/ 177 w 307"/>
                <a:gd name="T121" fmla="*/ 29 h 349"/>
                <a:gd name="T122" fmla="*/ 274 w 307"/>
                <a:gd name="T123" fmla="*/ 75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7" h="349">
                  <a:moveTo>
                    <a:pt x="220" y="268"/>
                  </a:moveTo>
                  <a:cubicBezTo>
                    <a:pt x="190" y="258"/>
                    <a:pt x="144" y="258"/>
                    <a:pt x="111" y="268"/>
                  </a:cubicBezTo>
                  <a:cubicBezTo>
                    <a:pt x="129" y="292"/>
                    <a:pt x="201" y="292"/>
                    <a:pt x="220" y="268"/>
                  </a:cubicBezTo>
                  <a:close/>
                  <a:moveTo>
                    <a:pt x="173" y="123"/>
                  </a:moveTo>
                  <a:cubicBezTo>
                    <a:pt x="181" y="123"/>
                    <a:pt x="187" y="123"/>
                    <a:pt x="194" y="123"/>
                  </a:cubicBezTo>
                  <a:cubicBezTo>
                    <a:pt x="184" y="96"/>
                    <a:pt x="181" y="64"/>
                    <a:pt x="162" y="45"/>
                  </a:cubicBezTo>
                  <a:cubicBezTo>
                    <a:pt x="154" y="71"/>
                    <a:pt x="143" y="95"/>
                    <a:pt x="137" y="123"/>
                  </a:cubicBezTo>
                  <a:cubicBezTo>
                    <a:pt x="143" y="123"/>
                    <a:pt x="149" y="123"/>
                    <a:pt x="156" y="123"/>
                  </a:cubicBezTo>
                  <a:cubicBezTo>
                    <a:pt x="156" y="113"/>
                    <a:pt x="159" y="106"/>
                    <a:pt x="168" y="105"/>
                  </a:cubicBezTo>
                  <a:cubicBezTo>
                    <a:pt x="173" y="107"/>
                    <a:pt x="173" y="114"/>
                    <a:pt x="173" y="123"/>
                  </a:cubicBezTo>
                  <a:close/>
                  <a:moveTo>
                    <a:pt x="253" y="300"/>
                  </a:moveTo>
                  <a:cubicBezTo>
                    <a:pt x="266" y="288"/>
                    <a:pt x="278" y="276"/>
                    <a:pt x="286" y="257"/>
                  </a:cubicBezTo>
                  <a:cubicBezTo>
                    <a:pt x="219" y="230"/>
                    <a:pt x="105" y="229"/>
                    <a:pt x="45" y="259"/>
                  </a:cubicBezTo>
                  <a:cubicBezTo>
                    <a:pt x="54" y="276"/>
                    <a:pt x="67" y="287"/>
                    <a:pt x="79" y="300"/>
                  </a:cubicBezTo>
                  <a:cubicBezTo>
                    <a:pt x="90" y="299"/>
                    <a:pt x="96" y="292"/>
                    <a:pt x="109" y="294"/>
                  </a:cubicBezTo>
                  <a:cubicBezTo>
                    <a:pt x="105" y="280"/>
                    <a:pt x="85" y="281"/>
                    <a:pt x="83" y="264"/>
                  </a:cubicBezTo>
                  <a:cubicBezTo>
                    <a:pt x="100" y="247"/>
                    <a:pt x="143" y="242"/>
                    <a:pt x="178" y="244"/>
                  </a:cubicBezTo>
                  <a:cubicBezTo>
                    <a:pt x="205" y="247"/>
                    <a:pt x="238" y="249"/>
                    <a:pt x="248" y="266"/>
                  </a:cubicBezTo>
                  <a:cubicBezTo>
                    <a:pt x="244" y="280"/>
                    <a:pt x="228" y="281"/>
                    <a:pt x="222" y="291"/>
                  </a:cubicBezTo>
                  <a:cubicBezTo>
                    <a:pt x="232" y="294"/>
                    <a:pt x="243" y="297"/>
                    <a:pt x="253" y="300"/>
                  </a:cubicBezTo>
                  <a:close/>
                  <a:moveTo>
                    <a:pt x="274" y="75"/>
                  </a:moveTo>
                  <a:cubicBezTo>
                    <a:pt x="287" y="88"/>
                    <a:pt x="307" y="110"/>
                    <a:pt x="302" y="133"/>
                  </a:cubicBezTo>
                  <a:cubicBezTo>
                    <a:pt x="283" y="125"/>
                    <a:pt x="278" y="100"/>
                    <a:pt x="264" y="85"/>
                  </a:cubicBezTo>
                  <a:cubicBezTo>
                    <a:pt x="244" y="64"/>
                    <a:pt x="217" y="57"/>
                    <a:pt x="187" y="47"/>
                  </a:cubicBezTo>
                  <a:cubicBezTo>
                    <a:pt x="192" y="75"/>
                    <a:pt x="204" y="94"/>
                    <a:pt x="210" y="121"/>
                  </a:cubicBezTo>
                  <a:cubicBezTo>
                    <a:pt x="252" y="134"/>
                    <a:pt x="201" y="145"/>
                    <a:pt x="175" y="139"/>
                  </a:cubicBezTo>
                  <a:cubicBezTo>
                    <a:pt x="171" y="147"/>
                    <a:pt x="175" y="162"/>
                    <a:pt x="173" y="173"/>
                  </a:cubicBezTo>
                  <a:cubicBezTo>
                    <a:pt x="187" y="177"/>
                    <a:pt x="210" y="168"/>
                    <a:pt x="225" y="175"/>
                  </a:cubicBezTo>
                  <a:cubicBezTo>
                    <a:pt x="225" y="202"/>
                    <a:pt x="197" y="185"/>
                    <a:pt x="173" y="188"/>
                  </a:cubicBezTo>
                  <a:cubicBezTo>
                    <a:pt x="173" y="202"/>
                    <a:pt x="175" y="215"/>
                    <a:pt x="166" y="219"/>
                  </a:cubicBezTo>
                  <a:cubicBezTo>
                    <a:pt x="220" y="223"/>
                    <a:pt x="271" y="226"/>
                    <a:pt x="305" y="250"/>
                  </a:cubicBezTo>
                  <a:cubicBezTo>
                    <a:pt x="297" y="277"/>
                    <a:pt x="278" y="302"/>
                    <a:pt x="256" y="318"/>
                  </a:cubicBezTo>
                  <a:cubicBezTo>
                    <a:pt x="239" y="330"/>
                    <a:pt x="215" y="342"/>
                    <a:pt x="192" y="338"/>
                  </a:cubicBezTo>
                  <a:cubicBezTo>
                    <a:pt x="192" y="315"/>
                    <a:pt x="222" y="325"/>
                    <a:pt x="232" y="312"/>
                  </a:cubicBezTo>
                  <a:cubicBezTo>
                    <a:pt x="220" y="305"/>
                    <a:pt x="201" y="305"/>
                    <a:pt x="183" y="304"/>
                  </a:cubicBezTo>
                  <a:cubicBezTo>
                    <a:pt x="182" y="311"/>
                    <a:pt x="187" y="335"/>
                    <a:pt x="181" y="343"/>
                  </a:cubicBezTo>
                  <a:cubicBezTo>
                    <a:pt x="166" y="349"/>
                    <a:pt x="129" y="347"/>
                    <a:pt x="132" y="334"/>
                  </a:cubicBezTo>
                  <a:cubicBezTo>
                    <a:pt x="134" y="323"/>
                    <a:pt x="154" y="330"/>
                    <a:pt x="168" y="330"/>
                  </a:cubicBezTo>
                  <a:cubicBezTo>
                    <a:pt x="168" y="321"/>
                    <a:pt x="168" y="311"/>
                    <a:pt x="166" y="304"/>
                  </a:cubicBezTo>
                  <a:cubicBezTo>
                    <a:pt x="140" y="302"/>
                    <a:pt x="120" y="306"/>
                    <a:pt x="100" y="311"/>
                  </a:cubicBezTo>
                  <a:cubicBezTo>
                    <a:pt x="105" y="321"/>
                    <a:pt x="129" y="318"/>
                    <a:pt x="123" y="334"/>
                  </a:cubicBezTo>
                  <a:cubicBezTo>
                    <a:pt x="76" y="330"/>
                    <a:pt x="44" y="294"/>
                    <a:pt x="25" y="252"/>
                  </a:cubicBezTo>
                  <a:cubicBezTo>
                    <a:pt x="57" y="228"/>
                    <a:pt x="109" y="224"/>
                    <a:pt x="161" y="221"/>
                  </a:cubicBezTo>
                  <a:cubicBezTo>
                    <a:pt x="161" y="216"/>
                    <a:pt x="155" y="204"/>
                    <a:pt x="157" y="191"/>
                  </a:cubicBezTo>
                  <a:cubicBezTo>
                    <a:pt x="142" y="182"/>
                    <a:pt x="111" y="200"/>
                    <a:pt x="104" y="182"/>
                  </a:cubicBezTo>
                  <a:cubicBezTo>
                    <a:pt x="109" y="164"/>
                    <a:pt x="139" y="178"/>
                    <a:pt x="156" y="173"/>
                  </a:cubicBezTo>
                  <a:cubicBezTo>
                    <a:pt x="160" y="166"/>
                    <a:pt x="156" y="151"/>
                    <a:pt x="157" y="140"/>
                  </a:cubicBezTo>
                  <a:cubicBezTo>
                    <a:pt x="138" y="133"/>
                    <a:pt x="113" y="151"/>
                    <a:pt x="104" y="132"/>
                  </a:cubicBezTo>
                  <a:cubicBezTo>
                    <a:pt x="105" y="124"/>
                    <a:pt x="112" y="123"/>
                    <a:pt x="121" y="123"/>
                  </a:cubicBezTo>
                  <a:cubicBezTo>
                    <a:pt x="124" y="95"/>
                    <a:pt x="137" y="76"/>
                    <a:pt x="144" y="51"/>
                  </a:cubicBezTo>
                  <a:cubicBezTo>
                    <a:pt x="88" y="54"/>
                    <a:pt x="52" y="94"/>
                    <a:pt x="34" y="143"/>
                  </a:cubicBezTo>
                  <a:cubicBezTo>
                    <a:pt x="52" y="142"/>
                    <a:pt x="83" y="124"/>
                    <a:pt x="95" y="140"/>
                  </a:cubicBezTo>
                  <a:cubicBezTo>
                    <a:pt x="83" y="162"/>
                    <a:pt x="34" y="142"/>
                    <a:pt x="28" y="173"/>
                  </a:cubicBezTo>
                  <a:cubicBezTo>
                    <a:pt x="41" y="177"/>
                    <a:pt x="79" y="152"/>
                    <a:pt x="95" y="171"/>
                  </a:cubicBezTo>
                  <a:cubicBezTo>
                    <a:pt x="83" y="192"/>
                    <a:pt x="30" y="172"/>
                    <a:pt x="28" y="204"/>
                  </a:cubicBezTo>
                  <a:cubicBezTo>
                    <a:pt x="43" y="206"/>
                    <a:pt x="76" y="183"/>
                    <a:pt x="91" y="201"/>
                  </a:cubicBezTo>
                  <a:cubicBezTo>
                    <a:pt x="84" y="220"/>
                    <a:pt x="45" y="207"/>
                    <a:pt x="33" y="221"/>
                  </a:cubicBezTo>
                  <a:cubicBezTo>
                    <a:pt x="30" y="225"/>
                    <a:pt x="35" y="238"/>
                    <a:pt x="28" y="239"/>
                  </a:cubicBezTo>
                  <a:cubicBezTo>
                    <a:pt x="16" y="237"/>
                    <a:pt x="13" y="223"/>
                    <a:pt x="12" y="213"/>
                  </a:cubicBezTo>
                  <a:cubicBezTo>
                    <a:pt x="0" y="105"/>
                    <a:pt x="69" y="44"/>
                    <a:pt x="150" y="29"/>
                  </a:cubicBezTo>
                  <a:cubicBezTo>
                    <a:pt x="155" y="9"/>
                    <a:pt x="176" y="0"/>
                    <a:pt x="177" y="29"/>
                  </a:cubicBezTo>
                  <a:cubicBezTo>
                    <a:pt x="214" y="35"/>
                    <a:pt x="250" y="51"/>
                    <a:pt x="274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5" name="Freeform 30">
              <a:extLst>
                <a:ext uri="{FF2B5EF4-FFF2-40B4-BE49-F238E27FC236}">
                  <a16:creationId xmlns:a16="http://schemas.microsoft.com/office/drawing/2014/main" id="{A579D0CD-B52B-5ECE-3128-0C4ECBF10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698" y="5542598"/>
              <a:ext cx="265112" cy="306388"/>
            </a:xfrm>
            <a:custGeom>
              <a:avLst/>
              <a:gdLst>
                <a:gd name="T0" fmla="*/ 100 w 102"/>
                <a:gd name="T1" fmla="*/ 5 h 118"/>
                <a:gd name="T2" fmla="*/ 89 w 102"/>
                <a:gd name="T3" fmla="*/ 13 h 118"/>
                <a:gd name="T4" fmla="*/ 86 w 102"/>
                <a:gd name="T5" fmla="*/ 83 h 118"/>
                <a:gd name="T6" fmla="*/ 21 w 102"/>
                <a:gd name="T7" fmla="*/ 99 h 118"/>
                <a:gd name="T8" fmla="*/ 12 w 102"/>
                <a:gd name="T9" fmla="*/ 16 h 118"/>
                <a:gd name="T10" fmla="*/ 0 w 102"/>
                <a:gd name="T11" fmla="*/ 8 h 118"/>
                <a:gd name="T12" fmla="*/ 42 w 102"/>
                <a:gd name="T13" fmla="*/ 5 h 118"/>
                <a:gd name="T14" fmla="*/ 30 w 102"/>
                <a:gd name="T15" fmla="*/ 13 h 118"/>
                <a:gd name="T16" fmla="*/ 48 w 102"/>
                <a:gd name="T17" fmla="*/ 99 h 118"/>
                <a:gd name="T18" fmla="*/ 74 w 102"/>
                <a:gd name="T19" fmla="*/ 13 h 118"/>
                <a:gd name="T20" fmla="*/ 61 w 102"/>
                <a:gd name="T21" fmla="*/ 8 h 118"/>
                <a:gd name="T22" fmla="*/ 100 w 102"/>
                <a:gd name="T23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" h="118">
                  <a:moveTo>
                    <a:pt x="100" y="5"/>
                  </a:moveTo>
                  <a:cubicBezTo>
                    <a:pt x="102" y="13"/>
                    <a:pt x="91" y="9"/>
                    <a:pt x="89" y="13"/>
                  </a:cubicBezTo>
                  <a:cubicBezTo>
                    <a:pt x="78" y="33"/>
                    <a:pt x="91" y="61"/>
                    <a:pt x="86" y="83"/>
                  </a:cubicBezTo>
                  <a:cubicBezTo>
                    <a:pt x="80" y="107"/>
                    <a:pt x="39" y="118"/>
                    <a:pt x="21" y="99"/>
                  </a:cubicBezTo>
                  <a:cubicBezTo>
                    <a:pt x="1" y="80"/>
                    <a:pt x="23" y="45"/>
                    <a:pt x="12" y="16"/>
                  </a:cubicBezTo>
                  <a:cubicBezTo>
                    <a:pt x="11" y="9"/>
                    <a:pt x="3" y="12"/>
                    <a:pt x="0" y="8"/>
                  </a:cubicBezTo>
                  <a:cubicBezTo>
                    <a:pt x="8" y="0"/>
                    <a:pt x="33" y="4"/>
                    <a:pt x="42" y="5"/>
                  </a:cubicBezTo>
                  <a:cubicBezTo>
                    <a:pt x="43" y="13"/>
                    <a:pt x="32" y="9"/>
                    <a:pt x="30" y="13"/>
                  </a:cubicBezTo>
                  <a:cubicBezTo>
                    <a:pt x="28" y="43"/>
                    <a:pt x="20" y="95"/>
                    <a:pt x="48" y="99"/>
                  </a:cubicBezTo>
                  <a:cubicBezTo>
                    <a:pt x="83" y="105"/>
                    <a:pt x="85" y="48"/>
                    <a:pt x="74" y="13"/>
                  </a:cubicBezTo>
                  <a:cubicBezTo>
                    <a:pt x="71" y="9"/>
                    <a:pt x="61" y="13"/>
                    <a:pt x="61" y="8"/>
                  </a:cubicBezTo>
                  <a:cubicBezTo>
                    <a:pt x="67" y="0"/>
                    <a:pt x="92" y="4"/>
                    <a:pt x="10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6" name="Freeform 31">
              <a:extLst>
                <a:ext uri="{FF2B5EF4-FFF2-40B4-BE49-F238E27FC236}">
                  <a16:creationId xmlns:a16="http://schemas.microsoft.com/office/drawing/2014/main" id="{18784BCF-A725-3ABD-F6A0-0E2C99305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685" y="4912360"/>
              <a:ext cx="98425" cy="196850"/>
            </a:xfrm>
            <a:custGeom>
              <a:avLst/>
              <a:gdLst>
                <a:gd name="T0" fmla="*/ 27 w 38"/>
                <a:gd name="T1" fmla="*/ 12 h 76"/>
                <a:gd name="T2" fmla="*/ 11 w 38"/>
                <a:gd name="T3" fmla="*/ 65 h 76"/>
                <a:gd name="T4" fmla="*/ 27 w 38"/>
                <a:gd name="T5" fmla="*/ 1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6">
                  <a:moveTo>
                    <a:pt x="27" y="12"/>
                  </a:moveTo>
                  <a:cubicBezTo>
                    <a:pt x="35" y="26"/>
                    <a:pt x="38" y="76"/>
                    <a:pt x="11" y="65"/>
                  </a:cubicBezTo>
                  <a:cubicBezTo>
                    <a:pt x="2" y="51"/>
                    <a:pt x="0" y="0"/>
                    <a:pt x="2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7" name="Freeform 32">
              <a:extLst>
                <a:ext uri="{FF2B5EF4-FFF2-40B4-BE49-F238E27FC236}">
                  <a16:creationId xmlns:a16="http://schemas.microsoft.com/office/drawing/2014/main" id="{150DEFEC-500E-F1BC-CF2B-BDACE97E1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235" y="4909185"/>
              <a:ext cx="98425" cy="127000"/>
            </a:xfrm>
            <a:custGeom>
              <a:avLst/>
              <a:gdLst>
                <a:gd name="T0" fmla="*/ 32 w 38"/>
                <a:gd name="T1" fmla="*/ 13 h 49"/>
                <a:gd name="T2" fmla="*/ 30 w 38"/>
                <a:gd name="T3" fmla="*/ 42 h 49"/>
                <a:gd name="T4" fmla="*/ 32 w 38"/>
                <a:gd name="T5" fmla="*/ 1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49">
                  <a:moveTo>
                    <a:pt x="32" y="13"/>
                  </a:moveTo>
                  <a:cubicBezTo>
                    <a:pt x="38" y="23"/>
                    <a:pt x="38" y="34"/>
                    <a:pt x="30" y="42"/>
                  </a:cubicBezTo>
                  <a:cubicBezTo>
                    <a:pt x="0" y="49"/>
                    <a:pt x="7" y="0"/>
                    <a:pt x="32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8" name="Freeform 33">
              <a:extLst>
                <a:ext uri="{FF2B5EF4-FFF2-40B4-BE49-F238E27FC236}">
                  <a16:creationId xmlns:a16="http://schemas.microsoft.com/office/drawing/2014/main" id="{22F2B0CB-454C-0A2C-E4D1-9FE8FE5A7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735" y="5240973"/>
              <a:ext cx="273050" cy="349250"/>
            </a:xfrm>
            <a:custGeom>
              <a:avLst/>
              <a:gdLst>
                <a:gd name="T0" fmla="*/ 96 w 105"/>
                <a:gd name="T1" fmla="*/ 51 h 134"/>
                <a:gd name="T2" fmla="*/ 105 w 105"/>
                <a:gd name="T3" fmla="*/ 51 h 134"/>
                <a:gd name="T4" fmla="*/ 85 w 105"/>
                <a:gd name="T5" fmla="*/ 81 h 134"/>
                <a:gd name="T6" fmla="*/ 73 w 105"/>
                <a:gd name="T7" fmla="*/ 33 h 134"/>
                <a:gd name="T8" fmla="*/ 15 w 105"/>
                <a:gd name="T9" fmla="*/ 81 h 134"/>
                <a:gd name="T10" fmla="*/ 60 w 105"/>
                <a:gd name="T11" fmla="*/ 97 h 134"/>
                <a:gd name="T12" fmla="*/ 51 w 105"/>
                <a:gd name="T13" fmla="*/ 81 h 134"/>
                <a:gd name="T14" fmla="*/ 87 w 105"/>
                <a:gd name="T15" fmla="*/ 107 h 134"/>
                <a:gd name="T16" fmla="*/ 76 w 105"/>
                <a:gd name="T17" fmla="*/ 106 h 134"/>
                <a:gd name="T18" fmla="*/ 56 w 105"/>
                <a:gd name="T19" fmla="*/ 132 h 134"/>
                <a:gd name="T20" fmla="*/ 1 w 105"/>
                <a:gd name="T21" fmla="*/ 77 h 134"/>
                <a:gd name="T22" fmla="*/ 96 w 105"/>
                <a:gd name="T23" fmla="*/ 5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5" h="134">
                  <a:moveTo>
                    <a:pt x="96" y="51"/>
                  </a:moveTo>
                  <a:cubicBezTo>
                    <a:pt x="100" y="51"/>
                    <a:pt x="101" y="47"/>
                    <a:pt x="105" y="51"/>
                  </a:cubicBezTo>
                  <a:cubicBezTo>
                    <a:pt x="104" y="59"/>
                    <a:pt x="95" y="75"/>
                    <a:pt x="85" y="81"/>
                  </a:cubicBezTo>
                  <a:cubicBezTo>
                    <a:pt x="88" y="64"/>
                    <a:pt x="89" y="39"/>
                    <a:pt x="73" y="33"/>
                  </a:cubicBezTo>
                  <a:cubicBezTo>
                    <a:pt x="51" y="23"/>
                    <a:pt x="17" y="52"/>
                    <a:pt x="15" y="81"/>
                  </a:cubicBezTo>
                  <a:cubicBezTo>
                    <a:pt x="12" y="114"/>
                    <a:pt x="51" y="134"/>
                    <a:pt x="60" y="97"/>
                  </a:cubicBezTo>
                  <a:cubicBezTo>
                    <a:pt x="60" y="88"/>
                    <a:pt x="49" y="91"/>
                    <a:pt x="51" y="81"/>
                  </a:cubicBezTo>
                  <a:cubicBezTo>
                    <a:pt x="63" y="88"/>
                    <a:pt x="78" y="95"/>
                    <a:pt x="87" y="107"/>
                  </a:cubicBezTo>
                  <a:cubicBezTo>
                    <a:pt x="83" y="113"/>
                    <a:pt x="81" y="105"/>
                    <a:pt x="76" y="106"/>
                  </a:cubicBezTo>
                  <a:cubicBezTo>
                    <a:pt x="66" y="111"/>
                    <a:pt x="62" y="123"/>
                    <a:pt x="56" y="132"/>
                  </a:cubicBezTo>
                  <a:cubicBezTo>
                    <a:pt x="27" y="124"/>
                    <a:pt x="1" y="110"/>
                    <a:pt x="1" y="77"/>
                  </a:cubicBezTo>
                  <a:cubicBezTo>
                    <a:pt x="0" y="25"/>
                    <a:pt x="73" y="0"/>
                    <a:pt x="96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9" name="Freeform 34">
              <a:extLst>
                <a:ext uri="{FF2B5EF4-FFF2-40B4-BE49-F238E27FC236}">
                  <a16:creationId xmlns:a16="http://schemas.microsoft.com/office/drawing/2014/main" id="{34988525-1D85-232C-6F51-5C9F440F58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15148" y="2423160"/>
              <a:ext cx="771525" cy="731838"/>
            </a:xfrm>
            <a:custGeom>
              <a:avLst/>
              <a:gdLst>
                <a:gd name="T0" fmla="*/ 26 w 297"/>
                <a:gd name="T1" fmla="*/ 174 h 282"/>
                <a:gd name="T2" fmla="*/ 40 w 297"/>
                <a:gd name="T3" fmla="*/ 158 h 282"/>
                <a:gd name="T4" fmla="*/ 24 w 297"/>
                <a:gd name="T5" fmla="*/ 158 h 282"/>
                <a:gd name="T6" fmla="*/ 73 w 297"/>
                <a:gd name="T7" fmla="*/ 171 h 282"/>
                <a:gd name="T8" fmla="*/ 35 w 297"/>
                <a:gd name="T9" fmla="*/ 234 h 282"/>
                <a:gd name="T10" fmla="*/ 53 w 297"/>
                <a:gd name="T11" fmla="*/ 180 h 282"/>
                <a:gd name="T12" fmla="*/ 80 w 297"/>
                <a:gd name="T13" fmla="*/ 127 h 282"/>
                <a:gd name="T14" fmla="*/ 59 w 297"/>
                <a:gd name="T15" fmla="*/ 141 h 282"/>
                <a:gd name="T16" fmla="*/ 101 w 297"/>
                <a:gd name="T17" fmla="*/ 136 h 282"/>
                <a:gd name="T18" fmla="*/ 101 w 297"/>
                <a:gd name="T19" fmla="*/ 136 h 282"/>
                <a:gd name="T20" fmla="*/ 126 w 297"/>
                <a:gd name="T21" fmla="*/ 139 h 282"/>
                <a:gd name="T22" fmla="*/ 134 w 297"/>
                <a:gd name="T23" fmla="*/ 161 h 282"/>
                <a:gd name="T24" fmla="*/ 134 w 297"/>
                <a:gd name="T25" fmla="*/ 161 h 282"/>
                <a:gd name="T26" fmla="*/ 151 w 297"/>
                <a:gd name="T27" fmla="*/ 27 h 282"/>
                <a:gd name="T28" fmla="*/ 157 w 297"/>
                <a:gd name="T29" fmla="*/ 239 h 282"/>
                <a:gd name="T30" fmla="*/ 163 w 297"/>
                <a:gd name="T31" fmla="*/ 200 h 282"/>
                <a:gd name="T32" fmla="*/ 139 w 297"/>
                <a:gd name="T33" fmla="*/ 218 h 282"/>
                <a:gd name="T34" fmla="*/ 156 w 297"/>
                <a:gd name="T35" fmla="*/ 227 h 282"/>
                <a:gd name="T36" fmla="*/ 173 w 297"/>
                <a:gd name="T37" fmla="*/ 39 h 282"/>
                <a:gd name="T38" fmla="*/ 173 w 297"/>
                <a:gd name="T39" fmla="*/ 39 h 282"/>
                <a:gd name="T40" fmla="*/ 173 w 297"/>
                <a:gd name="T41" fmla="*/ 58 h 282"/>
                <a:gd name="T42" fmla="*/ 157 w 297"/>
                <a:gd name="T43" fmla="*/ 191 h 282"/>
                <a:gd name="T44" fmla="*/ 143 w 297"/>
                <a:gd name="T45" fmla="*/ 186 h 282"/>
                <a:gd name="T46" fmla="*/ 157 w 297"/>
                <a:gd name="T47" fmla="*/ 191 h 282"/>
                <a:gd name="T48" fmla="*/ 186 w 297"/>
                <a:gd name="T49" fmla="*/ 127 h 282"/>
                <a:gd name="T50" fmla="*/ 202 w 297"/>
                <a:gd name="T51" fmla="*/ 119 h 282"/>
                <a:gd name="T52" fmla="*/ 198 w 297"/>
                <a:gd name="T53" fmla="*/ 67 h 282"/>
                <a:gd name="T54" fmla="*/ 189 w 297"/>
                <a:gd name="T55" fmla="*/ 72 h 282"/>
                <a:gd name="T56" fmla="*/ 209 w 297"/>
                <a:gd name="T57" fmla="*/ 66 h 282"/>
                <a:gd name="T58" fmla="*/ 211 w 297"/>
                <a:gd name="T59" fmla="*/ 72 h 282"/>
                <a:gd name="T60" fmla="*/ 217 w 297"/>
                <a:gd name="T61" fmla="*/ 139 h 282"/>
                <a:gd name="T62" fmla="*/ 201 w 297"/>
                <a:gd name="T63" fmla="*/ 150 h 282"/>
                <a:gd name="T64" fmla="*/ 192 w 297"/>
                <a:gd name="T65" fmla="*/ 166 h 282"/>
                <a:gd name="T66" fmla="*/ 227 w 297"/>
                <a:gd name="T67" fmla="*/ 67 h 282"/>
                <a:gd name="T68" fmla="*/ 235 w 297"/>
                <a:gd name="T69" fmla="*/ 115 h 282"/>
                <a:gd name="T70" fmla="*/ 184 w 297"/>
                <a:gd name="T71" fmla="*/ 91 h 282"/>
                <a:gd name="T72" fmla="*/ 173 w 297"/>
                <a:gd name="T73" fmla="*/ 84 h 282"/>
                <a:gd name="T74" fmla="*/ 154 w 297"/>
                <a:gd name="T75" fmla="*/ 136 h 282"/>
                <a:gd name="T76" fmla="*/ 206 w 297"/>
                <a:gd name="T77" fmla="*/ 109 h 282"/>
                <a:gd name="T78" fmla="*/ 217 w 297"/>
                <a:gd name="T79" fmla="*/ 96 h 282"/>
                <a:gd name="T80" fmla="*/ 235 w 297"/>
                <a:gd name="T81" fmla="*/ 115 h 282"/>
                <a:gd name="T82" fmla="*/ 251 w 297"/>
                <a:gd name="T83" fmla="*/ 106 h 282"/>
                <a:gd name="T84" fmla="*/ 249 w 297"/>
                <a:gd name="T85" fmla="*/ 119 h 282"/>
                <a:gd name="T86" fmla="*/ 263 w 297"/>
                <a:gd name="T87" fmla="*/ 261 h 282"/>
                <a:gd name="T88" fmla="*/ 185 w 297"/>
                <a:gd name="T89" fmla="*/ 225 h 282"/>
                <a:gd name="T90" fmla="*/ 131 w 297"/>
                <a:gd name="T91" fmla="*/ 267 h 282"/>
                <a:gd name="T92" fmla="*/ 62 w 297"/>
                <a:gd name="T93" fmla="*/ 218 h 282"/>
                <a:gd name="T94" fmla="*/ 10 w 297"/>
                <a:gd name="T95" fmla="*/ 256 h 282"/>
                <a:gd name="T96" fmla="*/ 97 w 297"/>
                <a:gd name="T97" fmla="*/ 113 h 282"/>
                <a:gd name="T98" fmla="*/ 134 w 297"/>
                <a:gd name="T99" fmla="*/ 82 h 282"/>
                <a:gd name="T100" fmla="*/ 207 w 297"/>
                <a:gd name="T101" fmla="*/ 8 h 282"/>
                <a:gd name="T102" fmla="*/ 234 w 297"/>
                <a:gd name="T103" fmla="*/ 27 h 282"/>
                <a:gd name="T104" fmla="*/ 263 w 297"/>
                <a:gd name="T105" fmla="*/ 184 h 282"/>
                <a:gd name="T106" fmla="*/ 290 w 297"/>
                <a:gd name="T107" fmla="*/ 23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7" h="282">
                  <a:moveTo>
                    <a:pt x="24" y="186"/>
                  </a:moveTo>
                  <a:cubicBezTo>
                    <a:pt x="30" y="187"/>
                    <a:pt x="32" y="172"/>
                    <a:pt x="26" y="174"/>
                  </a:cubicBezTo>
                  <a:cubicBezTo>
                    <a:pt x="22" y="175"/>
                    <a:pt x="21" y="182"/>
                    <a:pt x="24" y="186"/>
                  </a:cubicBezTo>
                  <a:close/>
                  <a:moveTo>
                    <a:pt x="40" y="158"/>
                  </a:moveTo>
                  <a:cubicBezTo>
                    <a:pt x="40" y="155"/>
                    <a:pt x="37" y="152"/>
                    <a:pt x="38" y="147"/>
                  </a:cubicBezTo>
                  <a:cubicBezTo>
                    <a:pt x="30" y="147"/>
                    <a:pt x="24" y="151"/>
                    <a:pt x="24" y="158"/>
                  </a:cubicBezTo>
                  <a:cubicBezTo>
                    <a:pt x="32" y="160"/>
                    <a:pt x="31" y="160"/>
                    <a:pt x="40" y="158"/>
                  </a:cubicBezTo>
                  <a:close/>
                  <a:moveTo>
                    <a:pt x="73" y="171"/>
                  </a:moveTo>
                  <a:cubicBezTo>
                    <a:pt x="64" y="166"/>
                    <a:pt x="59" y="180"/>
                    <a:pt x="52" y="171"/>
                  </a:cubicBezTo>
                  <a:cubicBezTo>
                    <a:pt x="51" y="195"/>
                    <a:pt x="0" y="214"/>
                    <a:pt x="35" y="234"/>
                  </a:cubicBezTo>
                  <a:cubicBezTo>
                    <a:pt x="41" y="225"/>
                    <a:pt x="30" y="220"/>
                    <a:pt x="29" y="213"/>
                  </a:cubicBezTo>
                  <a:cubicBezTo>
                    <a:pt x="42" y="205"/>
                    <a:pt x="52" y="194"/>
                    <a:pt x="53" y="180"/>
                  </a:cubicBezTo>
                  <a:cubicBezTo>
                    <a:pt x="59" y="180"/>
                    <a:pt x="70" y="184"/>
                    <a:pt x="73" y="171"/>
                  </a:cubicBezTo>
                  <a:close/>
                  <a:moveTo>
                    <a:pt x="80" y="127"/>
                  </a:moveTo>
                  <a:cubicBezTo>
                    <a:pt x="70" y="120"/>
                    <a:pt x="55" y="125"/>
                    <a:pt x="52" y="136"/>
                  </a:cubicBezTo>
                  <a:cubicBezTo>
                    <a:pt x="57" y="134"/>
                    <a:pt x="54" y="142"/>
                    <a:pt x="59" y="141"/>
                  </a:cubicBezTo>
                  <a:cubicBezTo>
                    <a:pt x="66" y="137"/>
                    <a:pt x="76" y="136"/>
                    <a:pt x="80" y="127"/>
                  </a:cubicBezTo>
                  <a:close/>
                  <a:moveTo>
                    <a:pt x="101" y="136"/>
                  </a:moveTo>
                  <a:cubicBezTo>
                    <a:pt x="104" y="131"/>
                    <a:pt x="104" y="123"/>
                    <a:pt x="95" y="123"/>
                  </a:cubicBezTo>
                  <a:cubicBezTo>
                    <a:pt x="95" y="131"/>
                    <a:pt x="96" y="134"/>
                    <a:pt x="101" y="136"/>
                  </a:cubicBezTo>
                  <a:close/>
                  <a:moveTo>
                    <a:pt x="131" y="150"/>
                  </a:moveTo>
                  <a:cubicBezTo>
                    <a:pt x="131" y="144"/>
                    <a:pt x="131" y="139"/>
                    <a:pt x="126" y="139"/>
                  </a:cubicBezTo>
                  <a:cubicBezTo>
                    <a:pt x="124" y="144"/>
                    <a:pt x="124" y="151"/>
                    <a:pt x="131" y="150"/>
                  </a:cubicBezTo>
                  <a:close/>
                  <a:moveTo>
                    <a:pt x="134" y="161"/>
                  </a:moveTo>
                  <a:cubicBezTo>
                    <a:pt x="137" y="163"/>
                    <a:pt x="151" y="165"/>
                    <a:pt x="151" y="157"/>
                  </a:cubicBezTo>
                  <a:cubicBezTo>
                    <a:pt x="147" y="151"/>
                    <a:pt x="134" y="153"/>
                    <a:pt x="134" y="161"/>
                  </a:cubicBezTo>
                  <a:close/>
                  <a:moveTo>
                    <a:pt x="151" y="37"/>
                  </a:moveTo>
                  <a:cubicBezTo>
                    <a:pt x="152" y="36"/>
                    <a:pt x="158" y="25"/>
                    <a:pt x="151" y="27"/>
                  </a:cubicBezTo>
                  <a:cubicBezTo>
                    <a:pt x="148" y="28"/>
                    <a:pt x="142" y="37"/>
                    <a:pt x="151" y="37"/>
                  </a:cubicBezTo>
                  <a:close/>
                  <a:moveTo>
                    <a:pt x="157" y="239"/>
                  </a:moveTo>
                  <a:cubicBezTo>
                    <a:pt x="163" y="247"/>
                    <a:pt x="176" y="249"/>
                    <a:pt x="185" y="243"/>
                  </a:cubicBezTo>
                  <a:cubicBezTo>
                    <a:pt x="170" y="237"/>
                    <a:pt x="168" y="218"/>
                    <a:pt x="163" y="200"/>
                  </a:cubicBezTo>
                  <a:cubicBezTo>
                    <a:pt x="158" y="208"/>
                    <a:pt x="165" y="212"/>
                    <a:pt x="159" y="217"/>
                  </a:cubicBezTo>
                  <a:cubicBezTo>
                    <a:pt x="151" y="209"/>
                    <a:pt x="146" y="224"/>
                    <a:pt x="139" y="218"/>
                  </a:cubicBezTo>
                  <a:cubicBezTo>
                    <a:pt x="142" y="225"/>
                    <a:pt x="145" y="234"/>
                    <a:pt x="143" y="247"/>
                  </a:cubicBezTo>
                  <a:cubicBezTo>
                    <a:pt x="154" y="247"/>
                    <a:pt x="143" y="225"/>
                    <a:pt x="156" y="227"/>
                  </a:cubicBezTo>
                  <a:cubicBezTo>
                    <a:pt x="158" y="229"/>
                    <a:pt x="157" y="234"/>
                    <a:pt x="157" y="239"/>
                  </a:cubicBezTo>
                  <a:close/>
                  <a:moveTo>
                    <a:pt x="173" y="39"/>
                  </a:moveTo>
                  <a:cubicBezTo>
                    <a:pt x="181" y="37"/>
                    <a:pt x="187" y="25"/>
                    <a:pt x="178" y="20"/>
                  </a:cubicBezTo>
                  <a:cubicBezTo>
                    <a:pt x="176" y="28"/>
                    <a:pt x="174" y="32"/>
                    <a:pt x="173" y="39"/>
                  </a:cubicBezTo>
                  <a:close/>
                  <a:moveTo>
                    <a:pt x="202" y="28"/>
                  </a:moveTo>
                  <a:cubicBezTo>
                    <a:pt x="190" y="36"/>
                    <a:pt x="178" y="43"/>
                    <a:pt x="173" y="58"/>
                  </a:cubicBezTo>
                  <a:cubicBezTo>
                    <a:pt x="187" y="53"/>
                    <a:pt x="197" y="42"/>
                    <a:pt x="202" y="28"/>
                  </a:cubicBezTo>
                  <a:close/>
                  <a:moveTo>
                    <a:pt x="157" y="191"/>
                  </a:moveTo>
                  <a:cubicBezTo>
                    <a:pt x="168" y="186"/>
                    <a:pt x="196" y="181"/>
                    <a:pt x="189" y="170"/>
                  </a:cubicBezTo>
                  <a:cubicBezTo>
                    <a:pt x="175" y="177"/>
                    <a:pt x="163" y="182"/>
                    <a:pt x="143" y="186"/>
                  </a:cubicBezTo>
                  <a:cubicBezTo>
                    <a:pt x="143" y="193"/>
                    <a:pt x="142" y="200"/>
                    <a:pt x="145" y="204"/>
                  </a:cubicBezTo>
                  <a:cubicBezTo>
                    <a:pt x="154" y="205"/>
                    <a:pt x="153" y="195"/>
                    <a:pt x="157" y="191"/>
                  </a:cubicBezTo>
                  <a:close/>
                  <a:moveTo>
                    <a:pt x="202" y="119"/>
                  </a:moveTo>
                  <a:cubicBezTo>
                    <a:pt x="196" y="117"/>
                    <a:pt x="187" y="119"/>
                    <a:pt x="186" y="127"/>
                  </a:cubicBezTo>
                  <a:cubicBezTo>
                    <a:pt x="192" y="125"/>
                    <a:pt x="191" y="133"/>
                    <a:pt x="197" y="132"/>
                  </a:cubicBezTo>
                  <a:cubicBezTo>
                    <a:pt x="197" y="125"/>
                    <a:pt x="202" y="125"/>
                    <a:pt x="202" y="119"/>
                  </a:cubicBezTo>
                  <a:close/>
                  <a:moveTo>
                    <a:pt x="189" y="72"/>
                  </a:moveTo>
                  <a:cubicBezTo>
                    <a:pt x="194" y="72"/>
                    <a:pt x="198" y="74"/>
                    <a:pt x="198" y="67"/>
                  </a:cubicBezTo>
                  <a:cubicBezTo>
                    <a:pt x="197" y="66"/>
                    <a:pt x="195" y="66"/>
                    <a:pt x="189" y="66"/>
                  </a:cubicBezTo>
                  <a:cubicBezTo>
                    <a:pt x="189" y="69"/>
                    <a:pt x="189" y="71"/>
                    <a:pt x="189" y="72"/>
                  </a:cubicBezTo>
                  <a:close/>
                  <a:moveTo>
                    <a:pt x="211" y="72"/>
                  </a:moveTo>
                  <a:cubicBezTo>
                    <a:pt x="212" y="70"/>
                    <a:pt x="209" y="69"/>
                    <a:pt x="209" y="66"/>
                  </a:cubicBezTo>
                  <a:cubicBezTo>
                    <a:pt x="206" y="65"/>
                    <a:pt x="202" y="66"/>
                    <a:pt x="201" y="67"/>
                  </a:cubicBezTo>
                  <a:cubicBezTo>
                    <a:pt x="200" y="74"/>
                    <a:pt x="208" y="75"/>
                    <a:pt x="211" y="72"/>
                  </a:cubicBezTo>
                  <a:close/>
                  <a:moveTo>
                    <a:pt x="192" y="166"/>
                  </a:moveTo>
                  <a:cubicBezTo>
                    <a:pt x="202" y="160"/>
                    <a:pt x="219" y="160"/>
                    <a:pt x="217" y="139"/>
                  </a:cubicBezTo>
                  <a:cubicBezTo>
                    <a:pt x="208" y="139"/>
                    <a:pt x="201" y="139"/>
                    <a:pt x="196" y="137"/>
                  </a:cubicBezTo>
                  <a:cubicBezTo>
                    <a:pt x="195" y="144"/>
                    <a:pt x="200" y="144"/>
                    <a:pt x="201" y="150"/>
                  </a:cubicBezTo>
                  <a:cubicBezTo>
                    <a:pt x="195" y="156"/>
                    <a:pt x="191" y="148"/>
                    <a:pt x="185" y="148"/>
                  </a:cubicBezTo>
                  <a:cubicBezTo>
                    <a:pt x="186" y="156"/>
                    <a:pt x="195" y="155"/>
                    <a:pt x="192" y="166"/>
                  </a:cubicBezTo>
                  <a:close/>
                  <a:moveTo>
                    <a:pt x="238" y="80"/>
                  </a:moveTo>
                  <a:cubicBezTo>
                    <a:pt x="238" y="72"/>
                    <a:pt x="234" y="62"/>
                    <a:pt x="227" y="67"/>
                  </a:cubicBezTo>
                  <a:cubicBezTo>
                    <a:pt x="227" y="76"/>
                    <a:pt x="233" y="77"/>
                    <a:pt x="238" y="80"/>
                  </a:cubicBezTo>
                  <a:close/>
                  <a:moveTo>
                    <a:pt x="235" y="115"/>
                  </a:moveTo>
                  <a:cubicBezTo>
                    <a:pt x="239" y="110"/>
                    <a:pt x="240" y="104"/>
                    <a:pt x="239" y="94"/>
                  </a:cubicBezTo>
                  <a:cubicBezTo>
                    <a:pt x="228" y="79"/>
                    <a:pt x="200" y="84"/>
                    <a:pt x="184" y="91"/>
                  </a:cubicBezTo>
                  <a:cubicBezTo>
                    <a:pt x="180" y="81"/>
                    <a:pt x="167" y="69"/>
                    <a:pt x="164" y="87"/>
                  </a:cubicBezTo>
                  <a:cubicBezTo>
                    <a:pt x="169" y="87"/>
                    <a:pt x="169" y="85"/>
                    <a:pt x="173" y="84"/>
                  </a:cubicBezTo>
                  <a:cubicBezTo>
                    <a:pt x="176" y="90"/>
                    <a:pt x="180" y="96"/>
                    <a:pt x="189" y="98"/>
                  </a:cubicBezTo>
                  <a:cubicBezTo>
                    <a:pt x="180" y="106"/>
                    <a:pt x="132" y="122"/>
                    <a:pt x="154" y="136"/>
                  </a:cubicBezTo>
                  <a:cubicBezTo>
                    <a:pt x="156" y="122"/>
                    <a:pt x="167" y="115"/>
                    <a:pt x="181" y="118"/>
                  </a:cubicBezTo>
                  <a:cubicBezTo>
                    <a:pt x="187" y="109"/>
                    <a:pt x="192" y="106"/>
                    <a:pt x="206" y="109"/>
                  </a:cubicBezTo>
                  <a:cubicBezTo>
                    <a:pt x="211" y="112"/>
                    <a:pt x="208" y="123"/>
                    <a:pt x="217" y="123"/>
                  </a:cubicBezTo>
                  <a:cubicBezTo>
                    <a:pt x="220" y="113"/>
                    <a:pt x="218" y="106"/>
                    <a:pt x="217" y="96"/>
                  </a:cubicBezTo>
                  <a:cubicBezTo>
                    <a:pt x="218" y="95"/>
                    <a:pt x="219" y="94"/>
                    <a:pt x="223" y="94"/>
                  </a:cubicBezTo>
                  <a:cubicBezTo>
                    <a:pt x="230" y="99"/>
                    <a:pt x="227" y="113"/>
                    <a:pt x="235" y="115"/>
                  </a:cubicBezTo>
                  <a:close/>
                  <a:moveTo>
                    <a:pt x="249" y="119"/>
                  </a:moveTo>
                  <a:cubicBezTo>
                    <a:pt x="253" y="115"/>
                    <a:pt x="252" y="114"/>
                    <a:pt x="251" y="106"/>
                  </a:cubicBezTo>
                  <a:cubicBezTo>
                    <a:pt x="249" y="106"/>
                    <a:pt x="247" y="106"/>
                    <a:pt x="246" y="106"/>
                  </a:cubicBezTo>
                  <a:cubicBezTo>
                    <a:pt x="246" y="112"/>
                    <a:pt x="244" y="119"/>
                    <a:pt x="249" y="119"/>
                  </a:cubicBezTo>
                  <a:close/>
                  <a:moveTo>
                    <a:pt x="290" y="233"/>
                  </a:moveTo>
                  <a:cubicBezTo>
                    <a:pt x="297" y="251"/>
                    <a:pt x="272" y="261"/>
                    <a:pt x="263" y="261"/>
                  </a:cubicBezTo>
                  <a:cubicBezTo>
                    <a:pt x="235" y="262"/>
                    <a:pt x="235" y="227"/>
                    <a:pt x="219" y="217"/>
                  </a:cubicBezTo>
                  <a:cubicBezTo>
                    <a:pt x="206" y="218"/>
                    <a:pt x="190" y="215"/>
                    <a:pt x="185" y="225"/>
                  </a:cubicBezTo>
                  <a:cubicBezTo>
                    <a:pt x="187" y="239"/>
                    <a:pt x="203" y="232"/>
                    <a:pt x="206" y="243"/>
                  </a:cubicBezTo>
                  <a:cubicBezTo>
                    <a:pt x="211" y="266"/>
                    <a:pt x="157" y="273"/>
                    <a:pt x="131" y="267"/>
                  </a:cubicBezTo>
                  <a:cubicBezTo>
                    <a:pt x="113" y="262"/>
                    <a:pt x="104" y="241"/>
                    <a:pt x="98" y="224"/>
                  </a:cubicBezTo>
                  <a:cubicBezTo>
                    <a:pt x="85" y="224"/>
                    <a:pt x="75" y="213"/>
                    <a:pt x="62" y="218"/>
                  </a:cubicBezTo>
                  <a:cubicBezTo>
                    <a:pt x="60" y="232"/>
                    <a:pt x="73" y="233"/>
                    <a:pt x="74" y="247"/>
                  </a:cubicBezTo>
                  <a:cubicBezTo>
                    <a:pt x="77" y="282"/>
                    <a:pt x="35" y="266"/>
                    <a:pt x="10" y="256"/>
                  </a:cubicBezTo>
                  <a:cubicBezTo>
                    <a:pt x="24" y="218"/>
                    <a:pt x="2" y="167"/>
                    <a:pt x="20" y="137"/>
                  </a:cubicBezTo>
                  <a:cubicBezTo>
                    <a:pt x="32" y="118"/>
                    <a:pt x="64" y="108"/>
                    <a:pt x="97" y="113"/>
                  </a:cubicBezTo>
                  <a:cubicBezTo>
                    <a:pt x="107" y="114"/>
                    <a:pt x="136" y="127"/>
                    <a:pt x="145" y="110"/>
                  </a:cubicBezTo>
                  <a:cubicBezTo>
                    <a:pt x="145" y="98"/>
                    <a:pt x="139" y="90"/>
                    <a:pt x="134" y="82"/>
                  </a:cubicBezTo>
                  <a:cubicBezTo>
                    <a:pt x="137" y="63"/>
                    <a:pt x="131" y="50"/>
                    <a:pt x="135" y="36"/>
                  </a:cubicBezTo>
                  <a:cubicBezTo>
                    <a:pt x="143" y="0"/>
                    <a:pt x="173" y="3"/>
                    <a:pt x="207" y="8"/>
                  </a:cubicBezTo>
                  <a:cubicBezTo>
                    <a:pt x="213" y="6"/>
                    <a:pt x="211" y="14"/>
                    <a:pt x="211" y="18"/>
                  </a:cubicBezTo>
                  <a:cubicBezTo>
                    <a:pt x="216" y="18"/>
                    <a:pt x="228" y="22"/>
                    <a:pt x="234" y="27"/>
                  </a:cubicBezTo>
                  <a:cubicBezTo>
                    <a:pt x="224" y="61"/>
                    <a:pt x="251" y="79"/>
                    <a:pt x="269" y="96"/>
                  </a:cubicBezTo>
                  <a:cubicBezTo>
                    <a:pt x="282" y="123"/>
                    <a:pt x="285" y="167"/>
                    <a:pt x="263" y="184"/>
                  </a:cubicBezTo>
                  <a:cubicBezTo>
                    <a:pt x="262" y="204"/>
                    <a:pt x="268" y="218"/>
                    <a:pt x="275" y="229"/>
                  </a:cubicBezTo>
                  <a:cubicBezTo>
                    <a:pt x="282" y="229"/>
                    <a:pt x="289" y="228"/>
                    <a:pt x="290" y="2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0" name="Freeform 35">
              <a:extLst>
                <a:ext uri="{FF2B5EF4-FFF2-40B4-BE49-F238E27FC236}">
                  <a16:creationId xmlns:a16="http://schemas.microsoft.com/office/drawing/2014/main" id="{A66A0811-B010-B46B-D787-EBFBA71EA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098" y="5055235"/>
              <a:ext cx="357187" cy="352425"/>
            </a:xfrm>
            <a:custGeom>
              <a:avLst/>
              <a:gdLst>
                <a:gd name="T0" fmla="*/ 138 w 138"/>
                <a:gd name="T1" fmla="*/ 77 h 136"/>
                <a:gd name="T2" fmla="*/ 125 w 138"/>
                <a:gd name="T3" fmla="*/ 72 h 136"/>
                <a:gd name="T4" fmla="*/ 58 w 138"/>
                <a:gd name="T5" fmla="*/ 136 h 136"/>
                <a:gd name="T6" fmla="*/ 67 w 138"/>
                <a:gd name="T7" fmla="*/ 36 h 136"/>
                <a:gd name="T8" fmla="*/ 29 w 138"/>
                <a:gd name="T9" fmla="*/ 101 h 136"/>
                <a:gd name="T10" fmla="*/ 0 w 138"/>
                <a:gd name="T11" fmla="*/ 72 h 136"/>
                <a:gd name="T12" fmla="*/ 41 w 138"/>
                <a:gd name="T13" fmla="*/ 50 h 136"/>
                <a:gd name="T14" fmla="*/ 62 w 138"/>
                <a:gd name="T15" fmla="*/ 2 h 136"/>
                <a:gd name="T16" fmla="*/ 84 w 138"/>
                <a:gd name="T17" fmla="*/ 20 h 136"/>
                <a:gd name="T18" fmla="*/ 72 w 138"/>
                <a:gd name="T19" fmla="*/ 110 h 136"/>
                <a:gd name="T20" fmla="*/ 113 w 138"/>
                <a:gd name="T21" fmla="*/ 67 h 136"/>
                <a:gd name="T22" fmla="*/ 108 w 138"/>
                <a:gd name="T23" fmla="*/ 49 h 136"/>
                <a:gd name="T24" fmla="*/ 138 w 138"/>
                <a:gd name="T25" fmla="*/ 77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136">
                  <a:moveTo>
                    <a:pt x="138" y="77"/>
                  </a:moveTo>
                  <a:cubicBezTo>
                    <a:pt x="134" y="81"/>
                    <a:pt x="130" y="73"/>
                    <a:pt x="125" y="72"/>
                  </a:cubicBezTo>
                  <a:cubicBezTo>
                    <a:pt x="99" y="88"/>
                    <a:pt x="84" y="117"/>
                    <a:pt x="58" y="136"/>
                  </a:cubicBezTo>
                  <a:cubicBezTo>
                    <a:pt x="56" y="105"/>
                    <a:pt x="66" y="71"/>
                    <a:pt x="67" y="36"/>
                  </a:cubicBezTo>
                  <a:cubicBezTo>
                    <a:pt x="50" y="52"/>
                    <a:pt x="15" y="74"/>
                    <a:pt x="29" y="101"/>
                  </a:cubicBezTo>
                  <a:cubicBezTo>
                    <a:pt x="18" y="98"/>
                    <a:pt x="7" y="83"/>
                    <a:pt x="0" y="72"/>
                  </a:cubicBezTo>
                  <a:cubicBezTo>
                    <a:pt x="15" y="82"/>
                    <a:pt x="26" y="67"/>
                    <a:pt x="41" y="50"/>
                  </a:cubicBezTo>
                  <a:cubicBezTo>
                    <a:pt x="57" y="33"/>
                    <a:pt x="72" y="24"/>
                    <a:pt x="62" y="2"/>
                  </a:cubicBezTo>
                  <a:cubicBezTo>
                    <a:pt x="70" y="0"/>
                    <a:pt x="75" y="16"/>
                    <a:pt x="84" y="20"/>
                  </a:cubicBezTo>
                  <a:cubicBezTo>
                    <a:pt x="79" y="49"/>
                    <a:pt x="78" y="82"/>
                    <a:pt x="72" y="110"/>
                  </a:cubicBezTo>
                  <a:cubicBezTo>
                    <a:pt x="90" y="100"/>
                    <a:pt x="100" y="82"/>
                    <a:pt x="113" y="67"/>
                  </a:cubicBezTo>
                  <a:cubicBezTo>
                    <a:pt x="114" y="58"/>
                    <a:pt x="108" y="57"/>
                    <a:pt x="108" y="49"/>
                  </a:cubicBezTo>
                  <a:cubicBezTo>
                    <a:pt x="117" y="52"/>
                    <a:pt x="136" y="68"/>
                    <a:pt x="138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1" name="Freeform 36">
              <a:extLst>
                <a:ext uri="{FF2B5EF4-FFF2-40B4-BE49-F238E27FC236}">
                  <a16:creationId xmlns:a16="http://schemas.microsoft.com/office/drawing/2014/main" id="{73BCD84A-8793-9DEB-E7B5-D92B950D7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873" y="4920298"/>
              <a:ext cx="265112" cy="242888"/>
            </a:xfrm>
            <a:custGeom>
              <a:avLst/>
              <a:gdLst>
                <a:gd name="T0" fmla="*/ 74 w 102"/>
                <a:gd name="T1" fmla="*/ 0 h 94"/>
                <a:gd name="T2" fmla="*/ 102 w 102"/>
                <a:gd name="T3" fmla="*/ 37 h 94"/>
                <a:gd name="T4" fmla="*/ 87 w 102"/>
                <a:gd name="T5" fmla="*/ 29 h 94"/>
                <a:gd name="T6" fmla="*/ 25 w 102"/>
                <a:gd name="T7" fmla="*/ 80 h 94"/>
                <a:gd name="T8" fmla="*/ 28 w 102"/>
                <a:gd name="T9" fmla="*/ 94 h 94"/>
                <a:gd name="T10" fmla="*/ 0 w 102"/>
                <a:gd name="T11" fmla="*/ 58 h 94"/>
                <a:gd name="T12" fmla="*/ 15 w 102"/>
                <a:gd name="T13" fmla="*/ 64 h 94"/>
                <a:gd name="T14" fmla="*/ 77 w 102"/>
                <a:gd name="T15" fmla="*/ 15 h 94"/>
                <a:gd name="T16" fmla="*/ 74 w 102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94">
                  <a:moveTo>
                    <a:pt x="74" y="0"/>
                  </a:moveTo>
                  <a:cubicBezTo>
                    <a:pt x="85" y="2"/>
                    <a:pt x="99" y="25"/>
                    <a:pt x="102" y="37"/>
                  </a:cubicBezTo>
                  <a:cubicBezTo>
                    <a:pt x="94" y="35"/>
                    <a:pt x="94" y="29"/>
                    <a:pt x="87" y="29"/>
                  </a:cubicBezTo>
                  <a:cubicBezTo>
                    <a:pt x="66" y="44"/>
                    <a:pt x="44" y="61"/>
                    <a:pt x="25" y="80"/>
                  </a:cubicBezTo>
                  <a:cubicBezTo>
                    <a:pt x="25" y="86"/>
                    <a:pt x="32" y="88"/>
                    <a:pt x="28" y="94"/>
                  </a:cubicBezTo>
                  <a:cubicBezTo>
                    <a:pt x="16" y="85"/>
                    <a:pt x="9" y="72"/>
                    <a:pt x="0" y="58"/>
                  </a:cubicBezTo>
                  <a:cubicBezTo>
                    <a:pt x="6" y="53"/>
                    <a:pt x="9" y="64"/>
                    <a:pt x="15" y="64"/>
                  </a:cubicBezTo>
                  <a:cubicBezTo>
                    <a:pt x="36" y="49"/>
                    <a:pt x="59" y="34"/>
                    <a:pt x="77" y="15"/>
                  </a:cubicBezTo>
                  <a:cubicBezTo>
                    <a:pt x="79" y="7"/>
                    <a:pt x="74" y="6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2" name="Freeform 37">
              <a:extLst>
                <a:ext uri="{FF2B5EF4-FFF2-40B4-BE49-F238E27FC236}">
                  <a16:creationId xmlns:a16="http://schemas.microsoft.com/office/drawing/2014/main" id="{4C1F425D-B2DB-D9D4-4120-E430F9A74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710" y="4769485"/>
              <a:ext cx="320675" cy="184150"/>
            </a:xfrm>
            <a:custGeom>
              <a:avLst/>
              <a:gdLst>
                <a:gd name="T0" fmla="*/ 124 w 124"/>
                <a:gd name="T1" fmla="*/ 36 h 71"/>
                <a:gd name="T2" fmla="*/ 113 w 124"/>
                <a:gd name="T3" fmla="*/ 30 h 71"/>
                <a:gd name="T4" fmla="*/ 36 w 124"/>
                <a:gd name="T5" fmla="*/ 64 h 71"/>
                <a:gd name="T6" fmla="*/ 38 w 124"/>
                <a:gd name="T7" fmla="*/ 11 h 71"/>
                <a:gd name="T8" fmla="*/ 43 w 124"/>
                <a:gd name="T9" fmla="*/ 24 h 71"/>
                <a:gd name="T10" fmla="*/ 41 w 124"/>
                <a:gd name="T11" fmla="*/ 28 h 71"/>
                <a:gd name="T12" fmla="*/ 22 w 124"/>
                <a:gd name="T13" fmla="*/ 30 h 71"/>
                <a:gd name="T14" fmla="*/ 27 w 124"/>
                <a:gd name="T15" fmla="*/ 52 h 71"/>
                <a:gd name="T16" fmla="*/ 103 w 124"/>
                <a:gd name="T17" fmla="*/ 14 h 71"/>
                <a:gd name="T18" fmla="*/ 102 w 124"/>
                <a:gd name="T19" fmla="*/ 0 h 71"/>
                <a:gd name="T20" fmla="*/ 124 w 124"/>
                <a:gd name="T21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4" h="71">
                  <a:moveTo>
                    <a:pt x="124" y="36"/>
                  </a:moveTo>
                  <a:cubicBezTo>
                    <a:pt x="119" y="41"/>
                    <a:pt x="119" y="29"/>
                    <a:pt x="113" y="30"/>
                  </a:cubicBezTo>
                  <a:cubicBezTo>
                    <a:pt x="91" y="30"/>
                    <a:pt x="65" y="71"/>
                    <a:pt x="36" y="64"/>
                  </a:cubicBezTo>
                  <a:cubicBezTo>
                    <a:pt x="15" y="59"/>
                    <a:pt x="0" y="14"/>
                    <a:pt x="38" y="11"/>
                  </a:cubicBezTo>
                  <a:cubicBezTo>
                    <a:pt x="39" y="16"/>
                    <a:pt x="43" y="17"/>
                    <a:pt x="43" y="24"/>
                  </a:cubicBezTo>
                  <a:cubicBezTo>
                    <a:pt x="41" y="24"/>
                    <a:pt x="42" y="26"/>
                    <a:pt x="41" y="28"/>
                  </a:cubicBezTo>
                  <a:cubicBezTo>
                    <a:pt x="33" y="31"/>
                    <a:pt x="28" y="31"/>
                    <a:pt x="22" y="30"/>
                  </a:cubicBezTo>
                  <a:cubicBezTo>
                    <a:pt x="17" y="38"/>
                    <a:pt x="23" y="47"/>
                    <a:pt x="27" y="52"/>
                  </a:cubicBezTo>
                  <a:cubicBezTo>
                    <a:pt x="63" y="48"/>
                    <a:pt x="80" y="28"/>
                    <a:pt x="103" y="14"/>
                  </a:cubicBezTo>
                  <a:cubicBezTo>
                    <a:pt x="107" y="6"/>
                    <a:pt x="97" y="2"/>
                    <a:pt x="102" y="0"/>
                  </a:cubicBezTo>
                  <a:cubicBezTo>
                    <a:pt x="110" y="2"/>
                    <a:pt x="121" y="28"/>
                    <a:pt x="124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3" name="Freeform 38">
              <a:extLst>
                <a:ext uri="{FF2B5EF4-FFF2-40B4-BE49-F238E27FC236}">
                  <a16:creationId xmlns:a16="http://schemas.microsoft.com/office/drawing/2014/main" id="{C290AF30-39B5-8A06-559C-28C5571A92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560" y="4437698"/>
              <a:ext cx="307975" cy="287338"/>
            </a:xfrm>
            <a:custGeom>
              <a:avLst/>
              <a:gdLst>
                <a:gd name="T0" fmla="*/ 119 w 119"/>
                <a:gd name="T1" fmla="*/ 107 h 111"/>
                <a:gd name="T2" fmla="*/ 104 w 119"/>
                <a:gd name="T3" fmla="*/ 95 h 111"/>
                <a:gd name="T4" fmla="*/ 19 w 119"/>
                <a:gd name="T5" fmla="*/ 111 h 111"/>
                <a:gd name="T6" fmla="*/ 78 w 119"/>
                <a:gd name="T7" fmla="*/ 32 h 111"/>
                <a:gd name="T8" fmla="*/ 16 w 119"/>
                <a:gd name="T9" fmla="*/ 47 h 111"/>
                <a:gd name="T10" fmla="*/ 12 w 119"/>
                <a:gd name="T11" fmla="*/ 64 h 111"/>
                <a:gd name="T12" fmla="*/ 0 w 119"/>
                <a:gd name="T13" fmla="*/ 23 h 111"/>
                <a:gd name="T14" fmla="*/ 15 w 119"/>
                <a:gd name="T15" fmla="*/ 35 h 111"/>
                <a:gd name="T16" fmla="*/ 94 w 119"/>
                <a:gd name="T17" fmla="*/ 0 h 111"/>
                <a:gd name="T18" fmla="*/ 44 w 119"/>
                <a:gd name="T19" fmla="*/ 99 h 111"/>
                <a:gd name="T20" fmla="*/ 103 w 119"/>
                <a:gd name="T21" fmla="*/ 85 h 111"/>
                <a:gd name="T22" fmla="*/ 107 w 119"/>
                <a:gd name="T23" fmla="*/ 66 h 111"/>
                <a:gd name="T24" fmla="*/ 119 w 119"/>
                <a:gd name="T25" fmla="*/ 107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" h="111">
                  <a:moveTo>
                    <a:pt x="119" y="107"/>
                  </a:moveTo>
                  <a:cubicBezTo>
                    <a:pt x="108" y="109"/>
                    <a:pt x="111" y="96"/>
                    <a:pt x="104" y="95"/>
                  </a:cubicBezTo>
                  <a:cubicBezTo>
                    <a:pt x="77" y="96"/>
                    <a:pt x="45" y="110"/>
                    <a:pt x="19" y="111"/>
                  </a:cubicBezTo>
                  <a:cubicBezTo>
                    <a:pt x="33" y="80"/>
                    <a:pt x="61" y="61"/>
                    <a:pt x="78" y="32"/>
                  </a:cubicBezTo>
                  <a:cubicBezTo>
                    <a:pt x="61" y="33"/>
                    <a:pt x="34" y="39"/>
                    <a:pt x="16" y="47"/>
                  </a:cubicBezTo>
                  <a:cubicBezTo>
                    <a:pt x="14" y="51"/>
                    <a:pt x="16" y="61"/>
                    <a:pt x="12" y="64"/>
                  </a:cubicBezTo>
                  <a:cubicBezTo>
                    <a:pt x="4" y="56"/>
                    <a:pt x="5" y="37"/>
                    <a:pt x="0" y="23"/>
                  </a:cubicBezTo>
                  <a:cubicBezTo>
                    <a:pt x="11" y="21"/>
                    <a:pt x="8" y="34"/>
                    <a:pt x="15" y="35"/>
                  </a:cubicBezTo>
                  <a:cubicBezTo>
                    <a:pt x="45" y="29"/>
                    <a:pt x="88" y="33"/>
                    <a:pt x="94" y="0"/>
                  </a:cubicBezTo>
                  <a:cubicBezTo>
                    <a:pt x="118" y="42"/>
                    <a:pt x="56" y="68"/>
                    <a:pt x="44" y="99"/>
                  </a:cubicBezTo>
                  <a:cubicBezTo>
                    <a:pt x="65" y="95"/>
                    <a:pt x="85" y="91"/>
                    <a:pt x="103" y="85"/>
                  </a:cubicBezTo>
                  <a:cubicBezTo>
                    <a:pt x="105" y="80"/>
                    <a:pt x="103" y="71"/>
                    <a:pt x="107" y="66"/>
                  </a:cubicBezTo>
                  <a:cubicBezTo>
                    <a:pt x="115" y="75"/>
                    <a:pt x="114" y="95"/>
                    <a:pt x="119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4" name="Freeform 39">
              <a:extLst>
                <a:ext uri="{FF2B5EF4-FFF2-40B4-BE49-F238E27FC236}">
                  <a16:creationId xmlns:a16="http://schemas.microsoft.com/office/drawing/2014/main" id="{EC5ABF3C-40F8-0BEF-57C8-CD5583857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635" y="3866198"/>
              <a:ext cx="269875" cy="282575"/>
            </a:xfrm>
            <a:custGeom>
              <a:avLst/>
              <a:gdLst>
                <a:gd name="T0" fmla="*/ 100 w 104"/>
                <a:gd name="T1" fmla="*/ 0 h 109"/>
                <a:gd name="T2" fmla="*/ 100 w 104"/>
                <a:gd name="T3" fmla="*/ 30 h 109"/>
                <a:gd name="T4" fmla="*/ 29 w 104"/>
                <a:gd name="T5" fmla="*/ 83 h 109"/>
                <a:gd name="T6" fmla="*/ 96 w 104"/>
                <a:gd name="T7" fmla="*/ 68 h 109"/>
                <a:gd name="T8" fmla="*/ 99 w 104"/>
                <a:gd name="T9" fmla="*/ 109 h 109"/>
                <a:gd name="T10" fmla="*/ 87 w 104"/>
                <a:gd name="T11" fmla="*/ 92 h 109"/>
                <a:gd name="T12" fmla="*/ 1 w 104"/>
                <a:gd name="T13" fmla="*/ 91 h 109"/>
                <a:gd name="T14" fmla="*/ 78 w 104"/>
                <a:gd name="T15" fmla="*/ 26 h 109"/>
                <a:gd name="T16" fmla="*/ 13 w 104"/>
                <a:gd name="T17" fmla="*/ 28 h 109"/>
                <a:gd name="T18" fmla="*/ 7 w 104"/>
                <a:gd name="T19" fmla="*/ 43 h 109"/>
                <a:gd name="T20" fmla="*/ 5 w 104"/>
                <a:gd name="T21" fmla="*/ 1 h 109"/>
                <a:gd name="T22" fmla="*/ 12 w 104"/>
                <a:gd name="T23" fmla="*/ 15 h 109"/>
                <a:gd name="T24" fmla="*/ 88 w 104"/>
                <a:gd name="T25" fmla="*/ 15 h 109"/>
                <a:gd name="T26" fmla="*/ 95 w 104"/>
                <a:gd name="T27" fmla="*/ 0 h 109"/>
                <a:gd name="T28" fmla="*/ 100 w 104"/>
                <a:gd name="T2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9">
                  <a:moveTo>
                    <a:pt x="100" y="0"/>
                  </a:moveTo>
                  <a:cubicBezTo>
                    <a:pt x="100" y="10"/>
                    <a:pt x="100" y="20"/>
                    <a:pt x="100" y="30"/>
                  </a:cubicBezTo>
                  <a:cubicBezTo>
                    <a:pt x="76" y="47"/>
                    <a:pt x="52" y="66"/>
                    <a:pt x="29" y="83"/>
                  </a:cubicBezTo>
                  <a:cubicBezTo>
                    <a:pt x="52" y="86"/>
                    <a:pt x="95" y="93"/>
                    <a:pt x="96" y="68"/>
                  </a:cubicBezTo>
                  <a:cubicBezTo>
                    <a:pt x="104" y="73"/>
                    <a:pt x="100" y="100"/>
                    <a:pt x="99" y="109"/>
                  </a:cubicBezTo>
                  <a:cubicBezTo>
                    <a:pt x="91" y="107"/>
                    <a:pt x="94" y="93"/>
                    <a:pt x="87" y="92"/>
                  </a:cubicBezTo>
                  <a:cubicBezTo>
                    <a:pt x="58" y="91"/>
                    <a:pt x="27" y="95"/>
                    <a:pt x="1" y="91"/>
                  </a:cubicBezTo>
                  <a:cubicBezTo>
                    <a:pt x="22" y="63"/>
                    <a:pt x="55" y="50"/>
                    <a:pt x="78" y="26"/>
                  </a:cubicBezTo>
                  <a:cubicBezTo>
                    <a:pt x="62" y="28"/>
                    <a:pt x="29" y="24"/>
                    <a:pt x="13" y="28"/>
                  </a:cubicBezTo>
                  <a:cubicBezTo>
                    <a:pt x="10" y="30"/>
                    <a:pt x="11" y="39"/>
                    <a:pt x="7" y="43"/>
                  </a:cubicBezTo>
                  <a:cubicBezTo>
                    <a:pt x="0" y="36"/>
                    <a:pt x="3" y="10"/>
                    <a:pt x="5" y="1"/>
                  </a:cubicBezTo>
                  <a:cubicBezTo>
                    <a:pt x="12" y="1"/>
                    <a:pt x="8" y="12"/>
                    <a:pt x="12" y="15"/>
                  </a:cubicBezTo>
                  <a:cubicBezTo>
                    <a:pt x="35" y="19"/>
                    <a:pt x="66" y="21"/>
                    <a:pt x="88" y="15"/>
                  </a:cubicBezTo>
                  <a:cubicBezTo>
                    <a:pt x="91" y="11"/>
                    <a:pt x="95" y="7"/>
                    <a:pt x="95" y="0"/>
                  </a:cubicBezTo>
                  <a:cubicBezTo>
                    <a:pt x="96" y="0"/>
                    <a:pt x="99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5" name="Freeform 40">
              <a:extLst>
                <a:ext uri="{FF2B5EF4-FFF2-40B4-BE49-F238E27FC236}">
                  <a16:creationId xmlns:a16="http://schemas.microsoft.com/office/drawing/2014/main" id="{71683E3E-7FC7-D87B-D9C4-F28D7FD332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78635" y="4175760"/>
              <a:ext cx="269875" cy="271463"/>
            </a:xfrm>
            <a:custGeom>
              <a:avLst/>
              <a:gdLst>
                <a:gd name="T0" fmla="*/ 46 w 104"/>
                <a:gd name="T1" fmla="*/ 58 h 105"/>
                <a:gd name="T2" fmla="*/ 79 w 104"/>
                <a:gd name="T3" fmla="*/ 40 h 105"/>
                <a:gd name="T4" fmla="*/ 43 w 104"/>
                <a:gd name="T5" fmla="*/ 33 h 105"/>
                <a:gd name="T6" fmla="*/ 46 w 104"/>
                <a:gd name="T7" fmla="*/ 58 h 105"/>
                <a:gd name="T8" fmla="*/ 104 w 104"/>
                <a:gd name="T9" fmla="*/ 41 h 105"/>
                <a:gd name="T10" fmla="*/ 62 w 104"/>
                <a:gd name="T11" fmla="*/ 67 h 105"/>
                <a:gd name="T12" fmla="*/ 19 w 104"/>
                <a:gd name="T13" fmla="*/ 89 h 105"/>
                <a:gd name="T14" fmla="*/ 11 w 104"/>
                <a:gd name="T15" fmla="*/ 105 h 105"/>
                <a:gd name="T16" fmla="*/ 8 w 104"/>
                <a:gd name="T17" fmla="*/ 62 h 105"/>
                <a:gd name="T18" fmla="*/ 16 w 104"/>
                <a:gd name="T19" fmla="*/ 74 h 105"/>
                <a:gd name="T20" fmla="*/ 40 w 104"/>
                <a:gd name="T21" fmla="*/ 63 h 105"/>
                <a:gd name="T22" fmla="*/ 38 w 104"/>
                <a:gd name="T23" fmla="*/ 31 h 105"/>
                <a:gd name="T24" fmla="*/ 13 w 104"/>
                <a:gd name="T25" fmla="*/ 24 h 105"/>
                <a:gd name="T26" fmla="*/ 8 w 104"/>
                <a:gd name="T27" fmla="*/ 38 h 105"/>
                <a:gd name="T28" fmla="*/ 1 w 104"/>
                <a:gd name="T29" fmla="*/ 1 h 105"/>
                <a:gd name="T30" fmla="*/ 12 w 104"/>
                <a:gd name="T31" fmla="*/ 14 h 105"/>
                <a:gd name="T32" fmla="*/ 104 w 104"/>
                <a:gd name="T3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4" h="105">
                  <a:moveTo>
                    <a:pt x="46" y="58"/>
                  </a:moveTo>
                  <a:cubicBezTo>
                    <a:pt x="60" y="54"/>
                    <a:pt x="69" y="48"/>
                    <a:pt x="79" y="40"/>
                  </a:cubicBezTo>
                  <a:cubicBezTo>
                    <a:pt x="67" y="39"/>
                    <a:pt x="55" y="29"/>
                    <a:pt x="43" y="33"/>
                  </a:cubicBezTo>
                  <a:cubicBezTo>
                    <a:pt x="46" y="39"/>
                    <a:pt x="45" y="50"/>
                    <a:pt x="46" y="58"/>
                  </a:cubicBezTo>
                  <a:close/>
                  <a:moveTo>
                    <a:pt x="104" y="41"/>
                  </a:moveTo>
                  <a:cubicBezTo>
                    <a:pt x="95" y="55"/>
                    <a:pt x="77" y="59"/>
                    <a:pt x="62" y="67"/>
                  </a:cubicBezTo>
                  <a:cubicBezTo>
                    <a:pt x="47" y="74"/>
                    <a:pt x="34" y="83"/>
                    <a:pt x="19" y="89"/>
                  </a:cubicBezTo>
                  <a:cubicBezTo>
                    <a:pt x="17" y="96"/>
                    <a:pt x="17" y="105"/>
                    <a:pt x="11" y="105"/>
                  </a:cubicBezTo>
                  <a:cubicBezTo>
                    <a:pt x="12" y="89"/>
                    <a:pt x="5" y="73"/>
                    <a:pt x="8" y="62"/>
                  </a:cubicBezTo>
                  <a:cubicBezTo>
                    <a:pt x="14" y="62"/>
                    <a:pt x="12" y="71"/>
                    <a:pt x="16" y="74"/>
                  </a:cubicBezTo>
                  <a:cubicBezTo>
                    <a:pt x="25" y="72"/>
                    <a:pt x="32" y="67"/>
                    <a:pt x="40" y="63"/>
                  </a:cubicBezTo>
                  <a:cubicBezTo>
                    <a:pt x="41" y="50"/>
                    <a:pt x="38" y="43"/>
                    <a:pt x="38" y="31"/>
                  </a:cubicBezTo>
                  <a:cubicBezTo>
                    <a:pt x="32" y="22"/>
                    <a:pt x="25" y="25"/>
                    <a:pt x="13" y="24"/>
                  </a:cubicBezTo>
                  <a:cubicBezTo>
                    <a:pt x="7" y="24"/>
                    <a:pt x="13" y="36"/>
                    <a:pt x="8" y="38"/>
                  </a:cubicBezTo>
                  <a:cubicBezTo>
                    <a:pt x="0" y="33"/>
                    <a:pt x="3" y="14"/>
                    <a:pt x="1" y="1"/>
                  </a:cubicBezTo>
                  <a:cubicBezTo>
                    <a:pt x="10" y="0"/>
                    <a:pt x="8" y="10"/>
                    <a:pt x="12" y="14"/>
                  </a:cubicBezTo>
                  <a:cubicBezTo>
                    <a:pt x="41" y="24"/>
                    <a:pt x="76" y="29"/>
                    <a:pt x="104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</p:grpSp>
      <p:sp>
        <p:nvSpPr>
          <p:cNvPr id="5" name="椭圆 4">
            <a:extLst>
              <a:ext uri="{FF2B5EF4-FFF2-40B4-BE49-F238E27FC236}">
                <a16:creationId xmlns:a16="http://schemas.microsoft.com/office/drawing/2014/main" id="{32D2C551-1AF0-1441-97EE-1642CDC106F4}"/>
              </a:ext>
            </a:extLst>
          </p:cNvPr>
          <p:cNvSpPr/>
          <p:nvPr/>
        </p:nvSpPr>
        <p:spPr>
          <a:xfrm>
            <a:off x="2028715" y="1357323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1</a:t>
            </a:r>
            <a:endParaRPr lang="zh-CN" altLang="en-US" sz="2400" dirty="0">
              <a:latin typeface="+mn-ea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669015C-A114-5D0A-C7D7-3D68548E11BD}"/>
              </a:ext>
            </a:extLst>
          </p:cNvPr>
          <p:cNvSpPr/>
          <p:nvPr/>
        </p:nvSpPr>
        <p:spPr>
          <a:xfrm>
            <a:off x="2028715" y="2315408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2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B97842C-AB34-2318-FC72-899D0A02FBB1}"/>
              </a:ext>
            </a:extLst>
          </p:cNvPr>
          <p:cNvSpPr/>
          <p:nvPr/>
        </p:nvSpPr>
        <p:spPr>
          <a:xfrm>
            <a:off x="2028715" y="3273494"/>
            <a:ext cx="377936" cy="3779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3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BBCA9DA-C0E3-250E-2607-85F201711D92}"/>
              </a:ext>
            </a:extLst>
          </p:cNvPr>
          <p:cNvSpPr/>
          <p:nvPr/>
        </p:nvSpPr>
        <p:spPr>
          <a:xfrm>
            <a:off x="2028715" y="4250542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4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9F4EA58-2D21-B096-DE43-601EDC08395A}"/>
              </a:ext>
            </a:extLst>
          </p:cNvPr>
          <p:cNvSpPr/>
          <p:nvPr/>
        </p:nvSpPr>
        <p:spPr>
          <a:xfrm>
            <a:off x="2028715" y="5192778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5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3" name="文本占位符 22">
            <a:extLst>
              <a:ext uri="{FF2B5EF4-FFF2-40B4-BE49-F238E27FC236}">
                <a16:creationId xmlns:a16="http://schemas.microsoft.com/office/drawing/2014/main" id="{37A6DDFD-E504-8E3D-1AF2-321C9CE5B1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6819" y="1293686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4" name="文本占位符 22">
            <a:extLst>
              <a:ext uri="{FF2B5EF4-FFF2-40B4-BE49-F238E27FC236}">
                <a16:creationId xmlns:a16="http://schemas.microsoft.com/office/drawing/2014/main" id="{2B5AA712-64EC-5C09-FCF6-0225BD3B1B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96819" y="2245518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5" name="文本占位符 22">
            <a:extLst>
              <a:ext uri="{FF2B5EF4-FFF2-40B4-BE49-F238E27FC236}">
                <a16:creationId xmlns:a16="http://schemas.microsoft.com/office/drawing/2014/main" id="{F3C60BF2-0AC4-FA3C-8327-243CEE8C16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6819" y="3197350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6" name="文本占位符 22">
            <a:extLst>
              <a:ext uri="{FF2B5EF4-FFF2-40B4-BE49-F238E27FC236}">
                <a16:creationId xmlns:a16="http://schemas.microsoft.com/office/drawing/2014/main" id="{EE3E7D4F-980F-4A62-ECC7-94D085ACBA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96819" y="4149182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7" name="文本占位符 22">
            <a:extLst>
              <a:ext uri="{FF2B5EF4-FFF2-40B4-BE49-F238E27FC236}">
                <a16:creationId xmlns:a16="http://schemas.microsoft.com/office/drawing/2014/main" id="{A61553FE-DC04-10B5-6D4A-0465CE167B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96819" y="5101013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538452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（五节_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76B31C-484D-1243-346E-0D8FEF10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36020" y="6538913"/>
            <a:ext cx="601472" cy="319088"/>
          </a:xfrm>
        </p:spPr>
        <p:txBody>
          <a:bodyPr/>
          <a:lstStyle>
            <a:lvl1pPr>
              <a:defRPr lang="en-US" altLang="zh-CN" sz="1600" kern="1200" dirty="0" smtClean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05389D-C31E-4256-1684-8F4385C7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2112" y="6538913"/>
            <a:ext cx="673608" cy="319088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C87181AA-4DAD-42D9-B724-3F8AD1554AD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8EC224A-60D3-3041-D2B7-8A3EFFA30928}"/>
              </a:ext>
            </a:extLst>
          </p:cNvPr>
          <p:cNvGrpSpPr/>
          <p:nvPr userDrawn="1"/>
        </p:nvGrpSpPr>
        <p:grpSpPr>
          <a:xfrm>
            <a:off x="9371152" y="825910"/>
            <a:ext cx="4209136" cy="5349742"/>
            <a:chOff x="1508760" y="1972310"/>
            <a:chExt cx="3309937" cy="4206875"/>
          </a:xfrm>
          <a:solidFill>
            <a:schemeClr val="accent1">
              <a:alpha val="15000"/>
            </a:schemeClr>
          </a:solidFill>
        </p:grpSpPr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B1B0C16C-5953-AFF3-A85A-6BF2B1EB5F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08760" y="1972310"/>
              <a:ext cx="3309937" cy="4206875"/>
            </a:xfrm>
            <a:custGeom>
              <a:avLst/>
              <a:gdLst>
                <a:gd name="T0" fmla="*/ 1226 w 1275"/>
                <a:gd name="T1" fmla="*/ 588 h 1621"/>
                <a:gd name="T2" fmla="*/ 1228 w 1275"/>
                <a:gd name="T3" fmla="*/ 60 h 1621"/>
                <a:gd name="T4" fmla="*/ 935 w 1275"/>
                <a:gd name="T5" fmla="*/ 117 h 1621"/>
                <a:gd name="T6" fmla="*/ 644 w 1275"/>
                <a:gd name="T7" fmla="*/ 51 h 1621"/>
                <a:gd name="T8" fmla="*/ 88 w 1275"/>
                <a:gd name="T9" fmla="*/ 72 h 1621"/>
                <a:gd name="T10" fmla="*/ 59 w 1275"/>
                <a:gd name="T11" fmla="*/ 63 h 1621"/>
                <a:gd name="T12" fmla="*/ 61 w 1275"/>
                <a:gd name="T13" fmla="*/ 589 h 1621"/>
                <a:gd name="T14" fmla="*/ 96 w 1275"/>
                <a:gd name="T15" fmla="*/ 1079 h 1621"/>
                <a:gd name="T16" fmla="*/ 308 w 1275"/>
                <a:gd name="T17" fmla="*/ 1392 h 1621"/>
                <a:gd name="T18" fmla="*/ 646 w 1275"/>
                <a:gd name="T19" fmla="*/ 1572 h 1621"/>
                <a:gd name="T20" fmla="*/ 980 w 1275"/>
                <a:gd name="T21" fmla="*/ 1392 h 1621"/>
                <a:gd name="T22" fmla="*/ 1190 w 1275"/>
                <a:gd name="T23" fmla="*/ 1079 h 1621"/>
                <a:gd name="T24" fmla="*/ 1226 w 1275"/>
                <a:gd name="T25" fmla="*/ 588 h 1621"/>
                <a:gd name="T26" fmla="*/ 1267 w 1275"/>
                <a:gd name="T27" fmla="*/ 3 h 1621"/>
                <a:gd name="T28" fmla="*/ 1265 w 1275"/>
                <a:gd name="T29" fmla="*/ 566 h 1621"/>
                <a:gd name="T30" fmla="*/ 1228 w 1275"/>
                <a:gd name="T31" fmla="*/ 1092 h 1621"/>
                <a:gd name="T32" fmla="*/ 996 w 1275"/>
                <a:gd name="T33" fmla="*/ 1418 h 1621"/>
                <a:gd name="T34" fmla="*/ 643 w 1275"/>
                <a:gd name="T35" fmla="*/ 1621 h 1621"/>
                <a:gd name="T36" fmla="*/ 336 w 1275"/>
                <a:gd name="T37" fmla="*/ 1452 h 1621"/>
                <a:gd name="T38" fmla="*/ 107 w 1275"/>
                <a:gd name="T39" fmla="*/ 1203 h 1621"/>
                <a:gd name="T40" fmla="*/ 41 w 1275"/>
                <a:gd name="T41" fmla="*/ 1028 h 1621"/>
                <a:gd name="T42" fmla="*/ 17 w 1275"/>
                <a:gd name="T43" fmla="*/ 318 h 1621"/>
                <a:gd name="T44" fmla="*/ 17 w 1275"/>
                <a:gd name="T45" fmla="*/ 0 h 1621"/>
                <a:gd name="T46" fmla="*/ 331 w 1275"/>
                <a:gd name="T47" fmla="*/ 82 h 1621"/>
                <a:gd name="T48" fmla="*/ 644 w 1275"/>
                <a:gd name="T49" fmla="*/ 7 h 1621"/>
                <a:gd name="T50" fmla="*/ 962 w 1275"/>
                <a:gd name="T51" fmla="*/ 82 h 1621"/>
                <a:gd name="T52" fmla="*/ 1238 w 1275"/>
                <a:gd name="T53" fmla="*/ 17 h 1621"/>
                <a:gd name="T54" fmla="*/ 1267 w 1275"/>
                <a:gd name="T55" fmla="*/ 3 h 1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5" h="1621">
                  <a:moveTo>
                    <a:pt x="1226" y="588"/>
                  </a:moveTo>
                  <a:cubicBezTo>
                    <a:pt x="1226" y="410"/>
                    <a:pt x="1227" y="232"/>
                    <a:pt x="1228" y="60"/>
                  </a:cubicBezTo>
                  <a:cubicBezTo>
                    <a:pt x="1146" y="96"/>
                    <a:pt x="1049" y="120"/>
                    <a:pt x="935" y="117"/>
                  </a:cubicBezTo>
                  <a:cubicBezTo>
                    <a:pt x="827" y="116"/>
                    <a:pt x="720" y="94"/>
                    <a:pt x="644" y="51"/>
                  </a:cubicBezTo>
                  <a:cubicBezTo>
                    <a:pt x="511" y="134"/>
                    <a:pt x="242" y="136"/>
                    <a:pt x="88" y="72"/>
                  </a:cubicBezTo>
                  <a:cubicBezTo>
                    <a:pt x="79" y="68"/>
                    <a:pt x="68" y="60"/>
                    <a:pt x="59" y="63"/>
                  </a:cubicBezTo>
                  <a:cubicBezTo>
                    <a:pt x="57" y="236"/>
                    <a:pt x="61" y="413"/>
                    <a:pt x="61" y="589"/>
                  </a:cubicBezTo>
                  <a:cubicBezTo>
                    <a:pt x="61" y="769"/>
                    <a:pt x="50" y="941"/>
                    <a:pt x="96" y="1079"/>
                  </a:cubicBezTo>
                  <a:cubicBezTo>
                    <a:pt x="140" y="1211"/>
                    <a:pt x="213" y="1316"/>
                    <a:pt x="308" y="1392"/>
                  </a:cubicBezTo>
                  <a:cubicBezTo>
                    <a:pt x="404" y="1466"/>
                    <a:pt x="529" y="1507"/>
                    <a:pt x="646" y="1572"/>
                  </a:cubicBezTo>
                  <a:cubicBezTo>
                    <a:pt x="760" y="1505"/>
                    <a:pt x="885" y="1467"/>
                    <a:pt x="980" y="1392"/>
                  </a:cubicBezTo>
                  <a:cubicBezTo>
                    <a:pt x="1074" y="1314"/>
                    <a:pt x="1148" y="1212"/>
                    <a:pt x="1190" y="1079"/>
                  </a:cubicBezTo>
                  <a:cubicBezTo>
                    <a:pt x="1233" y="940"/>
                    <a:pt x="1226" y="768"/>
                    <a:pt x="1226" y="588"/>
                  </a:cubicBezTo>
                  <a:close/>
                  <a:moveTo>
                    <a:pt x="1267" y="3"/>
                  </a:moveTo>
                  <a:cubicBezTo>
                    <a:pt x="1275" y="189"/>
                    <a:pt x="1259" y="379"/>
                    <a:pt x="1265" y="566"/>
                  </a:cubicBezTo>
                  <a:cubicBezTo>
                    <a:pt x="1270" y="752"/>
                    <a:pt x="1275" y="946"/>
                    <a:pt x="1228" y="1092"/>
                  </a:cubicBezTo>
                  <a:cubicBezTo>
                    <a:pt x="1183" y="1231"/>
                    <a:pt x="1098" y="1340"/>
                    <a:pt x="996" y="1418"/>
                  </a:cubicBezTo>
                  <a:cubicBezTo>
                    <a:pt x="891" y="1499"/>
                    <a:pt x="760" y="1545"/>
                    <a:pt x="643" y="1621"/>
                  </a:cubicBezTo>
                  <a:cubicBezTo>
                    <a:pt x="543" y="1551"/>
                    <a:pt x="430" y="1514"/>
                    <a:pt x="336" y="1452"/>
                  </a:cubicBezTo>
                  <a:cubicBezTo>
                    <a:pt x="242" y="1390"/>
                    <a:pt x="165" y="1307"/>
                    <a:pt x="107" y="1203"/>
                  </a:cubicBezTo>
                  <a:cubicBezTo>
                    <a:pt x="78" y="1150"/>
                    <a:pt x="54" y="1092"/>
                    <a:pt x="41" y="1028"/>
                  </a:cubicBezTo>
                  <a:cubicBezTo>
                    <a:pt x="0" y="825"/>
                    <a:pt x="33" y="554"/>
                    <a:pt x="17" y="318"/>
                  </a:cubicBezTo>
                  <a:cubicBezTo>
                    <a:pt x="17" y="212"/>
                    <a:pt x="17" y="106"/>
                    <a:pt x="17" y="0"/>
                  </a:cubicBezTo>
                  <a:cubicBezTo>
                    <a:pt x="98" y="48"/>
                    <a:pt x="205" y="82"/>
                    <a:pt x="331" y="82"/>
                  </a:cubicBezTo>
                  <a:cubicBezTo>
                    <a:pt x="452" y="82"/>
                    <a:pt x="563" y="60"/>
                    <a:pt x="644" y="7"/>
                  </a:cubicBezTo>
                  <a:cubicBezTo>
                    <a:pt x="720" y="60"/>
                    <a:pt x="837" y="82"/>
                    <a:pt x="962" y="82"/>
                  </a:cubicBezTo>
                  <a:cubicBezTo>
                    <a:pt x="1067" y="82"/>
                    <a:pt x="1166" y="55"/>
                    <a:pt x="1238" y="17"/>
                  </a:cubicBezTo>
                  <a:cubicBezTo>
                    <a:pt x="1250" y="11"/>
                    <a:pt x="1260" y="2"/>
                    <a:pt x="1267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E8FFA7DF-B644-4817-3099-3219A1B2E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7523" y="3866198"/>
              <a:ext cx="269875" cy="249238"/>
            </a:xfrm>
            <a:custGeom>
              <a:avLst/>
              <a:gdLst>
                <a:gd name="T0" fmla="*/ 98 w 104"/>
                <a:gd name="T1" fmla="*/ 26 h 96"/>
                <a:gd name="T2" fmla="*/ 98 w 104"/>
                <a:gd name="T3" fmla="*/ 73 h 96"/>
                <a:gd name="T4" fmla="*/ 93 w 104"/>
                <a:gd name="T5" fmla="*/ 58 h 96"/>
                <a:gd name="T6" fmla="*/ 15 w 104"/>
                <a:gd name="T7" fmla="*/ 82 h 96"/>
                <a:gd name="T8" fmla="*/ 6 w 104"/>
                <a:gd name="T9" fmla="*/ 96 h 96"/>
                <a:gd name="T10" fmla="*/ 5 w 104"/>
                <a:gd name="T11" fmla="*/ 53 h 96"/>
                <a:gd name="T12" fmla="*/ 10 w 104"/>
                <a:gd name="T13" fmla="*/ 66 h 96"/>
                <a:gd name="T14" fmla="*/ 51 w 104"/>
                <a:gd name="T15" fmla="*/ 47 h 96"/>
                <a:gd name="T16" fmla="*/ 15 w 104"/>
                <a:gd name="T17" fmla="*/ 22 h 96"/>
                <a:gd name="T18" fmla="*/ 6 w 104"/>
                <a:gd name="T19" fmla="*/ 35 h 96"/>
                <a:gd name="T20" fmla="*/ 5 w 104"/>
                <a:gd name="T21" fmla="*/ 0 h 96"/>
                <a:gd name="T22" fmla="*/ 10 w 104"/>
                <a:gd name="T23" fmla="*/ 0 h 96"/>
                <a:gd name="T24" fmla="*/ 92 w 104"/>
                <a:gd name="T25" fmla="*/ 40 h 96"/>
                <a:gd name="T26" fmla="*/ 98 w 104"/>
                <a:gd name="T27" fmla="*/ 2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96">
                  <a:moveTo>
                    <a:pt x="98" y="26"/>
                  </a:moveTo>
                  <a:cubicBezTo>
                    <a:pt x="104" y="35"/>
                    <a:pt x="99" y="57"/>
                    <a:pt x="98" y="73"/>
                  </a:cubicBezTo>
                  <a:cubicBezTo>
                    <a:pt x="92" y="73"/>
                    <a:pt x="97" y="62"/>
                    <a:pt x="93" y="58"/>
                  </a:cubicBezTo>
                  <a:cubicBezTo>
                    <a:pt x="56" y="49"/>
                    <a:pt x="38" y="72"/>
                    <a:pt x="15" y="82"/>
                  </a:cubicBezTo>
                  <a:cubicBezTo>
                    <a:pt x="11" y="84"/>
                    <a:pt x="10" y="92"/>
                    <a:pt x="6" y="96"/>
                  </a:cubicBezTo>
                  <a:cubicBezTo>
                    <a:pt x="0" y="90"/>
                    <a:pt x="2" y="63"/>
                    <a:pt x="5" y="53"/>
                  </a:cubicBezTo>
                  <a:cubicBezTo>
                    <a:pt x="10" y="53"/>
                    <a:pt x="9" y="62"/>
                    <a:pt x="10" y="66"/>
                  </a:cubicBezTo>
                  <a:cubicBezTo>
                    <a:pt x="26" y="62"/>
                    <a:pt x="35" y="50"/>
                    <a:pt x="51" y="47"/>
                  </a:cubicBezTo>
                  <a:cubicBezTo>
                    <a:pt x="42" y="36"/>
                    <a:pt x="28" y="29"/>
                    <a:pt x="15" y="22"/>
                  </a:cubicBezTo>
                  <a:cubicBezTo>
                    <a:pt x="6" y="20"/>
                    <a:pt x="13" y="35"/>
                    <a:pt x="6" y="35"/>
                  </a:cubicBezTo>
                  <a:cubicBezTo>
                    <a:pt x="0" y="30"/>
                    <a:pt x="7" y="11"/>
                    <a:pt x="5" y="0"/>
                  </a:cubicBezTo>
                  <a:cubicBezTo>
                    <a:pt x="6" y="0"/>
                    <a:pt x="9" y="0"/>
                    <a:pt x="10" y="0"/>
                  </a:cubicBezTo>
                  <a:cubicBezTo>
                    <a:pt x="24" y="25"/>
                    <a:pt x="53" y="47"/>
                    <a:pt x="92" y="40"/>
                  </a:cubicBezTo>
                  <a:cubicBezTo>
                    <a:pt x="97" y="39"/>
                    <a:pt x="93" y="28"/>
                    <a:pt x="98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5DBCCBBB-5E1B-5C78-2097-9355459CD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348" y="4140835"/>
              <a:ext cx="265112" cy="244475"/>
            </a:xfrm>
            <a:custGeom>
              <a:avLst/>
              <a:gdLst>
                <a:gd name="T0" fmla="*/ 98 w 102"/>
                <a:gd name="T1" fmla="*/ 27 h 94"/>
                <a:gd name="T2" fmla="*/ 98 w 102"/>
                <a:gd name="T3" fmla="*/ 72 h 94"/>
                <a:gd name="T4" fmla="*/ 93 w 102"/>
                <a:gd name="T5" fmla="*/ 58 h 94"/>
                <a:gd name="T6" fmla="*/ 10 w 102"/>
                <a:gd name="T7" fmla="*/ 53 h 94"/>
                <a:gd name="T8" fmla="*/ 28 w 102"/>
                <a:gd name="T9" fmla="*/ 89 h 94"/>
                <a:gd name="T10" fmla="*/ 0 w 102"/>
                <a:gd name="T11" fmla="*/ 89 h 94"/>
                <a:gd name="T12" fmla="*/ 3 w 102"/>
                <a:gd name="T13" fmla="*/ 3 h 94"/>
                <a:gd name="T14" fmla="*/ 30 w 102"/>
                <a:gd name="T15" fmla="*/ 5 h 94"/>
                <a:gd name="T16" fmla="*/ 10 w 102"/>
                <a:gd name="T17" fmla="*/ 37 h 94"/>
                <a:gd name="T18" fmla="*/ 89 w 102"/>
                <a:gd name="T19" fmla="*/ 40 h 94"/>
                <a:gd name="T20" fmla="*/ 98 w 102"/>
                <a:gd name="T21" fmla="*/ 2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94">
                  <a:moveTo>
                    <a:pt x="98" y="27"/>
                  </a:moveTo>
                  <a:cubicBezTo>
                    <a:pt x="102" y="33"/>
                    <a:pt x="99" y="61"/>
                    <a:pt x="98" y="72"/>
                  </a:cubicBezTo>
                  <a:cubicBezTo>
                    <a:pt x="91" y="72"/>
                    <a:pt x="93" y="65"/>
                    <a:pt x="93" y="58"/>
                  </a:cubicBezTo>
                  <a:cubicBezTo>
                    <a:pt x="67" y="53"/>
                    <a:pt x="35" y="57"/>
                    <a:pt x="10" y="53"/>
                  </a:cubicBezTo>
                  <a:cubicBezTo>
                    <a:pt x="0" y="73"/>
                    <a:pt x="21" y="78"/>
                    <a:pt x="28" y="89"/>
                  </a:cubicBezTo>
                  <a:cubicBezTo>
                    <a:pt x="21" y="94"/>
                    <a:pt x="10" y="89"/>
                    <a:pt x="0" y="89"/>
                  </a:cubicBezTo>
                  <a:cubicBezTo>
                    <a:pt x="2" y="61"/>
                    <a:pt x="2" y="32"/>
                    <a:pt x="3" y="3"/>
                  </a:cubicBezTo>
                  <a:cubicBezTo>
                    <a:pt x="12" y="4"/>
                    <a:pt x="24" y="0"/>
                    <a:pt x="30" y="5"/>
                  </a:cubicBezTo>
                  <a:cubicBezTo>
                    <a:pt x="23" y="15"/>
                    <a:pt x="3" y="14"/>
                    <a:pt x="10" y="37"/>
                  </a:cubicBezTo>
                  <a:cubicBezTo>
                    <a:pt x="35" y="40"/>
                    <a:pt x="57" y="40"/>
                    <a:pt x="89" y="40"/>
                  </a:cubicBezTo>
                  <a:cubicBezTo>
                    <a:pt x="95" y="39"/>
                    <a:pt x="91" y="28"/>
                    <a:pt x="98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AC83772D-8A91-F3BD-5AC9-C5C530D2F8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2223" y="2431098"/>
              <a:ext cx="765175" cy="695325"/>
            </a:xfrm>
            <a:custGeom>
              <a:avLst/>
              <a:gdLst>
                <a:gd name="T0" fmla="*/ 47 w 295"/>
                <a:gd name="T1" fmla="*/ 102 h 268"/>
                <a:gd name="T2" fmla="*/ 56 w 295"/>
                <a:gd name="T3" fmla="*/ 77 h 268"/>
                <a:gd name="T4" fmla="*/ 56 w 295"/>
                <a:gd name="T5" fmla="*/ 77 h 268"/>
                <a:gd name="T6" fmla="*/ 92 w 295"/>
                <a:gd name="T7" fmla="*/ 116 h 268"/>
                <a:gd name="T8" fmla="*/ 107 w 295"/>
                <a:gd name="T9" fmla="*/ 124 h 268"/>
                <a:gd name="T10" fmla="*/ 83 w 295"/>
                <a:gd name="T11" fmla="*/ 69 h 268"/>
                <a:gd name="T12" fmla="*/ 119 w 295"/>
                <a:gd name="T13" fmla="*/ 55 h 268"/>
                <a:gd name="T14" fmla="*/ 119 w 295"/>
                <a:gd name="T15" fmla="*/ 55 h 268"/>
                <a:gd name="T16" fmla="*/ 114 w 295"/>
                <a:gd name="T17" fmla="*/ 16 h 268"/>
                <a:gd name="T18" fmla="*/ 143 w 295"/>
                <a:gd name="T19" fmla="*/ 133 h 268"/>
                <a:gd name="T20" fmla="*/ 130 w 295"/>
                <a:gd name="T21" fmla="*/ 84 h 268"/>
                <a:gd name="T22" fmla="*/ 107 w 295"/>
                <a:gd name="T23" fmla="*/ 88 h 268"/>
                <a:gd name="T24" fmla="*/ 60 w 295"/>
                <a:gd name="T25" fmla="*/ 111 h 268"/>
                <a:gd name="T26" fmla="*/ 77 w 295"/>
                <a:gd name="T27" fmla="*/ 97 h 268"/>
                <a:gd name="T28" fmla="*/ 88 w 295"/>
                <a:gd name="T29" fmla="*/ 106 h 268"/>
                <a:gd name="T30" fmla="*/ 143 w 295"/>
                <a:gd name="T31" fmla="*/ 133 h 268"/>
                <a:gd name="T32" fmla="*/ 146 w 295"/>
                <a:gd name="T33" fmla="*/ 25 h 268"/>
                <a:gd name="T34" fmla="*/ 147 w 295"/>
                <a:gd name="T35" fmla="*/ 34 h 268"/>
                <a:gd name="T36" fmla="*/ 151 w 295"/>
                <a:gd name="T37" fmla="*/ 183 h 268"/>
                <a:gd name="T38" fmla="*/ 109 w 295"/>
                <a:gd name="T39" fmla="*/ 147 h 268"/>
                <a:gd name="T40" fmla="*/ 97 w 295"/>
                <a:gd name="T41" fmla="*/ 133 h 268"/>
                <a:gd name="T42" fmla="*/ 97 w 295"/>
                <a:gd name="T43" fmla="*/ 158 h 268"/>
                <a:gd name="T44" fmla="*/ 148 w 295"/>
                <a:gd name="T45" fmla="*/ 201 h 268"/>
                <a:gd name="T46" fmla="*/ 134 w 295"/>
                <a:gd name="T47" fmla="*/ 214 h 268"/>
                <a:gd name="T48" fmla="*/ 109 w 295"/>
                <a:gd name="T49" fmla="*/ 240 h 268"/>
                <a:gd name="T50" fmla="*/ 140 w 295"/>
                <a:gd name="T51" fmla="*/ 224 h 268"/>
                <a:gd name="T52" fmla="*/ 158 w 295"/>
                <a:gd name="T53" fmla="*/ 215 h 268"/>
                <a:gd name="T54" fmla="*/ 146 w 295"/>
                <a:gd name="T55" fmla="*/ 153 h 268"/>
                <a:gd name="T56" fmla="*/ 159 w 295"/>
                <a:gd name="T57" fmla="*/ 159 h 268"/>
                <a:gd name="T58" fmla="*/ 164 w 295"/>
                <a:gd name="T59" fmla="*/ 136 h 268"/>
                <a:gd name="T60" fmla="*/ 200 w 295"/>
                <a:gd name="T61" fmla="*/ 129 h 268"/>
                <a:gd name="T62" fmla="*/ 193 w 295"/>
                <a:gd name="T63" fmla="*/ 120 h 268"/>
                <a:gd name="T64" fmla="*/ 200 w 295"/>
                <a:gd name="T65" fmla="*/ 129 h 268"/>
                <a:gd name="T66" fmla="*/ 242 w 295"/>
                <a:gd name="T67" fmla="*/ 133 h 268"/>
                <a:gd name="T68" fmla="*/ 263 w 295"/>
                <a:gd name="T69" fmla="*/ 206 h 268"/>
                <a:gd name="T70" fmla="*/ 244 w 295"/>
                <a:gd name="T71" fmla="*/ 168 h 268"/>
                <a:gd name="T72" fmla="*/ 241 w 295"/>
                <a:gd name="T73" fmla="*/ 177 h 268"/>
                <a:gd name="T74" fmla="*/ 270 w 295"/>
                <a:gd name="T75" fmla="*/ 155 h 268"/>
                <a:gd name="T76" fmla="*/ 255 w 295"/>
                <a:gd name="T77" fmla="*/ 155 h 268"/>
                <a:gd name="T78" fmla="*/ 270 w 295"/>
                <a:gd name="T79" fmla="*/ 183 h 268"/>
                <a:gd name="T80" fmla="*/ 270 w 295"/>
                <a:gd name="T81" fmla="*/ 183 h 268"/>
                <a:gd name="T82" fmla="*/ 283 w 295"/>
                <a:gd name="T83" fmla="*/ 252 h 268"/>
                <a:gd name="T84" fmla="*/ 231 w 295"/>
                <a:gd name="T85" fmla="*/ 217 h 268"/>
                <a:gd name="T86" fmla="*/ 160 w 295"/>
                <a:gd name="T87" fmla="*/ 264 h 268"/>
                <a:gd name="T88" fmla="*/ 107 w 295"/>
                <a:gd name="T89" fmla="*/ 224 h 268"/>
                <a:gd name="T90" fmla="*/ 30 w 295"/>
                <a:gd name="T91" fmla="*/ 258 h 268"/>
                <a:gd name="T92" fmla="*/ 19 w 295"/>
                <a:gd name="T93" fmla="*/ 224 h 268"/>
                <a:gd name="T94" fmla="*/ 64 w 295"/>
                <a:gd name="T95" fmla="*/ 48 h 268"/>
                <a:gd name="T96" fmla="*/ 85 w 295"/>
                <a:gd name="T97" fmla="*/ 5 h 268"/>
                <a:gd name="T98" fmla="*/ 160 w 295"/>
                <a:gd name="T99" fmla="*/ 76 h 268"/>
                <a:gd name="T100" fmla="*/ 208 w 295"/>
                <a:gd name="T101" fmla="*/ 107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95" h="268">
                  <a:moveTo>
                    <a:pt x="42" y="115"/>
                  </a:moveTo>
                  <a:cubicBezTo>
                    <a:pt x="49" y="117"/>
                    <a:pt x="50" y="105"/>
                    <a:pt x="47" y="102"/>
                  </a:cubicBezTo>
                  <a:cubicBezTo>
                    <a:pt x="44" y="106"/>
                    <a:pt x="41" y="109"/>
                    <a:pt x="42" y="115"/>
                  </a:cubicBezTo>
                  <a:close/>
                  <a:moveTo>
                    <a:pt x="56" y="77"/>
                  </a:moveTo>
                  <a:cubicBezTo>
                    <a:pt x="63" y="76"/>
                    <a:pt x="68" y="73"/>
                    <a:pt x="68" y="64"/>
                  </a:cubicBezTo>
                  <a:cubicBezTo>
                    <a:pt x="61" y="60"/>
                    <a:pt x="55" y="68"/>
                    <a:pt x="56" y="77"/>
                  </a:cubicBezTo>
                  <a:close/>
                  <a:moveTo>
                    <a:pt x="107" y="124"/>
                  </a:moveTo>
                  <a:cubicBezTo>
                    <a:pt x="107" y="116"/>
                    <a:pt x="98" y="112"/>
                    <a:pt x="92" y="116"/>
                  </a:cubicBezTo>
                  <a:cubicBezTo>
                    <a:pt x="91" y="122"/>
                    <a:pt x="97" y="124"/>
                    <a:pt x="97" y="129"/>
                  </a:cubicBezTo>
                  <a:cubicBezTo>
                    <a:pt x="102" y="129"/>
                    <a:pt x="103" y="125"/>
                    <a:pt x="107" y="124"/>
                  </a:cubicBezTo>
                  <a:close/>
                  <a:moveTo>
                    <a:pt x="105" y="69"/>
                  </a:moveTo>
                  <a:cubicBezTo>
                    <a:pt x="107" y="59"/>
                    <a:pt x="83" y="59"/>
                    <a:pt x="83" y="69"/>
                  </a:cubicBezTo>
                  <a:cubicBezTo>
                    <a:pt x="90" y="72"/>
                    <a:pt x="97" y="67"/>
                    <a:pt x="105" y="69"/>
                  </a:cubicBezTo>
                  <a:close/>
                  <a:moveTo>
                    <a:pt x="119" y="55"/>
                  </a:moveTo>
                  <a:cubicBezTo>
                    <a:pt x="116" y="38"/>
                    <a:pt x="103" y="31"/>
                    <a:pt x="90" y="25"/>
                  </a:cubicBezTo>
                  <a:cubicBezTo>
                    <a:pt x="96" y="39"/>
                    <a:pt x="108" y="48"/>
                    <a:pt x="119" y="55"/>
                  </a:cubicBezTo>
                  <a:close/>
                  <a:moveTo>
                    <a:pt x="123" y="38"/>
                  </a:moveTo>
                  <a:cubicBezTo>
                    <a:pt x="118" y="33"/>
                    <a:pt x="120" y="20"/>
                    <a:pt x="114" y="16"/>
                  </a:cubicBezTo>
                  <a:cubicBezTo>
                    <a:pt x="109" y="25"/>
                    <a:pt x="115" y="36"/>
                    <a:pt x="123" y="38"/>
                  </a:cubicBezTo>
                  <a:close/>
                  <a:moveTo>
                    <a:pt x="143" y="133"/>
                  </a:moveTo>
                  <a:cubicBezTo>
                    <a:pt x="157" y="112"/>
                    <a:pt x="114" y="109"/>
                    <a:pt x="105" y="93"/>
                  </a:cubicBezTo>
                  <a:cubicBezTo>
                    <a:pt x="120" y="96"/>
                    <a:pt x="116" y="74"/>
                    <a:pt x="130" y="84"/>
                  </a:cubicBezTo>
                  <a:cubicBezTo>
                    <a:pt x="129" y="78"/>
                    <a:pt x="125" y="74"/>
                    <a:pt x="121" y="72"/>
                  </a:cubicBezTo>
                  <a:cubicBezTo>
                    <a:pt x="116" y="78"/>
                    <a:pt x="115" y="86"/>
                    <a:pt x="107" y="88"/>
                  </a:cubicBezTo>
                  <a:cubicBezTo>
                    <a:pt x="92" y="79"/>
                    <a:pt x="65" y="77"/>
                    <a:pt x="55" y="91"/>
                  </a:cubicBezTo>
                  <a:cubicBezTo>
                    <a:pt x="56" y="98"/>
                    <a:pt x="53" y="111"/>
                    <a:pt x="60" y="111"/>
                  </a:cubicBezTo>
                  <a:cubicBezTo>
                    <a:pt x="66" y="106"/>
                    <a:pt x="64" y="93"/>
                    <a:pt x="72" y="91"/>
                  </a:cubicBezTo>
                  <a:cubicBezTo>
                    <a:pt x="75" y="92"/>
                    <a:pt x="77" y="95"/>
                    <a:pt x="77" y="97"/>
                  </a:cubicBezTo>
                  <a:cubicBezTo>
                    <a:pt x="74" y="103"/>
                    <a:pt x="75" y="112"/>
                    <a:pt x="77" y="120"/>
                  </a:cubicBezTo>
                  <a:cubicBezTo>
                    <a:pt x="86" y="120"/>
                    <a:pt x="82" y="109"/>
                    <a:pt x="88" y="106"/>
                  </a:cubicBezTo>
                  <a:cubicBezTo>
                    <a:pt x="107" y="98"/>
                    <a:pt x="108" y="120"/>
                    <a:pt x="125" y="112"/>
                  </a:cubicBezTo>
                  <a:cubicBezTo>
                    <a:pt x="132" y="119"/>
                    <a:pt x="137" y="126"/>
                    <a:pt x="143" y="133"/>
                  </a:cubicBezTo>
                  <a:close/>
                  <a:moveTo>
                    <a:pt x="147" y="34"/>
                  </a:moveTo>
                  <a:cubicBezTo>
                    <a:pt x="148" y="30"/>
                    <a:pt x="147" y="28"/>
                    <a:pt x="146" y="25"/>
                  </a:cubicBezTo>
                  <a:cubicBezTo>
                    <a:pt x="143" y="25"/>
                    <a:pt x="142" y="25"/>
                    <a:pt x="140" y="25"/>
                  </a:cubicBezTo>
                  <a:cubicBezTo>
                    <a:pt x="141" y="29"/>
                    <a:pt x="142" y="34"/>
                    <a:pt x="147" y="34"/>
                  </a:cubicBezTo>
                  <a:close/>
                  <a:moveTo>
                    <a:pt x="148" y="201"/>
                  </a:moveTo>
                  <a:cubicBezTo>
                    <a:pt x="152" y="195"/>
                    <a:pt x="151" y="191"/>
                    <a:pt x="151" y="183"/>
                  </a:cubicBezTo>
                  <a:cubicBezTo>
                    <a:pt x="132" y="176"/>
                    <a:pt x="103" y="179"/>
                    <a:pt x="102" y="154"/>
                  </a:cubicBezTo>
                  <a:cubicBezTo>
                    <a:pt x="101" y="149"/>
                    <a:pt x="110" y="154"/>
                    <a:pt x="109" y="147"/>
                  </a:cubicBezTo>
                  <a:cubicBezTo>
                    <a:pt x="104" y="143"/>
                    <a:pt x="99" y="154"/>
                    <a:pt x="93" y="149"/>
                  </a:cubicBezTo>
                  <a:cubicBezTo>
                    <a:pt x="93" y="143"/>
                    <a:pt x="102" y="138"/>
                    <a:pt x="97" y="133"/>
                  </a:cubicBezTo>
                  <a:cubicBezTo>
                    <a:pt x="96" y="139"/>
                    <a:pt x="85" y="135"/>
                    <a:pt x="77" y="136"/>
                  </a:cubicBezTo>
                  <a:cubicBezTo>
                    <a:pt x="77" y="150"/>
                    <a:pt x="82" y="159"/>
                    <a:pt x="97" y="158"/>
                  </a:cubicBezTo>
                  <a:cubicBezTo>
                    <a:pt x="101" y="167"/>
                    <a:pt x="105" y="176"/>
                    <a:pt x="114" y="181"/>
                  </a:cubicBezTo>
                  <a:cubicBezTo>
                    <a:pt x="129" y="177"/>
                    <a:pt x="136" y="196"/>
                    <a:pt x="148" y="201"/>
                  </a:cubicBezTo>
                  <a:close/>
                  <a:moveTo>
                    <a:pt x="158" y="215"/>
                  </a:moveTo>
                  <a:cubicBezTo>
                    <a:pt x="148" y="221"/>
                    <a:pt x="143" y="207"/>
                    <a:pt x="134" y="214"/>
                  </a:cubicBezTo>
                  <a:cubicBezTo>
                    <a:pt x="129" y="211"/>
                    <a:pt x="136" y="198"/>
                    <a:pt x="127" y="198"/>
                  </a:cubicBezTo>
                  <a:cubicBezTo>
                    <a:pt x="130" y="219"/>
                    <a:pt x="121" y="231"/>
                    <a:pt x="109" y="240"/>
                  </a:cubicBezTo>
                  <a:cubicBezTo>
                    <a:pt x="119" y="244"/>
                    <a:pt x="125" y="244"/>
                    <a:pt x="135" y="240"/>
                  </a:cubicBezTo>
                  <a:cubicBezTo>
                    <a:pt x="138" y="236"/>
                    <a:pt x="135" y="225"/>
                    <a:pt x="140" y="224"/>
                  </a:cubicBezTo>
                  <a:cubicBezTo>
                    <a:pt x="151" y="224"/>
                    <a:pt x="140" y="245"/>
                    <a:pt x="151" y="244"/>
                  </a:cubicBezTo>
                  <a:cubicBezTo>
                    <a:pt x="149" y="227"/>
                    <a:pt x="149" y="224"/>
                    <a:pt x="158" y="215"/>
                  </a:cubicBezTo>
                  <a:close/>
                  <a:moveTo>
                    <a:pt x="159" y="159"/>
                  </a:moveTo>
                  <a:cubicBezTo>
                    <a:pt x="162" y="150"/>
                    <a:pt x="151" y="148"/>
                    <a:pt x="146" y="153"/>
                  </a:cubicBezTo>
                  <a:cubicBezTo>
                    <a:pt x="146" y="154"/>
                    <a:pt x="146" y="155"/>
                    <a:pt x="146" y="158"/>
                  </a:cubicBezTo>
                  <a:cubicBezTo>
                    <a:pt x="149" y="159"/>
                    <a:pt x="153" y="160"/>
                    <a:pt x="159" y="159"/>
                  </a:cubicBezTo>
                  <a:close/>
                  <a:moveTo>
                    <a:pt x="167" y="147"/>
                  </a:moveTo>
                  <a:cubicBezTo>
                    <a:pt x="170" y="145"/>
                    <a:pt x="170" y="136"/>
                    <a:pt x="164" y="136"/>
                  </a:cubicBezTo>
                  <a:cubicBezTo>
                    <a:pt x="163" y="138"/>
                    <a:pt x="159" y="149"/>
                    <a:pt x="167" y="147"/>
                  </a:cubicBezTo>
                  <a:close/>
                  <a:moveTo>
                    <a:pt x="200" y="129"/>
                  </a:moveTo>
                  <a:cubicBezTo>
                    <a:pt x="200" y="126"/>
                    <a:pt x="200" y="124"/>
                    <a:pt x="200" y="120"/>
                  </a:cubicBezTo>
                  <a:cubicBezTo>
                    <a:pt x="197" y="120"/>
                    <a:pt x="196" y="120"/>
                    <a:pt x="193" y="120"/>
                  </a:cubicBezTo>
                  <a:cubicBezTo>
                    <a:pt x="191" y="125"/>
                    <a:pt x="190" y="125"/>
                    <a:pt x="192" y="131"/>
                  </a:cubicBezTo>
                  <a:cubicBezTo>
                    <a:pt x="196" y="131"/>
                    <a:pt x="196" y="129"/>
                    <a:pt x="200" y="129"/>
                  </a:cubicBezTo>
                  <a:close/>
                  <a:moveTo>
                    <a:pt x="214" y="122"/>
                  </a:moveTo>
                  <a:cubicBezTo>
                    <a:pt x="217" y="134"/>
                    <a:pt x="233" y="140"/>
                    <a:pt x="242" y="133"/>
                  </a:cubicBezTo>
                  <a:cubicBezTo>
                    <a:pt x="237" y="120"/>
                    <a:pt x="228" y="122"/>
                    <a:pt x="214" y="122"/>
                  </a:cubicBezTo>
                  <a:close/>
                  <a:moveTo>
                    <a:pt x="263" y="206"/>
                  </a:moveTo>
                  <a:cubicBezTo>
                    <a:pt x="268" y="215"/>
                    <a:pt x="253" y="222"/>
                    <a:pt x="259" y="231"/>
                  </a:cubicBezTo>
                  <a:cubicBezTo>
                    <a:pt x="295" y="210"/>
                    <a:pt x="242" y="195"/>
                    <a:pt x="244" y="168"/>
                  </a:cubicBezTo>
                  <a:cubicBezTo>
                    <a:pt x="235" y="177"/>
                    <a:pt x="228" y="160"/>
                    <a:pt x="220" y="171"/>
                  </a:cubicBezTo>
                  <a:cubicBezTo>
                    <a:pt x="226" y="176"/>
                    <a:pt x="230" y="181"/>
                    <a:pt x="241" y="177"/>
                  </a:cubicBezTo>
                  <a:cubicBezTo>
                    <a:pt x="244" y="191"/>
                    <a:pt x="250" y="203"/>
                    <a:pt x="263" y="206"/>
                  </a:cubicBezTo>
                  <a:close/>
                  <a:moveTo>
                    <a:pt x="270" y="155"/>
                  </a:moveTo>
                  <a:cubicBezTo>
                    <a:pt x="270" y="147"/>
                    <a:pt x="262" y="145"/>
                    <a:pt x="256" y="141"/>
                  </a:cubicBezTo>
                  <a:cubicBezTo>
                    <a:pt x="257" y="148"/>
                    <a:pt x="256" y="152"/>
                    <a:pt x="255" y="155"/>
                  </a:cubicBezTo>
                  <a:cubicBezTo>
                    <a:pt x="259" y="155"/>
                    <a:pt x="264" y="155"/>
                    <a:pt x="270" y="155"/>
                  </a:cubicBezTo>
                  <a:close/>
                  <a:moveTo>
                    <a:pt x="270" y="183"/>
                  </a:moveTo>
                  <a:cubicBezTo>
                    <a:pt x="273" y="177"/>
                    <a:pt x="272" y="169"/>
                    <a:pt x="264" y="168"/>
                  </a:cubicBezTo>
                  <a:cubicBezTo>
                    <a:pt x="266" y="174"/>
                    <a:pt x="263" y="184"/>
                    <a:pt x="270" y="183"/>
                  </a:cubicBezTo>
                  <a:close/>
                  <a:moveTo>
                    <a:pt x="273" y="136"/>
                  </a:moveTo>
                  <a:cubicBezTo>
                    <a:pt x="291" y="164"/>
                    <a:pt x="274" y="217"/>
                    <a:pt x="283" y="252"/>
                  </a:cubicBezTo>
                  <a:cubicBezTo>
                    <a:pt x="269" y="260"/>
                    <a:pt x="246" y="268"/>
                    <a:pt x="225" y="264"/>
                  </a:cubicBezTo>
                  <a:cubicBezTo>
                    <a:pt x="211" y="248"/>
                    <a:pt x="228" y="230"/>
                    <a:pt x="231" y="217"/>
                  </a:cubicBezTo>
                  <a:cubicBezTo>
                    <a:pt x="221" y="207"/>
                    <a:pt x="207" y="222"/>
                    <a:pt x="193" y="222"/>
                  </a:cubicBezTo>
                  <a:cubicBezTo>
                    <a:pt x="190" y="244"/>
                    <a:pt x="176" y="254"/>
                    <a:pt x="160" y="264"/>
                  </a:cubicBezTo>
                  <a:cubicBezTo>
                    <a:pt x="138" y="265"/>
                    <a:pt x="88" y="268"/>
                    <a:pt x="88" y="244"/>
                  </a:cubicBezTo>
                  <a:cubicBezTo>
                    <a:pt x="88" y="230"/>
                    <a:pt x="102" y="236"/>
                    <a:pt x="107" y="224"/>
                  </a:cubicBezTo>
                  <a:cubicBezTo>
                    <a:pt x="101" y="212"/>
                    <a:pt x="83" y="211"/>
                    <a:pt x="76" y="214"/>
                  </a:cubicBezTo>
                  <a:cubicBezTo>
                    <a:pt x="55" y="220"/>
                    <a:pt x="60" y="260"/>
                    <a:pt x="30" y="258"/>
                  </a:cubicBezTo>
                  <a:cubicBezTo>
                    <a:pt x="19" y="258"/>
                    <a:pt x="0" y="249"/>
                    <a:pt x="1" y="230"/>
                  </a:cubicBezTo>
                  <a:cubicBezTo>
                    <a:pt x="5" y="225"/>
                    <a:pt x="14" y="227"/>
                    <a:pt x="19" y="224"/>
                  </a:cubicBezTo>
                  <a:cubicBezTo>
                    <a:pt x="35" y="207"/>
                    <a:pt x="35" y="169"/>
                    <a:pt x="15" y="158"/>
                  </a:cubicBezTo>
                  <a:cubicBezTo>
                    <a:pt x="5" y="95"/>
                    <a:pt x="44" y="81"/>
                    <a:pt x="64" y="48"/>
                  </a:cubicBezTo>
                  <a:cubicBezTo>
                    <a:pt x="65" y="39"/>
                    <a:pt x="60" y="35"/>
                    <a:pt x="60" y="25"/>
                  </a:cubicBezTo>
                  <a:cubicBezTo>
                    <a:pt x="66" y="16"/>
                    <a:pt x="85" y="16"/>
                    <a:pt x="85" y="5"/>
                  </a:cubicBezTo>
                  <a:cubicBezTo>
                    <a:pt x="101" y="3"/>
                    <a:pt x="115" y="3"/>
                    <a:pt x="131" y="0"/>
                  </a:cubicBezTo>
                  <a:cubicBezTo>
                    <a:pt x="152" y="11"/>
                    <a:pt x="165" y="47"/>
                    <a:pt x="160" y="76"/>
                  </a:cubicBezTo>
                  <a:cubicBezTo>
                    <a:pt x="159" y="88"/>
                    <a:pt x="147" y="96"/>
                    <a:pt x="148" y="110"/>
                  </a:cubicBezTo>
                  <a:cubicBezTo>
                    <a:pt x="168" y="125"/>
                    <a:pt x="190" y="109"/>
                    <a:pt x="208" y="107"/>
                  </a:cubicBezTo>
                  <a:cubicBezTo>
                    <a:pt x="231" y="106"/>
                    <a:pt x="261" y="117"/>
                    <a:pt x="273" y="1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D074E224-9669-CCD2-CFFD-10B3D6103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6248" y="4424998"/>
              <a:ext cx="282575" cy="149225"/>
            </a:xfrm>
            <a:custGeom>
              <a:avLst/>
              <a:gdLst>
                <a:gd name="T0" fmla="*/ 104 w 109"/>
                <a:gd name="T1" fmla="*/ 12 h 58"/>
                <a:gd name="T2" fmla="*/ 98 w 109"/>
                <a:gd name="T3" fmla="*/ 57 h 58"/>
                <a:gd name="T4" fmla="*/ 95 w 109"/>
                <a:gd name="T5" fmla="*/ 43 h 58"/>
                <a:gd name="T6" fmla="*/ 17 w 109"/>
                <a:gd name="T7" fmla="*/ 31 h 58"/>
                <a:gd name="T8" fmla="*/ 9 w 109"/>
                <a:gd name="T9" fmla="*/ 44 h 58"/>
                <a:gd name="T10" fmla="*/ 10 w 109"/>
                <a:gd name="T11" fmla="*/ 0 h 58"/>
                <a:gd name="T12" fmla="*/ 15 w 109"/>
                <a:gd name="T13" fmla="*/ 0 h 58"/>
                <a:gd name="T14" fmla="*/ 17 w 109"/>
                <a:gd name="T15" fmla="*/ 14 h 58"/>
                <a:gd name="T16" fmla="*/ 92 w 109"/>
                <a:gd name="T17" fmla="*/ 26 h 58"/>
                <a:gd name="T18" fmla="*/ 104 w 109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58">
                  <a:moveTo>
                    <a:pt x="104" y="12"/>
                  </a:moveTo>
                  <a:cubicBezTo>
                    <a:pt x="109" y="20"/>
                    <a:pt x="103" y="48"/>
                    <a:pt x="98" y="57"/>
                  </a:cubicBezTo>
                  <a:cubicBezTo>
                    <a:pt x="92" y="58"/>
                    <a:pt x="100" y="45"/>
                    <a:pt x="95" y="43"/>
                  </a:cubicBezTo>
                  <a:cubicBezTo>
                    <a:pt x="70" y="38"/>
                    <a:pt x="44" y="34"/>
                    <a:pt x="17" y="31"/>
                  </a:cubicBezTo>
                  <a:cubicBezTo>
                    <a:pt x="11" y="33"/>
                    <a:pt x="12" y="42"/>
                    <a:pt x="9" y="44"/>
                  </a:cubicBezTo>
                  <a:cubicBezTo>
                    <a:pt x="0" y="34"/>
                    <a:pt x="11" y="14"/>
                    <a:pt x="10" y="0"/>
                  </a:cubicBezTo>
                  <a:cubicBezTo>
                    <a:pt x="12" y="0"/>
                    <a:pt x="14" y="0"/>
                    <a:pt x="15" y="0"/>
                  </a:cubicBezTo>
                  <a:cubicBezTo>
                    <a:pt x="16" y="5"/>
                    <a:pt x="15" y="11"/>
                    <a:pt x="17" y="14"/>
                  </a:cubicBezTo>
                  <a:cubicBezTo>
                    <a:pt x="39" y="20"/>
                    <a:pt x="69" y="20"/>
                    <a:pt x="92" y="26"/>
                  </a:cubicBezTo>
                  <a:cubicBezTo>
                    <a:pt x="100" y="26"/>
                    <a:pt x="99" y="16"/>
                    <a:pt x="10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1C7F82E7-E337-4359-7117-62B87B423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985" y="4577398"/>
              <a:ext cx="312737" cy="236538"/>
            </a:xfrm>
            <a:custGeom>
              <a:avLst/>
              <a:gdLst>
                <a:gd name="T0" fmla="*/ 71 w 120"/>
                <a:gd name="T1" fmla="*/ 80 h 91"/>
                <a:gd name="T2" fmla="*/ 109 w 120"/>
                <a:gd name="T3" fmla="*/ 48 h 91"/>
                <a:gd name="T4" fmla="*/ 98 w 120"/>
                <a:gd name="T5" fmla="*/ 33 h 91"/>
                <a:gd name="T6" fmla="*/ 52 w 120"/>
                <a:gd name="T7" fmla="*/ 70 h 91"/>
                <a:gd name="T8" fmla="*/ 26 w 120"/>
                <a:gd name="T9" fmla="*/ 15 h 91"/>
                <a:gd name="T10" fmla="*/ 24 w 120"/>
                <a:gd name="T11" fmla="*/ 5 h 91"/>
                <a:gd name="T12" fmla="*/ 55 w 120"/>
                <a:gd name="T13" fmla="*/ 14 h 91"/>
                <a:gd name="T14" fmla="*/ 31 w 120"/>
                <a:gd name="T15" fmla="*/ 23 h 91"/>
                <a:gd name="T16" fmla="*/ 38 w 120"/>
                <a:gd name="T17" fmla="*/ 57 h 91"/>
                <a:gd name="T18" fmla="*/ 102 w 120"/>
                <a:gd name="T19" fmla="*/ 21 h 91"/>
                <a:gd name="T20" fmla="*/ 102 w 120"/>
                <a:gd name="T21" fmla="*/ 80 h 91"/>
                <a:gd name="T22" fmla="*/ 103 w 120"/>
                <a:gd name="T23" fmla="*/ 91 h 91"/>
                <a:gd name="T24" fmla="*/ 71 w 120"/>
                <a:gd name="T25" fmla="*/ 8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1">
                  <a:moveTo>
                    <a:pt x="71" y="80"/>
                  </a:moveTo>
                  <a:cubicBezTo>
                    <a:pt x="88" y="71"/>
                    <a:pt x="113" y="76"/>
                    <a:pt x="109" y="48"/>
                  </a:cubicBezTo>
                  <a:cubicBezTo>
                    <a:pt x="108" y="43"/>
                    <a:pt x="104" y="36"/>
                    <a:pt x="98" y="33"/>
                  </a:cubicBezTo>
                  <a:cubicBezTo>
                    <a:pt x="72" y="26"/>
                    <a:pt x="77" y="60"/>
                    <a:pt x="52" y="70"/>
                  </a:cubicBezTo>
                  <a:cubicBezTo>
                    <a:pt x="19" y="83"/>
                    <a:pt x="0" y="37"/>
                    <a:pt x="26" y="15"/>
                  </a:cubicBezTo>
                  <a:cubicBezTo>
                    <a:pt x="26" y="12"/>
                    <a:pt x="22" y="10"/>
                    <a:pt x="24" y="5"/>
                  </a:cubicBezTo>
                  <a:cubicBezTo>
                    <a:pt x="33" y="8"/>
                    <a:pt x="52" y="10"/>
                    <a:pt x="55" y="14"/>
                  </a:cubicBezTo>
                  <a:cubicBezTo>
                    <a:pt x="51" y="24"/>
                    <a:pt x="40" y="18"/>
                    <a:pt x="31" y="23"/>
                  </a:cubicBezTo>
                  <a:cubicBezTo>
                    <a:pt x="19" y="31"/>
                    <a:pt x="14" y="59"/>
                    <a:pt x="38" y="57"/>
                  </a:cubicBezTo>
                  <a:cubicBezTo>
                    <a:pt x="58" y="56"/>
                    <a:pt x="69" y="0"/>
                    <a:pt x="102" y="21"/>
                  </a:cubicBezTo>
                  <a:cubicBezTo>
                    <a:pt x="117" y="29"/>
                    <a:pt x="120" y="65"/>
                    <a:pt x="102" y="80"/>
                  </a:cubicBezTo>
                  <a:cubicBezTo>
                    <a:pt x="98" y="84"/>
                    <a:pt x="109" y="85"/>
                    <a:pt x="103" y="91"/>
                  </a:cubicBezTo>
                  <a:cubicBezTo>
                    <a:pt x="92" y="88"/>
                    <a:pt x="76" y="89"/>
                    <a:pt x="71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651EC3F4-F241-AE7C-7CD4-261203C2EC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0198" y="4723448"/>
              <a:ext cx="334962" cy="347663"/>
            </a:xfrm>
            <a:custGeom>
              <a:avLst/>
              <a:gdLst>
                <a:gd name="T0" fmla="*/ 56 w 129"/>
                <a:gd name="T1" fmla="*/ 85 h 134"/>
                <a:gd name="T2" fmla="*/ 32 w 129"/>
                <a:gd name="T3" fmla="*/ 44 h 134"/>
                <a:gd name="T4" fmla="*/ 19 w 129"/>
                <a:gd name="T5" fmla="*/ 66 h 134"/>
                <a:gd name="T6" fmla="*/ 56 w 129"/>
                <a:gd name="T7" fmla="*/ 85 h 134"/>
                <a:gd name="T8" fmla="*/ 128 w 129"/>
                <a:gd name="T9" fmla="*/ 48 h 134"/>
                <a:gd name="T10" fmla="*/ 115 w 129"/>
                <a:gd name="T11" fmla="*/ 75 h 134"/>
                <a:gd name="T12" fmla="*/ 61 w 129"/>
                <a:gd name="T13" fmla="*/ 85 h 134"/>
                <a:gd name="T14" fmla="*/ 90 w 129"/>
                <a:gd name="T15" fmla="*/ 105 h 134"/>
                <a:gd name="T16" fmla="*/ 102 w 129"/>
                <a:gd name="T17" fmla="*/ 96 h 134"/>
                <a:gd name="T18" fmla="*/ 83 w 129"/>
                <a:gd name="T19" fmla="*/ 134 h 134"/>
                <a:gd name="T20" fmla="*/ 83 w 129"/>
                <a:gd name="T21" fmla="*/ 121 h 134"/>
                <a:gd name="T22" fmla="*/ 16 w 129"/>
                <a:gd name="T23" fmla="*/ 82 h 134"/>
                <a:gd name="T24" fmla="*/ 0 w 129"/>
                <a:gd name="T25" fmla="*/ 89 h 134"/>
                <a:gd name="T26" fmla="*/ 70 w 129"/>
                <a:gd name="T27" fmla="*/ 46 h 134"/>
                <a:gd name="T28" fmla="*/ 68 w 129"/>
                <a:gd name="T29" fmla="*/ 63 h 134"/>
                <a:gd name="T30" fmla="*/ 128 w 129"/>
                <a:gd name="T31" fmla="*/ 48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9" h="134">
                  <a:moveTo>
                    <a:pt x="56" y="85"/>
                  </a:moveTo>
                  <a:cubicBezTo>
                    <a:pt x="67" y="67"/>
                    <a:pt x="59" y="39"/>
                    <a:pt x="32" y="44"/>
                  </a:cubicBezTo>
                  <a:cubicBezTo>
                    <a:pt x="27" y="51"/>
                    <a:pt x="21" y="56"/>
                    <a:pt x="19" y="66"/>
                  </a:cubicBezTo>
                  <a:cubicBezTo>
                    <a:pt x="32" y="72"/>
                    <a:pt x="43" y="80"/>
                    <a:pt x="56" y="85"/>
                  </a:cubicBezTo>
                  <a:close/>
                  <a:moveTo>
                    <a:pt x="128" y="48"/>
                  </a:moveTo>
                  <a:cubicBezTo>
                    <a:pt x="129" y="56"/>
                    <a:pt x="121" y="68"/>
                    <a:pt x="115" y="75"/>
                  </a:cubicBezTo>
                  <a:cubicBezTo>
                    <a:pt x="94" y="77"/>
                    <a:pt x="68" y="73"/>
                    <a:pt x="61" y="85"/>
                  </a:cubicBezTo>
                  <a:cubicBezTo>
                    <a:pt x="66" y="97"/>
                    <a:pt x="81" y="97"/>
                    <a:pt x="90" y="105"/>
                  </a:cubicBezTo>
                  <a:cubicBezTo>
                    <a:pt x="98" y="105"/>
                    <a:pt x="96" y="96"/>
                    <a:pt x="102" y="96"/>
                  </a:cubicBezTo>
                  <a:cubicBezTo>
                    <a:pt x="102" y="108"/>
                    <a:pt x="89" y="129"/>
                    <a:pt x="83" y="134"/>
                  </a:cubicBezTo>
                  <a:cubicBezTo>
                    <a:pt x="76" y="134"/>
                    <a:pt x="87" y="128"/>
                    <a:pt x="83" y="121"/>
                  </a:cubicBezTo>
                  <a:cubicBezTo>
                    <a:pt x="63" y="105"/>
                    <a:pt x="39" y="95"/>
                    <a:pt x="16" y="82"/>
                  </a:cubicBezTo>
                  <a:cubicBezTo>
                    <a:pt x="7" y="80"/>
                    <a:pt x="10" y="91"/>
                    <a:pt x="0" y="89"/>
                  </a:cubicBezTo>
                  <a:cubicBezTo>
                    <a:pt x="8" y="61"/>
                    <a:pt x="43" y="0"/>
                    <a:pt x="70" y="46"/>
                  </a:cubicBezTo>
                  <a:cubicBezTo>
                    <a:pt x="70" y="52"/>
                    <a:pt x="71" y="61"/>
                    <a:pt x="68" y="63"/>
                  </a:cubicBezTo>
                  <a:cubicBezTo>
                    <a:pt x="90" y="61"/>
                    <a:pt x="116" y="61"/>
                    <a:pt x="128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8" name="Freeform 23">
              <a:extLst>
                <a:ext uri="{FF2B5EF4-FFF2-40B4-BE49-F238E27FC236}">
                  <a16:creationId xmlns:a16="http://schemas.microsoft.com/office/drawing/2014/main" id="{CD3B8DEF-4639-A650-CB7B-03FC30DD7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7323" y="4993323"/>
              <a:ext cx="327025" cy="312738"/>
            </a:xfrm>
            <a:custGeom>
              <a:avLst/>
              <a:gdLst>
                <a:gd name="T0" fmla="*/ 103 w 126"/>
                <a:gd name="T1" fmla="*/ 40 h 121"/>
                <a:gd name="T2" fmla="*/ 126 w 126"/>
                <a:gd name="T3" fmla="*/ 58 h 121"/>
                <a:gd name="T4" fmla="*/ 71 w 126"/>
                <a:gd name="T5" fmla="*/ 121 h 121"/>
                <a:gd name="T6" fmla="*/ 74 w 126"/>
                <a:gd name="T7" fmla="*/ 107 h 121"/>
                <a:gd name="T8" fmla="*/ 16 w 126"/>
                <a:gd name="T9" fmla="*/ 55 h 121"/>
                <a:gd name="T10" fmla="*/ 0 w 126"/>
                <a:gd name="T11" fmla="*/ 60 h 121"/>
                <a:gd name="T12" fmla="*/ 46 w 126"/>
                <a:gd name="T13" fmla="*/ 0 h 121"/>
                <a:gd name="T14" fmla="*/ 63 w 126"/>
                <a:gd name="T15" fmla="*/ 15 h 121"/>
                <a:gd name="T16" fmla="*/ 43 w 126"/>
                <a:gd name="T17" fmla="*/ 17 h 121"/>
                <a:gd name="T18" fmla="*/ 22 w 126"/>
                <a:gd name="T19" fmla="*/ 39 h 121"/>
                <a:gd name="T20" fmla="*/ 50 w 126"/>
                <a:gd name="T21" fmla="*/ 64 h 121"/>
                <a:gd name="T22" fmla="*/ 57 w 126"/>
                <a:gd name="T23" fmla="*/ 31 h 121"/>
                <a:gd name="T24" fmla="*/ 90 w 126"/>
                <a:gd name="T25" fmla="*/ 55 h 121"/>
                <a:gd name="T26" fmla="*/ 57 w 126"/>
                <a:gd name="T27" fmla="*/ 67 h 121"/>
                <a:gd name="T28" fmla="*/ 87 w 126"/>
                <a:gd name="T29" fmla="*/ 92 h 121"/>
                <a:gd name="T30" fmla="*/ 103 w 126"/>
                <a:gd name="T31" fmla="*/ 4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6" h="121">
                  <a:moveTo>
                    <a:pt x="103" y="40"/>
                  </a:moveTo>
                  <a:cubicBezTo>
                    <a:pt x="111" y="39"/>
                    <a:pt x="116" y="55"/>
                    <a:pt x="126" y="58"/>
                  </a:cubicBezTo>
                  <a:cubicBezTo>
                    <a:pt x="107" y="78"/>
                    <a:pt x="92" y="110"/>
                    <a:pt x="71" y="121"/>
                  </a:cubicBezTo>
                  <a:cubicBezTo>
                    <a:pt x="71" y="115"/>
                    <a:pt x="78" y="111"/>
                    <a:pt x="74" y="107"/>
                  </a:cubicBezTo>
                  <a:cubicBezTo>
                    <a:pt x="57" y="87"/>
                    <a:pt x="35" y="72"/>
                    <a:pt x="16" y="55"/>
                  </a:cubicBezTo>
                  <a:cubicBezTo>
                    <a:pt x="8" y="54"/>
                    <a:pt x="6" y="66"/>
                    <a:pt x="0" y="60"/>
                  </a:cubicBezTo>
                  <a:cubicBezTo>
                    <a:pt x="13" y="38"/>
                    <a:pt x="33" y="21"/>
                    <a:pt x="46" y="0"/>
                  </a:cubicBezTo>
                  <a:cubicBezTo>
                    <a:pt x="52" y="4"/>
                    <a:pt x="63" y="11"/>
                    <a:pt x="63" y="15"/>
                  </a:cubicBezTo>
                  <a:cubicBezTo>
                    <a:pt x="62" y="24"/>
                    <a:pt x="51" y="14"/>
                    <a:pt x="43" y="17"/>
                  </a:cubicBezTo>
                  <a:cubicBezTo>
                    <a:pt x="41" y="20"/>
                    <a:pt x="22" y="34"/>
                    <a:pt x="22" y="39"/>
                  </a:cubicBezTo>
                  <a:cubicBezTo>
                    <a:pt x="23" y="49"/>
                    <a:pt x="44" y="54"/>
                    <a:pt x="50" y="64"/>
                  </a:cubicBezTo>
                  <a:cubicBezTo>
                    <a:pt x="63" y="60"/>
                    <a:pt x="65" y="41"/>
                    <a:pt x="57" y="31"/>
                  </a:cubicBezTo>
                  <a:cubicBezTo>
                    <a:pt x="68" y="31"/>
                    <a:pt x="78" y="49"/>
                    <a:pt x="90" y="55"/>
                  </a:cubicBezTo>
                  <a:cubicBezTo>
                    <a:pt x="81" y="58"/>
                    <a:pt x="61" y="52"/>
                    <a:pt x="57" y="67"/>
                  </a:cubicBezTo>
                  <a:cubicBezTo>
                    <a:pt x="66" y="76"/>
                    <a:pt x="74" y="93"/>
                    <a:pt x="87" y="92"/>
                  </a:cubicBezTo>
                  <a:cubicBezTo>
                    <a:pt x="105" y="92"/>
                    <a:pt x="116" y="60"/>
                    <a:pt x="103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9" name="Freeform 24">
              <a:extLst>
                <a:ext uri="{FF2B5EF4-FFF2-40B4-BE49-F238E27FC236}">
                  <a16:creationId xmlns:a16="http://schemas.microsoft.com/office/drawing/2014/main" id="{523FE168-E3E4-0675-00A8-1C6BF4B273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1535" y="3228023"/>
              <a:ext cx="2111375" cy="2195513"/>
            </a:xfrm>
            <a:custGeom>
              <a:avLst/>
              <a:gdLst>
                <a:gd name="T0" fmla="*/ 316 w 813"/>
                <a:gd name="T1" fmla="*/ 720 h 846"/>
                <a:gd name="T2" fmla="*/ 313 w 813"/>
                <a:gd name="T3" fmla="*/ 652 h 846"/>
                <a:gd name="T4" fmla="*/ 294 w 813"/>
                <a:gd name="T5" fmla="*/ 673 h 846"/>
                <a:gd name="T6" fmla="*/ 309 w 813"/>
                <a:gd name="T7" fmla="*/ 671 h 846"/>
                <a:gd name="T8" fmla="*/ 313 w 813"/>
                <a:gd name="T9" fmla="*/ 720 h 846"/>
                <a:gd name="T10" fmla="*/ 316 w 813"/>
                <a:gd name="T11" fmla="*/ 720 h 846"/>
                <a:gd name="T12" fmla="*/ 377 w 813"/>
                <a:gd name="T13" fmla="*/ 720 h 846"/>
                <a:gd name="T14" fmla="*/ 391 w 813"/>
                <a:gd name="T15" fmla="*/ 671 h 846"/>
                <a:gd name="T16" fmla="*/ 349 w 813"/>
                <a:gd name="T17" fmla="*/ 667 h 846"/>
                <a:gd name="T18" fmla="*/ 384 w 813"/>
                <a:gd name="T19" fmla="*/ 692 h 846"/>
                <a:gd name="T20" fmla="*/ 366 w 813"/>
                <a:gd name="T21" fmla="*/ 715 h 846"/>
                <a:gd name="T22" fmla="*/ 353 w 813"/>
                <a:gd name="T23" fmla="*/ 704 h 846"/>
                <a:gd name="T24" fmla="*/ 377 w 813"/>
                <a:gd name="T25" fmla="*/ 720 h 846"/>
                <a:gd name="T26" fmla="*/ 417 w 813"/>
                <a:gd name="T27" fmla="*/ 716 h 846"/>
                <a:gd name="T28" fmla="*/ 419 w 813"/>
                <a:gd name="T29" fmla="*/ 656 h 846"/>
                <a:gd name="T30" fmla="*/ 417 w 813"/>
                <a:gd name="T31" fmla="*/ 716 h 846"/>
                <a:gd name="T32" fmla="*/ 481 w 813"/>
                <a:gd name="T33" fmla="*/ 714 h 846"/>
                <a:gd name="T34" fmla="*/ 514 w 813"/>
                <a:gd name="T35" fmla="*/ 668 h 846"/>
                <a:gd name="T36" fmla="*/ 475 w 813"/>
                <a:gd name="T37" fmla="*/ 672 h 846"/>
                <a:gd name="T38" fmla="*/ 490 w 813"/>
                <a:gd name="T39" fmla="*/ 659 h 846"/>
                <a:gd name="T40" fmla="*/ 506 w 813"/>
                <a:gd name="T41" fmla="*/ 668 h 846"/>
                <a:gd name="T42" fmla="*/ 470 w 813"/>
                <a:gd name="T43" fmla="*/ 720 h 846"/>
                <a:gd name="T44" fmla="*/ 514 w 813"/>
                <a:gd name="T45" fmla="*/ 715 h 846"/>
                <a:gd name="T46" fmla="*/ 481 w 813"/>
                <a:gd name="T47" fmla="*/ 714 h 846"/>
                <a:gd name="T48" fmla="*/ 415 w 813"/>
                <a:gd name="T49" fmla="*/ 465 h 846"/>
                <a:gd name="T50" fmla="*/ 628 w 813"/>
                <a:gd name="T51" fmla="*/ 461 h 846"/>
                <a:gd name="T52" fmla="*/ 478 w 813"/>
                <a:gd name="T53" fmla="*/ 353 h 846"/>
                <a:gd name="T54" fmla="*/ 545 w 813"/>
                <a:gd name="T55" fmla="*/ 362 h 846"/>
                <a:gd name="T56" fmla="*/ 441 w 813"/>
                <a:gd name="T57" fmla="*/ 229 h 846"/>
                <a:gd name="T58" fmla="*/ 483 w 813"/>
                <a:gd name="T59" fmla="*/ 237 h 846"/>
                <a:gd name="T60" fmla="*/ 441 w 813"/>
                <a:gd name="T61" fmla="*/ 162 h 846"/>
                <a:gd name="T62" fmla="*/ 408 w 813"/>
                <a:gd name="T63" fmla="*/ 80 h 846"/>
                <a:gd name="T64" fmla="*/ 346 w 813"/>
                <a:gd name="T65" fmla="*/ 220 h 846"/>
                <a:gd name="T66" fmla="*/ 340 w 813"/>
                <a:gd name="T67" fmla="*/ 237 h 846"/>
                <a:gd name="T68" fmla="*/ 381 w 813"/>
                <a:gd name="T69" fmla="*/ 229 h 846"/>
                <a:gd name="T70" fmla="*/ 275 w 813"/>
                <a:gd name="T71" fmla="*/ 360 h 846"/>
                <a:gd name="T72" fmla="*/ 344 w 813"/>
                <a:gd name="T73" fmla="*/ 353 h 846"/>
                <a:gd name="T74" fmla="*/ 344 w 813"/>
                <a:gd name="T75" fmla="*/ 355 h 846"/>
                <a:gd name="T76" fmla="*/ 342 w 813"/>
                <a:gd name="T77" fmla="*/ 357 h 846"/>
                <a:gd name="T78" fmla="*/ 211 w 813"/>
                <a:gd name="T79" fmla="*/ 446 h 846"/>
                <a:gd name="T80" fmla="*/ 192 w 813"/>
                <a:gd name="T81" fmla="*/ 461 h 846"/>
                <a:gd name="T82" fmla="*/ 415 w 813"/>
                <a:gd name="T83" fmla="*/ 465 h 846"/>
                <a:gd name="T84" fmla="*/ 450 w 813"/>
                <a:gd name="T85" fmla="*/ 532 h 846"/>
                <a:gd name="T86" fmla="*/ 677 w 813"/>
                <a:gd name="T87" fmla="*/ 532 h 846"/>
                <a:gd name="T88" fmla="*/ 649 w 813"/>
                <a:gd name="T89" fmla="*/ 492 h 846"/>
                <a:gd name="T90" fmla="*/ 413 w 813"/>
                <a:gd name="T91" fmla="*/ 482 h 846"/>
                <a:gd name="T92" fmla="*/ 217 w 813"/>
                <a:gd name="T93" fmla="*/ 489 h 846"/>
                <a:gd name="T94" fmla="*/ 172 w 813"/>
                <a:gd name="T95" fmla="*/ 495 h 846"/>
                <a:gd name="T96" fmla="*/ 145 w 813"/>
                <a:gd name="T97" fmla="*/ 532 h 846"/>
                <a:gd name="T98" fmla="*/ 377 w 813"/>
                <a:gd name="T99" fmla="*/ 532 h 846"/>
                <a:gd name="T100" fmla="*/ 375 w 813"/>
                <a:gd name="T101" fmla="*/ 551 h 846"/>
                <a:gd name="T102" fmla="*/ 450 w 813"/>
                <a:gd name="T103" fmla="*/ 551 h 846"/>
                <a:gd name="T104" fmla="*/ 450 w 813"/>
                <a:gd name="T105" fmla="*/ 532 h 846"/>
                <a:gd name="T106" fmla="*/ 794 w 813"/>
                <a:gd name="T107" fmla="*/ 0 h 846"/>
                <a:gd name="T108" fmla="*/ 749 w 813"/>
                <a:gd name="T109" fmla="*/ 575 h 846"/>
                <a:gd name="T110" fmla="*/ 408 w 813"/>
                <a:gd name="T111" fmla="*/ 846 h 846"/>
                <a:gd name="T112" fmla="*/ 66 w 813"/>
                <a:gd name="T113" fmla="*/ 579 h 846"/>
                <a:gd name="T114" fmla="*/ 18 w 813"/>
                <a:gd name="T115" fmla="*/ 5 h 846"/>
                <a:gd name="T116" fmla="*/ 22 w 813"/>
                <a:gd name="T117" fmla="*/ 0 h 846"/>
                <a:gd name="T118" fmla="*/ 794 w 813"/>
                <a:gd name="T119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13" h="846">
                  <a:moveTo>
                    <a:pt x="316" y="720"/>
                  </a:moveTo>
                  <a:cubicBezTo>
                    <a:pt x="318" y="703"/>
                    <a:pt x="324" y="665"/>
                    <a:pt x="313" y="652"/>
                  </a:cubicBezTo>
                  <a:cubicBezTo>
                    <a:pt x="310" y="663"/>
                    <a:pt x="297" y="662"/>
                    <a:pt x="294" y="673"/>
                  </a:cubicBezTo>
                  <a:cubicBezTo>
                    <a:pt x="299" y="681"/>
                    <a:pt x="307" y="666"/>
                    <a:pt x="309" y="671"/>
                  </a:cubicBezTo>
                  <a:cubicBezTo>
                    <a:pt x="311" y="686"/>
                    <a:pt x="305" y="711"/>
                    <a:pt x="313" y="720"/>
                  </a:cubicBezTo>
                  <a:cubicBezTo>
                    <a:pt x="314" y="720"/>
                    <a:pt x="315" y="720"/>
                    <a:pt x="316" y="720"/>
                  </a:cubicBezTo>
                  <a:close/>
                  <a:moveTo>
                    <a:pt x="377" y="720"/>
                  </a:moveTo>
                  <a:cubicBezTo>
                    <a:pt x="392" y="716"/>
                    <a:pt x="395" y="684"/>
                    <a:pt x="391" y="671"/>
                  </a:cubicBezTo>
                  <a:cubicBezTo>
                    <a:pt x="385" y="644"/>
                    <a:pt x="353" y="653"/>
                    <a:pt x="349" y="667"/>
                  </a:cubicBezTo>
                  <a:cubicBezTo>
                    <a:pt x="340" y="705"/>
                    <a:pt x="376" y="699"/>
                    <a:pt x="384" y="692"/>
                  </a:cubicBezTo>
                  <a:cubicBezTo>
                    <a:pt x="382" y="704"/>
                    <a:pt x="380" y="715"/>
                    <a:pt x="366" y="715"/>
                  </a:cubicBezTo>
                  <a:cubicBezTo>
                    <a:pt x="358" y="716"/>
                    <a:pt x="362" y="704"/>
                    <a:pt x="353" y="704"/>
                  </a:cubicBezTo>
                  <a:cubicBezTo>
                    <a:pt x="349" y="720"/>
                    <a:pt x="364" y="724"/>
                    <a:pt x="377" y="720"/>
                  </a:cubicBezTo>
                  <a:close/>
                  <a:moveTo>
                    <a:pt x="417" y="716"/>
                  </a:moveTo>
                  <a:cubicBezTo>
                    <a:pt x="454" y="753"/>
                    <a:pt x="475" y="629"/>
                    <a:pt x="419" y="656"/>
                  </a:cubicBezTo>
                  <a:cubicBezTo>
                    <a:pt x="409" y="668"/>
                    <a:pt x="404" y="705"/>
                    <a:pt x="417" y="716"/>
                  </a:cubicBezTo>
                  <a:close/>
                  <a:moveTo>
                    <a:pt x="481" y="714"/>
                  </a:moveTo>
                  <a:cubicBezTo>
                    <a:pt x="489" y="696"/>
                    <a:pt x="517" y="692"/>
                    <a:pt x="514" y="668"/>
                  </a:cubicBezTo>
                  <a:cubicBezTo>
                    <a:pt x="511" y="646"/>
                    <a:pt x="469" y="648"/>
                    <a:pt x="475" y="672"/>
                  </a:cubicBezTo>
                  <a:cubicBezTo>
                    <a:pt x="485" y="671"/>
                    <a:pt x="481" y="661"/>
                    <a:pt x="490" y="659"/>
                  </a:cubicBezTo>
                  <a:cubicBezTo>
                    <a:pt x="497" y="658"/>
                    <a:pt x="503" y="661"/>
                    <a:pt x="506" y="668"/>
                  </a:cubicBezTo>
                  <a:cubicBezTo>
                    <a:pt x="511" y="690"/>
                    <a:pt x="468" y="699"/>
                    <a:pt x="470" y="720"/>
                  </a:cubicBezTo>
                  <a:cubicBezTo>
                    <a:pt x="484" y="718"/>
                    <a:pt x="509" y="727"/>
                    <a:pt x="514" y="715"/>
                  </a:cubicBezTo>
                  <a:cubicBezTo>
                    <a:pt x="506" y="711"/>
                    <a:pt x="491" y="714"/>
                    <a:pt x="481" y="714"/>
                  </a:cubicBezTo>
                  <a:close/>
                  <a:moveTo>
                    <a:pt x="415" y="465"/>
                  </a:moveTo>
                  <a:cubicBezTo>
                    <a:pt x="469" y="406"/>
                    <a:pt x="550" y="477"/>
                    <a:pt x="628" y="461"/>
                  </a:cubicBezTo>
                  <a:cubicBezTo>
                    <a:pt x="577" y="425"/>
                    <a:pt x="517" y="400"/>
                    <a:pt x="478" y="353"/>
                  </a:cubicBezTo>
                  <a:cubicBezTo>
                    <a:pt x="496" y="360"/>
                    <a:pt x="518" y="363"/>
                    <a:pt x="545" y="362"/>
                  </a:cubicBezTo>
                  <a:cubicBezTo>
                    <a:pt x="511" y="318"/>
                    <a:pt x="456" y="287"/>
                    <a:pt x="441" y="229"/>
                  </a:cubicBezTo>
                  <a:cubicBezTo>
                    <a:pt x="454" y="233"/>
                    <a:pt x="465" y="237"/>
                    <a:pt x="483" y="237"/>
                  </a:cubicBezTo>
                  <a:cubicBezTo>
                    <a:pt x="468" y="213"/>
                    <a:pt x="453" y="189"/>
                    <a:pt x="441" y="162"/>
                  </a:cubicBezTo>
                  <a:cubicBezTo>
                    <a:pt x="429" y="137"/>
                    <a:pt x="420" y="108"/>
                    <a:pt x="408" y="80"/>
                  </a:cubicBezTo>
                  <a:cubicBezTo>
                    <a:pt x="397" y="134"/>
                    <a:pt x="370" y="184"/>
                    <a:pt x="346" y="220"/>
                  </a:cubicBezTo>
                  <a:cubicBezTo>
                    <a:pt x="343" y="225"/>
                    <a:pt x="337" y="231"/>
                    <a:pt x="340" y="237"/>
                  </a:cubicBezTo>
                  <a:cubicBezTo>
                    <a:pt x="357" y="237"/>
                    <a:pt x="368" y="233"/>
                    <a:pt x="381" y="229"/>
                  </a:cubicBezTo>
                  <a:cubicBezTo>
                    <a:pt x="359" y="287"/>
                    <a:pt x="313" y="319"/>
                    <a:pt x="275" y="360"/>
                  </a:cubicBezTo>
                  <a:cubicBezTo>
                    <a:pt x="302" y="361"/>
                    <a:pt x="325" y="360"/>
                    <a:pt x="344" y="353"/>
                  </a:cubicBezTo>
                  <a:cubicBezTo>
                    <a:pt x="344" y="355"/>
                    <a:pt x="344" y="355"/>
                    <a:pt x="344" y="355"/>
                  </a:cubicBezTo>
                  <a:cubicBezTo>
                    <a:pt x="343" y="355"/>
                    <a:pt x="342" y="355"/>
                    <a:pt x="342" y="357"/>
                  </a:cubicBezTo>
                  <a:cubicBezTo>
                    <a:pt x="304" y="391"/>
                    <a:pt x="258" y="423"/>
                    <a:pt x="211" y="446"/>
                  </a:cubicBezTo>
                  <a:cubicBezTo>
                    <a:pt x="204" y="449"/>
                    <a:pt x="195" y="453"/>
                    <a:pt x="192" y="461"/>
                  </a:cubicBezTo>
                  <a:cubicBezTo>
                    <a:pt x="266" y="473"/>
                    <a:pt x="357" y="410"/>
                    <a:pt x="415" y="465"/>
                  </a:cubicBezTo>
                  <a:close/>
                  <a:moveTo>
                    <a:pt x="450" y="532"/>
                  </a:moveTo>
                  <a:cubicBezTo>
                    <a:pt x="525" y="532"/>
                    <a:pt x="601" y="532"/>
                    <a:pt x="677" y="532"/>
                  </a:cubicBezTo>
                  <a:cubicBezTo>
                    <a:pt x="670" y="517"/>
                    <a:pt x="659" y="505"/>
                    <a:pt x="649" y="492"/>
                  </a:cubicBezTo>
                  <a:cubicBezTo>
                    <a:pt x="572" y="496"/>
                    <a:pt x="480" y="424"/>
                    <a:pt x="413" y="482"/>
                  </a:cubicBezTo>
                  <a:cubicBezTo>
                    <a:pt x="357" y="433"/>
                    <a:pt x="277" y="479"/>
                    <a:pt x="217" y="489"/>
                  </a:cubicBezTo>
                  <a:cubicBezTo>
                    <a:pt x="201" y="492"/>
                    <a:pt x="183" y="490"/>
                    <a:pt x="172" y="495"/>
                  </a:cubicBezTo>
                  <a:cubicBezTo>
                    <a:pt x="159" y="500"/>
                    <a:pt x="151" y="523"/>
                    <a:pt x="145" y="532"/>
                  </a:cubicBezTo>
                  <a:cubicBezTo>
                    <a:pt x="222" y="532"/>
                    <a:pt x="299" y="532"/>
                    <a:pt x="377" y="532"/>
                  </a:cubicBezTo>
                  <a:cubicBezTo>
                    <a:pt x="377" y="539"/>
                    <a:pt x="374" y="542"/>
                    <a:pt x="375" y="551"/>
                  </a:cubicBezTo>
                  <a:cubicBezTo>
                    <a:pt x="401" y="551"/>
                    <a:pt x="425" y="551"/>
                    <a:pt x="450" y="551"/>
                  </a:cubicBezTo>
                  <a:cubicBezTo>
                    <a:pt x="451" y="544"/>
                    <a:pt x="445" y="537"/>
                    <a:pt x="450" y="532"/>
                  </a:cubicBezTo>
                  <a:close/>
                  <a:moveTo>
                    <a:pt x="794" y="0"/>
                  </a:moveTo>
                  <a:cubicBezTo>
                    <a:pt x="794" y="208"/>
                    <a:pt x="813" y="432"/>
                    <a:pt x="749" y="575"/>
                  </a:cubicBezTo>
                  <a:cubicBezTo>
                    <a:pt x="686" y="721"/>
                    <a:pt x="550" y="780"/>
                    <a:pt x="408" y="846"/>
                  </a:cubicBezTo>
                  <a:cubicBezTo>
                    <a:pt x="265" y="782"/>
                    <a:pt x="132" y="721"/>
                    <a:pt x="66" y="579"/>
                  </a:cubicBezTo>
                  <a:cubicBezTo>
                    <a:pt x="0" y="437"/>
                    <a:pt x="23" y="215"/>
                    <a:pt x="18" y="5"/>
                  </a:cubicBezTo>
                  <a:cubicBezTo>
                    <a:pt x="18" y="1"/>
                    <a:pt x="19" y="0"/>
                    <a:pt x="22" y="0"/>
                  </a:cubicBezTo>
                  <a:cubicBezTo>
                    <a:pt x="280" y="0"/>
                    <a:pt x="538" y="0"/>
                    <a:pt x="79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0" name="Freeform 25">
              <a:extLst>
                <a:ext uri="{FF2B5EF4-FFF2-40B4-BE49-F238E27FC236}">
                  <a16:creationId xmlns:a16="http://schemas.microsoft.com/office/drawing/2014/main" id="{1113EAA8-B1BC-54F6-3B24-E7F027ADC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3010" y="5166360"/>
              <a:ext cx="269875" cy="298450"/>
            </a:xfrm>
            <a:custGeom>
              <a:avLst/>
              <a:gdLst>
                <a:gd name="T0" fmla="*/ 74 w 104"/>
                <a:gd name="T1" fmla="*/ 15 h 115"/>
                <a:gd name="T2" fmla="*/ 96 w 104"/>
                <a:gd name="T3" fmla="*/ 115 h 115"/>
                <a:gd name="T4" fmla="*/ 17 w 104"/>
                <a:gd name="T5" fmla="*/ 64 h 115"/>
                <a:gd name="T6" fmla="*/ 0 w 104"/>
                <a:gd name="T7" fmla="*/ 67 h 115"/>
                <a:gd name="T8" fmla="*/ 25 w 104"/>
                <a:gd name="T9" fmla="*/ 50 h 115"/>
                <a:gd name="T10" fmla="*/ 84 w 104"/>
                <a:gd name="T11" fmla="*/ 88 h 115"/>
                <a:gd name="T12" fmla="*/ 66 w 104"/>
                <a:gd name="T13" fmla="*/ 21 h 115"/>
                <a:gd name="T14" fmla="*/ 50 w 104"/>
                <a:gd name="T15" fmla="*/ 28 h 115"/>
                <a:gd name="T16" fmla="*/ 75 w 104"/>
                <a:gd name="T17" fmla="*/ 0 h 115"/>
                <a:gd name="T18" fmla="*/ 74 w 104"/>
                <a:gd name="T19" fmla="*/ 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5">
                  <a:moveTo>
                    <a:pt x="74" y="15"/>
                  </a:moveTo>
                  <a:cubicBezTo>
                    <a:pt x="73" y="47"/>
                    <a:pt x="104" y="86"/>
                    <a:pt x="96" y="115"/>
                  </a:cubicBezTo>
                  <a:cubicBezTo>
                    <a:pt x="71" y="99"/>
                    <a:pt x="43" y="82"/>
                    <a:pt x="17" y="64"/>
                  </a:cubicBezTo>
                  <a:cubicBezTo>
                    <a:pt x="8" y="63"/>
                    <a:pt x="5" y="71"/>
                    <a:pt x="0" y="67"/>
                  </a:cubicBezTo>
                  <a:cubicBezTo>
                    <a:pt x="6" y="54"/>
                    <a:pt x="46" y="26"/>
                    <a:pt x="25" y="50"/>
                  </a:cubicBezTo>
                  <a:cubicBezTo>
                    <a:pt x="43" y="66"/>
                    <a:pt x="64" y="77"/>
                    <a:pt x="84" y="88"/>
                  </a:cubicBezTo>
                  <a:cubicBezTo>
                    <a:pt x="84" y="67"/>
                    <a:pt x="73" y="42"/>
                    <a:pt x="66" y="21"/>
                  </a:cubicBezTo>
                  <a:cubicBezTo>
                    <a:pt x="60" y="23"/>
                    <a:pt x="56" y="26"/>
                    <a:pt x="50" y="28"/>
                  </a:cubicBezTo>
                  <a:cubicBezTo>
                    <a:pt x="50" y="16"/>
                    <a:pt x="69" y="10"/>
                    <a:pt x="75" y="0"/>
                  </a:cubicBezTo>
                  <a:cubicBezTo>
                    <a:pt x="83" y="6"/>
                    <a:pt x="74" y="7"/>
                    <a:pt x="7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1" name="Freeform 26">
              <a:extLst>
                <a:ext uri="{FF2B5EF4-FFF2-40B4-BE49-F238E27FC236}">
                  <a16:creationId xmlns:a16="http://schemas.microsoft.com/office/drawing/2014/main" id="{CB2FACE7-4F4E-D7A0-4B14-BFB212822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010" y="5358448"/>
              <a:ext cx="204787" cy="273050"/>
            </a:xfrm>
            <a:custGeom>
              <a:avLst/>
              <a:gdLst>
                <a:gd name="T0" fmla="*/ 62 w 79"/>
                <a:gd name="T1" fmla="*/ 84 h 105"/>
                <a:gd name="T2" fmla="*/ 79 w 79"/>
                <a:gd name="T3" fmla="*/ 87 h 105"/>
                <a:gd name="T4" fmla="*/ 40 w 79"/>
                <a:gd name="T5" fmla="*/ 105 h 105"/>
                <a:gd name="T6" fmla="*/ 50 w 79"/>
                <a:gd name="T7" fmla="*/ 93 h 105"/>
                <a:gd name="T8" fmla="*/ 16 w 79"/>
                <a:gd name="T9" fmla="*/ 19 h 105"/>
                <a:gd name="T10" fmla="*/ 0 w 79"/>
                <a:gd name="T11" fmla="*/ 19 h 105"/>
                <a:gd name="T12" fmla="*/ 40 w 79"/>
                <a:gd name="T13" fmla="*/ 0 h 105"/>
                <a:gd name="T14" fmla="*/ 29 w 79"/>
                <a:gd name="T15" fmla="*/ 12 h 105"/>
                <a:gd name="T16" fmla="*/ 62 w 79"/>
                <a:gd name="T17" fmla="*/ 8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105">
                  <a:moveTo>
                    <a:pt x="62" y="84"/>
                  </a:moveTo>
                  <a:cubicBezTo>
                    <a:pt x="68" y="89"/>
                    <a:pt x="76" y="81"/>
                    <a:pt x="79" y="87"/>
                  </a:cubicBezTo>
                  <a:cubicBezTo>
                    <a:pt x="71" y="95"/>
                    <a:pt x="52" y="104"/>
                    <a:pt x="40" y="105"/>
                  </a:cubicBezTo>
                  <a:cubicBezTo>
                    <a:pt x="40" y="98"/>
                    <a:pt x="50" y="100"/>
                    <a:pt x="50" y="93"/>
                  </a:cubicBezTo>
                  <a:cubicBezTo>
                    <a:pt x="40" y="68"/>
                    <a:pt x="28" y="43"/>
                    <a:pt x="16" y="19"/>
                  </a:cubicBezTo>
                  <a:cubicBezTo>
                    <a:pt x="10" y="17"/>
                    <a:pt x="3" y="25"/>
                    <a:pt x="0" y="19"/>
                  </a:cubicBezTo>
                  <a:cubicBezTo>
                    <a:pt x="10" y="11"/>
                    <a:pt x="28" y="0"/>
                    <a:pt x="40" y="0"/>
                  </a:cubicBezTo>
                  <a:cubicBezTo>
                    <a:pt x="38" y="6"/>
                    <a:pt x="32" y="7"/>
                    <a:pt x="29" y="12"/>
                  </a:cubicBezTo>
                  <a:cubicBezTo>
                    <a:pt x="40" y="36"/>
                    <a:pt x="52" y="60"/>
                    <a:pt x="6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2" name="Freeform 27">
              <a:extLst>
                <a:ext uri="{FF2B5EF4-FFF2-40B4-BE49-F238E27FC236}">
                  <a16:creationId xmlns:a16="http://schemas.microsoft.com/office/drawing/2014/main" id="{8847B595-3F71-C621-588D-223F76363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148" y="5423535"/>
              <a:ext cx="314325" cy="342900"/>
            </a:xfrm>
            <a:custGeom>
              <a:avLst/>
              <a:gdLst>
                <a:gd name="T0" fmla="*/ 121 w 121"/>
                <a:gd name="T1" fmla="*/ 98 h 132"/>
                <a:gd name="T2" fmla="*/ 78 w 121"/>
                <a:gd name="T3" fmla="*/ 79 h 132"/>
                <a:gd name="T4" fmla="*/ 33 w 121"/>
                <a:gd name="T5" fmla="*/ 54 h 132"/>
                <a:gd name="T6" fmla="*/ 59 w 121"/>
                <a:gd name="T7" fmla="*/ 115 h 132"/>
                <a:gd name="T8" fmla="*/ 78 w 121"/>
                <a:gd name="T9" fmla="*/ 116 h 132"/>
                <a:gd name="T10" fmla="*/ 39 w 121"/>
                <a:gd name="T11" fmla="*/ 132 h 132"/>
                <a:gd name="T12" fmla="*/ 48 w 121"/>
                <a:gd name="T13" fmla="*/ 118 h 132"/>
                <a:gd name="T14" fmla="*/ 17 w 121"/>
                <a:gd name="T15" fmla="*/ 46 h 132"/>
                <a:gd name="T16" fmla="*/ 1 w 121"/>
                <a:gd name="T17" fmla="*/ 46 h 132"/>
                <a:gd name="T18" fmla="*/ 25 w 121"/>
                <a:gd name="T19" fmla="*/ 32 h 132"/>
                <a:gd name="T20" fmla="*/ 102 w 121"/>
                <a:gd name="T21" fmla="*/ 77 h 132"/>
                <a:gd name="T22" fmla="*/ 78 w 121"/>
                <a:gd name="T23" fmla="*/ 20 h 132"/>
                <a:gd name="T24" fmla="*/ 60 w 121"/>
                <a:gd name="T25" fmla="*/ 20 h 132"/>
                <a:gd name="T26" fmla="*/ 95 w 121"/>
                <a:gd name="T27" fmla="*/ 0 h 132"/>
                <a:gd name="T28" fmla="*/ 88 w 121"/>
                <a:gd name="T29" fmla="*/ 16 h 132"/>
                <a:gd name="T30" fmla="*/ 121 w 121"/>
                <a:gd name="T31" fmla="*/ 9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1" h="132">
                  <a:moveTo>
                    <a:pt x="121" y="98"/>
                  </a:moveTo>
                  <a:cubicBezTo>
                    <a:pt x="105" y="103"/>
                    <a:pt x="92" y="87"/>
                    <a:pt x="78" y="79"/>
                  </a:cubicBezTo>
                  <a:cubicBezTo>
                    <a:pt x="62" y="70"/>
                    <a:pt x="47" y="62"/>
                    <a:pt x="33" y="54"/>
                  </a:cubicBezTo>
                  <a:cubicBezTo>
                    <a:pt x="39" y="77"/>
                    <a:pt x="48" y="96"/>
                    <a:pt x="59" y="115"/>
                  </a:cubicBezTo>
                  <a:cubicBezTo>
                    <a:pt x="65" y="116"/>
                    <a:pt x="73" y="113"/>
                    <a:pt x="78" y="116"/>
                  </a:cubicBezTo>
                  <a:cubicBezTo>
                    <a:pt x="67" y="124"/>
                    <a:pt x="50" y="132"/>
                    <a:pt x="39" y="132"/>
                  </a:cubicBezTo>
                  <a:cubicBezTo>
                    <a:pt x="39" y="126"/>
                    <a:pt x="48" y="126"/>
                    <a:pt x="48" y="118"/>
                  </a:cubicBezTo>
                  <a:cubicBezTo>
                    <a:pt x="51" y="98"/>
                    <a:pt x="23" y="63"/>
                    <a:pt x="17" y="46"/>
                  </a:cubicBezTo>
                  <a:cubicBezTo>
                    <a:pt x="11" y="44"/>
                    <a:pt x="5" y="51"/>
                    <a:pt x="1" y="46"/>
                  </a:cubicBezTo>
                  <a:cubicBezTo>
                    <a:pt x="0" y="39"/>
                    <a:pt x="18" y="37"/>
                    <a:pt x="25" y="32"/>
                  </a:cubicBezTo>
                  <a:cubicBezTo>
                    <a:pt x="51" y="45"/>
                    <a:pt x="75" y="63"/>
                    <a:pt x="102" y="77"/>
                  </a:cubicBezTo>
                  <a:cubicBezTo>
                    <a:pt x="97" y="55"/>
                    <a:pt x="87" y="37"/>
                    <a:pt x="78" y="20"/>
                  </a:cubicBezTo>
                  <a:cubicBezTo>
                    <a:pt x="70" y="17"/>
                    <a:pt x="65" y="24"/>
                    <a:pt x="60" y="20"/>
                  </a:cubicBezTo>
                  <a:cubicBezTo>
                    <a:pt x="67" y="8"/>
                    <a:pt x="86" y="8"/>
                    <a:pt x="95" y="0"/>
                  </a:cubicBezTo>
                  <a:cubicBezTo>
                    <a:pt x="104" y="7"/>
                    <a:pt x="88" y="7"/>
                    <a:pt x="88" y="16"/>
                  </a:cubicBezTo>
                  <a:cubicBezTo>
                    <a:pt x="97" y="46"/>
                    <a:pt x="110" y="72"/>
                    <a:pt x="121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3" name="Freeform 28">
              <a:extLst>
                <a:ext uri="{FF2B5EF4-FFF2-40B4-BE49-F238E27FC236}">
                  <a16:creationId xmlns:a16="http://schemas.microsoft.com/office/drawing/2014/main" id="{D6CC2DCF-188B-BCF2-0A9D-2DDD3BC63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198" y="2524760"/>
              <a:ext cx="238125" cy="295275"/>
            </a:xfrm>
            <a:custGeom>
              <a:avLst/>
              <a:gdLst>
                <a:gd name="T0" fmla="*/ 74 w 92"/>
                <a:gd name="T1" fmla="*/ 19 h 114"/>
                <a:gd name="T2" fmla="*/ 71 w 92"/>
                <a:gd name="T3" fmla="*/ 114 h 114"/>
                <a:gd name="T4" fmla="*/ 65 w 92"/>
                <a:gd name="T5" fmla="*/ 100 h 114"/>
                <a:gd name="T6" fmla="*/ 3 w 92"/>
                <a:gd name="T7" fmla="*/ 79 h 114"/>
                <a:gd name="T8" fmla="*/ 69 w 92"/>
                <a:gd name="T9" fmla="*/ 83 h 114"/>
                <a:gd name="T10" fmla="*/ 51 w 92"/>
                <a:gd name="T11" fmla="*/ 66 h 114"/>
                <a:gd name="T12" fmla="*/ 2 w 92"/>
                <a:gd name="T13" fmla="*/ 52 h 114"/>
                <a:gd name="T14" fmla="*/ 69 w 92"/>
                <a:gd name="T15" fmla="*/ 54 h 114"/>
                <a:gd name="T16" fmla="*/ 2 w 92"/>
                <a:gd name="T17" fmla="*/ 24 h 114"/>
                <a:gd name="T18" fmla="*/ 62 w 92"/>
                <a:gd name="T19" fmla="*/ 23 h 114"/>
                <a:gd name="T20" fmla="*/ 74 w 92"/>
                <a:gd name="T21" fmla="*/ 1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4">
                  <a:moveTo>
                    <a:pt x="74" y="19"/>
                  </a:moveTo>
                  <a:cubicBezTo>
                    <a:pt x="88" y="36"/>
                    <a:pt x="92" y="103"/>
                    <a:pt x="71" y="114"/>
                  </a:cubicBezTo>
                  <a:cubicBezTo>
                    <a:pt x="63" y="114"/>
                    <a:pt x="64" y="107"/>
                    <a:pt x="65" y="100"/>
                  </a:cubicBezTo>
                  <a:cubicBezTo>
                    <a:pt x="51" y="86"/>
                    <a:pt x="14" y="99"/>
                    <a:pt x="3" y="79"/>
                  </a:cubicBezTo>
                  <a:cubicBezTo>
                    <a:pt x="24" y="65"/>
                    <a:pt x="49" y="83"/>
                    <a:pt x="69" y="83"/>
                  </a:cubicBezTo>
                  <a:cubicBezTo>
                    <a:pt x="73" y="69"/>
                    <a:pt x="58" y="69"/>
                    <a:pt x="51" y="66"/>
                  </a:cubicBezTo>
                  <a:cubicBezTo>
                    <a:pt x="36" y="61"/>
                    <a:pt x="14" y="62"/>
                    <a:pt x="2" y="52"/>
                  </a:cubicBezTo>
                  <a:cubicBezTo>
                    <a:pt x="14" y="31"/>
                    <a:pt x="49" y="52"/>
                    <a:pt x="69" y="54"/>
                  </a:cubicBezTo>
                  <a:cubicBezTo>
                    <a:pt x="65" y="24"/>
                    <a:pt x="22" y="36"/>
                    <a:pt x="2" y="24"/>
                  </a:cubicBezTo>
                  <a:cubicBezTo>
                    <a:pt x="0" y="0"/>
                    <a:pt x="48" y="18"/>
                    <a:pt x="62" y="23"/>
                  </a:cubicBezTo>
                  <a:cubicBezTo>
                    <a:pt x="68" y="24"/>
                    <a:pt x="70" y="13"/>
                    <a:pt x="74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4" name="Freeform 29">
              <a:extLst>
                <a:ext uri="{FF2B5EF4-FFF2-40B4-BE49-F238E27FC236}">
                  <a16:creationId xmlns:a16="http://schemas.microsoft.com/office/drawing/2014/main" id="{EB752082-84C0-E697-7DD8-C16F744194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0185" y="2210435"/>
              <a:ext cx="796925" cy="906463"/>
            </a:xfrm>
            <a:custGeom>
              <a:avLst/>
              <a:gdLst>
                <a:gd name="T0" fmla="*/ 220 w 307"/>
                <a:gd name="T1" fmla="*/ 268 h 349"/>
                <a:gd name="T2" fmla="*/ 111 w 307"/>
                <a:gd name="T3" fmla="*/ 268 h 349"/>
                <a:gd name="T4" fmla="*/ 220 w 307"/>
                <a:gd name="T5" fmla="*/ 268 h 349"/>
                <a:gd name="T6" fmla="*/ 173 w 307"/>
                <a:gd name="T7" fmla="*/ 123 h 349"/>
                <a:gd name="T8" fmla="*/ 194 w 307"/>
                <a:gd name="T9" fmla="*/ 123 h 349"/>
                <a:gd name="T10" fmla="*/ 162 w 307"/>
                <a:gd name="T11" fmla="*/ 45 h 349"/>
                <a:gd name="T12" fmla="*/ 137 w 307"/>
                <a:gd name="T13" fmla="*/ 123 h 349"/>
                <a:gd name="T14" fmla="*/ 156 w 307"/>
                <a:gd name="T15" fmla="*/ 123 h 349"/>
                <a:gd name="T16" fmla="*/ 168 w 307"/>
                <a:gd name="T17" fmla="*/ 105 h 349"/>
                <a:gd name="T18" fmla="*/ 173 w 307"/>
                <a:gd name="T19" fmla="*/ 123 h 349"/>
                <a:gd name="T20" fmla="*/ 253 w 307"/>
                <a:gd name="T21" fmla="*/ 300 h 349"/>
                <a:gd name="T22" fmla="*/ 286 w 307"/>
                <a:gd name="T23" fmla="*/ 257 h 349"/>
                <a:gd name="T24" fmla="*/ 45 w 307"/>
                <a:gd name="T25" fmla="*/ 259 h 349"/>
                <a:gd name="T26" fmla="*/ 79 w 307"/>
                <a:gd name="T27" fmla="*/ 300 h 349"/>
                <a:gd name="T28" fmla="*/ 109 w 307"/>
                <a:gd name="T29" fmla="*/ 294 h 349"/>
                <a:gd name="T30" fmla="*/ 83 w 307"/>
                <a:gd name="T31" fmla="*/ 264 h 349"/>
                <a:gd name="T32" fmla="*/ 178 w 307"/>
                <a:gd name="T33" fmla="*/ 244 h 349"/>
                <a:gd name="T34" fmla="*/ 248 w 307"/>
                <a:gd name="T35" fmla="*/ 266 h 349"/>
                <a:gd name="T36" fmla="*/ 222 w 307"/>
                <a:gd name="T37" fmla="*/ 291 h 349"/>
                <a:gd name="T38" fmla="*/ 253 w 307"/>
                <a:gd name="T39" fmla="*/ 300 h 349"/>
                <a:gd name="T40" fmla="*/ 274 w 307"/>
                <a:gd name="T41" fmla="*/ 75 h 349"/>
                <a:gd name="T42" fmla="*/ 302 w 307"/>
                <a:gd name="T43" fmla="*/ 133 h 349"/>
                <a:gd name="T44" fmla="*/ 264 w 307"/>
                <a:gd name="T45" fmla="*/ 85 h 349"/>
                <a:gd name="T46" fmla="*/ 187 w 307"/>
                <a:gd name="T47" fmla="*/ 47 h 349"/>
                <a:gd name="T48" fmla="*/ 210 w 307"/>
                <a:gd name="T49" fmla="*/ 121 h 349"/>
                <a:gd name="T50" fmla="*/ 175 w 307"/>
                <a:gd name="T51" fmla="*/ 139 h 349"/>
                <a:gd name="T52" fmla="*/ 173 w 307"/>
                <a:gd name="T53" fmla="*/ 173 h 349"/>
                <a:gd name="T54" fmla="*/ 225 w 307"/>
                <a:gd name="T55" fmla="*/ 175 h 349"/>
                <a:gd name="T56" fmla="*/ 173 w 307"/>
                <a:gd name="T57" fmla="*/ 188 h 349"/>
                <a:gd name="T58" fmla="*/ 166 w 307"/>
                <a:gd name="T59" fmla="*/ 219 h 349"/>
                <a:gd name="T60" fmla="*/ 305 w 307"/>
                <a:gd name="T61" fmla="*/ 250 h 349"/>
                <a:gd name="T62" fmla="*/ 256 w 307"/>
                <a:gd name="T63" fmla="*/ 318 h 349"/>
                <a:gd name="T64" fmla="*/ 192 w 307"/>
                <a:gd name="T65" fmla="*/ 338 h 349"/>
                <a:gd name="T66" fmla="*/ 232 w 307"/>
                <a:gd name="T67" fmla="*/ 312 h 349"/>
                <a:gd name="T68" fmla="*/ 183 w 307"/>
                <a:gd name="T69" fmla="*/ 304 h 349"/>
                <a:gd name="T70" fmla="*/ 181 w 307"/>
                <a:gd name="T71" fmla="*/ 343 h 349"/>
                <a:gd name="T72" fmla="*/ 132 w 307"/>
                <a:gd name="T73" fmla="*/ 334 h 349"/>
                <a:gd name="T74" fmla="*/ 168 w 307"/>
                <a:gd name="T75" fmla="*/ 330 h 349"/>
                <a:gd name="T76" fmla="*/ 166 w 307"/>
                <a:gd name="T77" fmla="*/ 304 h 349"/>
                <a:gd name="T78" fmla="*/ 100 w 307"/>
                <a:gd name="T79" fmla="*/ 311 h 349"/>
                <a:gd name="T80" fmla="*/ 123 w 307"/>
                <a:gd name="T81" fmla="*/ 334 h 349"/>
                <a:gd name="T82" fmla="*/ 25 w 307"/>
                <a:gd name="T83" fmla="*/ 252 h 349"/>
                <a:gd name="T84" fmla="*/ 161 w 307"/>
                <a:gd name="T85" fmla="*/ 221 h 349"/>
                <a:gd name="T86" fmla="*/ 157 w 307"/>
                <a:gd name="T87" fmla="*/ 191 h 349"/>
                <a:gd name="T88" fmla="*/ 104 w 307"/>
                <a:gd name="T89" fmla="*/ 182 h 349"/>
                <a:gd name="T90" fmla="*/ 156 w 307"/>
                <a:gd name="T91" fmla="*/ 173 h 349"/>
                <a:gd name="T92" fmla="*/ 157 w 307"/>
                <a:gd name="T93" fmla="*/ 140 h 349"/>
                <a:gd name="T94" fmla="*/ 104 w 307"/>
                <a:gd name="T95" fmla="*/ 132 h 349"/>
                <a:gd name="T96" fmla="*/ 121 w 307"/>
                <a:gd name="T97" fmla="*/ 123 h 349"/>
                <a:gd name="T98" fmla="*/ 144 w 307"/>
                <a:gd name="T99" fmla="*/ 51 h 349"/>
                <a:gd name="T100" fmla="*/ 34 w 307"/>
                <a:gd name="T101" fmla="*/ 143 h 349"/>
                <a:gd name="T102" fmla="*/ 95 w 307"/>
                <a:gd name="T103" fmla="*/ 140 h 349"/>
                <a:gd name="T104" fmla="*/ 28 w 307"/>
                <a:gd name="T105" fmla="*/ 173 h 349"/>
                <a:gd name="T106" fmla="*/ 95 w 307"/>
                <a:gd name="T107" fmla="*/ 171 h 349"/>
                <a:gd name="T108" fmla="*/ 28 w 307"/>
                <a:gd name="T109" fmla="*/ 204 h 349"/>
                <a:gd name="T110" fmla="*/ 91 w 307"/>
                <a:gd name="T111" fmla="*/ 201 h 349"/>
                <a:gd name="T112" fmla="*/ 33 w 307"/>
                <a:gd name="T113" fmla="*/ 221 h 349"/>
                <a:gd name="T114" fmla="*/ 28 w 307"/>
                <a:gd name="T115" fmla="*/ 239 h 349"/>
                <a:gd name="T116" fmla="*/ 12 w 307"/>
                <a:gd name="T117" fmla="*/ 213 h 349"/>
                <a:gd name="T118" fmla="*/ 150 w 307"/>
                <a:gd name="T119" fmla="*/ 29 h 349"/>
                <a:gd name="T120" fmla="*/ 177 w 307"/>
                <a:gd name="T121" fmla="*/ 29 h 349"/>
                <a:gd name="T122" fmla="*/ 274 w 307"/>
                <a:gd name="T123" fmla="*/ 75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7" h="349">
                  <a:moveTo>
                    <a:pt x="220" y="268"/>
                  </a:moveTo>
                  <a:cubicBezTo>
                    <a:pt x="190" y="258"/>
                    <a:pt x="144" y="258"/>
                    <a:pt x="111" y="268"/>
                  </a:cubicBezTo>
                  <a:cubicBezTo>
                    <a:pt x="129" y="292"/>
                    <a:pt x="201" y="292"/>
                    <a:pt x="220" y="268"/>
                  </a:cubicBezTo>
                  <a:close/>
                  <a:moveTo>
                    <a:pt x="173" y="123"/>
                  </a:moveTo>
                  <a:cubicBezTo>
                    <a:pt x="181" y="123"/>
                    <a:pt x="187" y="123"/>
                    <a:pt x="194" y="123"/>
                  </a:cubicBezTo>
                  <a:cubicBezTo>
                    <a:pt x="184" y="96"/>
                    <a:pt x="181" y="64"/>
                    <a:pt x="162" y="45"/>
                  </a:cubicBezTo>
                  <a:cubicBezTo>
                    <a:pt x="154" y="71"/>
                    <a:pt x="143" y="95"/>
                    <a:pt x="137" y="123"/>
                  </a:cubicBezTo>
                  <a:cubicBezTo>
                    <a:pt x="143" y="123"/>
                    <a:pt x="149" y="123"/>
                    <a:pt x="156" y="123"/>
                  </a:cubicBezTo>
                  <a:cubicBezTo>
                    <a:pt x="156" y="113"/>
                    <a:pt x="159" y="106"/>
                    <a:pt x="168" y="105"/>
                  </a:cubicBezTo>
                  <a:cubicBezTo>
                    <a:pt x="173" y="107"/>
                    <a:pt x="173" y="114"/>
                    <a:pt x="173" y="123"/>
                  </a:cubicBezTo>
                  <a:close/>
                  <a:moveTo>
                    <a:pt x="253" y="300"/>
                  </a:moveTo>
                  <a:cubicBezTo>
                    <a:pt x="266" y="288"/>
                    <a:pt x="278" y="276"/>
                    <a:pt x="286" y="257"/>
                  </a:cubicBezTo>
                  <a:cubicBezTo>
                    <a:pt x="219" y="230"/>
                    <a:pt x="105" y="229"/>
                    <a:pt x="45" y="259"/>
                  </a:cubicBezTo>
                  <a:cubicBezTo>
                    <a:pt x="54" y="276"/>
                    <a:pt x="67" y="287"/>
                    <a:pt x="79" y="300"/>
                  </a:cubicBezTo>
                  <a:cubicBezTo>
                    <a:pt x="90" y="299"/>
                    <a:pt x="96" y="292"/>
                    <a:pt x="109" y="294"/>
                  </a:cubicBezTo>
                  <a:cubicBezTo>
                    <a:pt x="105" y="280"/>
                    <a:pt x="85" y="281"/>
                    <a:pt x="83" y="264"/>
                  </a:cubicBezTo>
                  <a:cubicBezTo>
                    <a:pt x="100" y="247"/>
                    <a:pt x="143" y="242"/>
                    <a:pt x="178" y="244"/>
                  </a:cubicBezTo>
                  <a:cubicBezTo>
                    <a:pt x="205" y="247"/>
                    <a:pt x="238" y="249"/>
                    <a:pt x="248" y="266"/>
                  </a:cubicBezTo>
                  <a:cubicBezTo>
                    <a:pt x="244" y="280"/>
                    <a:pt x="228" y="281"/>
                    <a:pt x="222" y="291"/>
                  </a:cubicBezTo>
                  <a:cubicBezTo>
                    <a:pt x="232" y="294"/>
                    <a:pt x="243" y="297"/>
                    <a:pt x="253" y="300"/>
                  </a:cubicBezTo>
                  <a:close/>
                  <a:moveTo>
                    <a:pt x="274" y="75"/>
                  </a:moveTo>
                  <a:cubicBezTo>
                    <a:pt x="287" y="88"/>
                    <a:pt x="307" y="110"/>
                    <a:pt x="302" y="133"/>
                  </a:cubicBezTo>
                  <a:cubicBezTo>
                    <a:pt x="283" y="125"/>
                    <a:pt x="278" y="100"/>
                    <a:pt x="264" y="85"/>
                  </a:cubicBezTo>
                  <a:cubicBezTo>
                    <a:pt x="244" y="64"/>
                    <a:pt x="217" y="57"/>
                    <a:pt x="187" y="47"/>
                  </a:cubicBezTo>
                  <a:cubicBezTo>
                    <a:pt x="192" y="75"/>
                    <a:pt x="204" y="94"/>
                    <a:pt x="210" y="121"/>
                  </a:cubicBezTo>
                  <a:cubicBezTo>
                    <a:pt x="252" y="134"/>
                    <a:pt x="201" y="145"/>
                    <a:pt x="175" y="139"/>
                  </a:cubicBezTo>
                  <a:cubicBezTo>
                    <a:pt x="171" y="147"/>
                    <a:pt x="175" y="162"/>
                    <a:pt x="173" y="173"/>
                  </a:cubicBezTo>
                  <a:cubicBezTo>
                    <a:pt x="187" y="177"/>
                    <a:pt x="210" y="168"/>
                    <a:pt x="225" y="175"/>
                  </a:cubicBezTo>
                  <a:cubicBezTo>
                    <a:pt x="225" y="202"/>
                    <a:pt x="197" y="185"/>
                    <a:pt x="173" y="188"/>
                  </a:cubicBezTo>
                  <a:cubicBezTo>
                    <a:pt x="173" y="202"/>
                    <a:pt x="175" y="215"/>
                    <a:pt x="166" y="219"/>
                  </a:cubicBezTo>
                  <a:cubicBezTo>
                    <a:pt x="220" y="223"/>
                    <a:pt x="271" y="226"/>
                    <a:pt x="305" y="250"/>
                  </a:cubicBezTo>
                  <a:cubicBezTo>
                    <a:pt x="297" y="277"/>
                    <a:pt x="278" y="302"/>
                    <a:pt x="256" y="318"/>
                  </a:cubicBezTo>
                  <a:cubicBezTo>
                    <a:pt x="239" y="330"/>
                    <a:pt x="215" y="342"/>
                    <a:pt x="192" y="338"/>
                  </a:cubicBezTo>
                  <a:cubicBezTo>
                    <a:pt x="192" y="315"/>
                    <a:pt x="222" y="325"/>
                    <a:pt x="232" y="312"/>
                  </a:cubicBezTo>
                  <a:cubicBezTo>
                    <a:pt x="220" y="305"/>
                    <a:pt x="201" y="305"/>
                    <a:pt x="183" y="304"/>
                  </a:cubicBezTo>
                  <a:cubicBezTo>
                    <a:pt x="182" y="311"/>
                    <a:pt x="187" y="335"/>
                    <a:pt x="181" y="343"/>
                  </a:cubicBezTo>
                  <a:cubicBezTo>
                    <a:pt x="166" y="349"/>
                    <a:pt x="129" y="347"/>
                    <a:pt x="132" y="334"/>
                  </a:cubicBezTo>
                  <a:cubicBezTo>
                    <a:pt x="134" y="323"/>
                    <a:pt x="154" y="330"/>
                    <a:pt x="168" y="330"/>
                  </a:cubicBezTo>
                  <a:cubicBezTo>
                    <a:pt x="168" y="321"/>
                    <a:pt x="168" y="311"/>
                    <a:pt x="166" y="304"/>
                  </a:cubicBezTo>
                  <a:cubicBezTo>
                    <a:pt x="140" y="302"/>
                    <a:pt x="120" y="306"/>
                    <a:pt x="100" y="311"/>
                  </a:cubicBezTo>
                  <a:cubicBezTo>
                    <a:pt x="105" y="321"/>
                    <a:pt x="129" y="318"/>
                    <a:pt x="123" y="334"/>
                  </a:cubicBezTo>
                  <a:cubicBezTo>
                    <a:pt x="76" y="330"/>
                    <a:pt x="44" y="294"/>
                    <a:pt x="25" y="252"/>
                  </a:cubicBezTo>
                  <a:cubicBezTo>
                    <a:pt x="57" y="228"/>
                    <a:pt x="109" y="224"/>
                    <a:pt x="161" y="221"/>
                  </a:cubicBezTo>
                  <a:cubicBezTo>
                    <a:pt x="161" y="216"/>
                    <a:pt x="155" y="204"/>
                    <a:pt x="157" y="191"/>
                  </a:cubicBezTo>
                  <a:cubicBezTo>
                    <a:pt x="142" y="182"/>
                    <a:pt x="111" y="200"/>
                    <a:pt x="104" y="182"/>
                  </a:cubicBezTo>
                  <a:cubicBezTo>
                    <a:pt x="109" y="164"/>
                    <a:pt x="139" y="178"/>
                    <a:pt x="156" y="173"/>
                  </a:cubicBezTo>
                  <a:cubicBezTo>
                    <a:pt x="160" y="166"/>
                    <a:pt x="156" y="151"/>
                    <a:pt x="157" y="140"/>
                  </a:cubicBezTo>
                  <a:cubicBezTo>
                    <a:pt x="138" y="133"/>
                    <a:pt x="113" y="151"/>
                    <a:pt x="104" y="132"/>
                  </a:cubicBezTo>
                  <a:cubicBezTo>
                    <a:pt x="105" y="124"/>
                    <a:pt x="112" y="123"/>
                    <a:pt x="121" y="123"/>
                  </a:cubicBezTo>
                  <a:cubicBezTo>
                    <a:pt x="124" y="95"/>
                    <a:pt x="137" y="76"/>
                    <a:pt x="144" y="51"/>
                  </a:cubicBezTo>
                  <a:cubicBezTo>
                    <a:pt x="88" y="54"/>
                    <a:pt x="52" y="94"/>
                    <a:pt x="34" y="143"/>
                  </a:cubicBezTo>
                  <a:cubicBezTo>
                    <a:pt x="52" y="142"/>
                    <a:pt x="83" y="124"/>
                    <a:pt x="95" y="140"/>
                  </a:cubicBezTo>
                  <a:cubicBezTo>
                    <a:pt x="83" y="162"/>
                    <a:pt x="34" y="142"/>
                    <a:pt x="28" y="173"/>
                  </a:cubicBezTo>
                  <a:cubicBezTo>
                    <a:pt x="41" y="177"/>
                    <a:pt x="79" y="152"/>
                    <a:pt x="95" y="171"/>
                  </a:cubicBezTo>
                  <a:cubicBezTo>
                    <a:pt x="83" y="192"/>
                    <a:pt x="30" y="172"/>
                    <a:pt x="28" y="204"/>
                  </a:cubicBezTo>
                  <a:cubicBezTo>
                    <a:pt x="43" y="206"/>
                    <a:pt x="76" y="183"/>
                    <a:pt x="91" y="201"/>
                  </a:cubicBezTo>
                  <a:cubicBezTo>
                    <a:pt x="84" y="220"/>
                    <a:pt x="45" y="207"/>
                    <a:pt x="33" y="221"/>
                  </a:cubicBezTo>
                  <a:cubicBezTo>
                    <a:pt x="30" y="225"/>
                    <a:pt x="35" y="238"/>
                    <a:pt x="28" y="239"/>
                  </a:cubicBezTo>
                  <a:cubicBezTo>
                    <a:pt x="16" y="237"/>
                    <a:pt x="13" y="223"/>
                    <a:pt x="12" y="213"/>
                  </a:cubicBezTo>
                  <a:cubicBezTo>
                    <a:pt x="0" y="105"/>
                    <a:pt x="69" y="44"/>
                    <a:pt x="150" y="29"/>
                  </a:cubicBezTo>
                  <a:cubicBezTo>
                    <a:pt x="155" y="9"/>
                    <a:pt x="176" y="0"/>
                    <a:pt x="177" y="29"/>
                  </a:cubicBezTo>
                  <a:cubicBezTo>
                    <a:pt x="214" y="35"/>
                    <a:pt x="250" y="51"/>
                    <a:pt x="274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5" name="Freeform 30">
              <a:extLst>
                <a:ext uri="{FF2B5EF4-FFF2-40B4-BE49-F238E27FC236}">
                  <a16:creationId xmlns:a16="http://schemas.microsoft.com/office/drawing/2014/main" id="{A579D0CD-B52B-5ECE-3128-0C4ECBF10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698" y="5542598"/>
              <a:ext cx="265112" cy="306388"/>
            </a:xfrm>
            <a:custGeom>
              <a:avLst/>
              <a:gdLst>
                <a:gd name="T0" fmla="*/ 100 w 102"/>
                <a:gd name="T1" fmla="*/ 5 h 118"/>
                <a:gd name="T2" fmla="*/ 89 w 102"/>
                <a:gd name="T3" fmla="*/ 13 h 118"/>
                <a:gd name="T4" fmla="*/ 86 w 102"/>
                <a:gd name="T5" fmla="*/ 83 h 118"/>
                <a:gd name="T6" fmla="*/ 21 w 102"/>
                <a:gd name="T7" fmla="*/ 99 h 118"/>
                <a:gd name="T8" fmla="*/ 12 w 102"/>
                <a:gd name="T9" fmla="*/ 16 h 118"/>
                <a:gd name="T10" fmla="*/ 0 w 102"/>
                <a:gd name="T11" fmla="*/ 8 h 118"/>
                <a:gd name="T12" fmla="*/ 42 w 102"/>
                <a:gd name="T13" fmla="*/ 5 h 118"/>
                <a:gd name="T14" fmla="*/ 30 w 102"/>
                <a:gd name="T15" fmla="*/ 13 h 118"/>
                <a:gd name="T16" fmla="*/ 48 w 102"/>
                <a:gd name="T17" fmla="*/ 99 h 118"/>
                <a:gd name="T18" fmla="*/ 74 w 102"/>
                <a:gd name="T19" fmla="*/ 13 h 118"/>
                <a:gd name="T20" fmla="*/ 61 w 102"/>
                <a:gd name="T21" fmla="*/ 8 h 118"/>
                <a:gd name="T22" fmla="*/ 100 w 102"/>
                <a:gd name="T23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" h="118">
                  <a:moveTo>
                    <a:pt x="100" y="5"/>
                  </a:moveTo>
                  <a:cubicBezTo>
                    <a:pt x="102" y="13"/>
                    <a:pt x="91" y="9"/>
                    <a:pt x="89" y="13"/>
                  </a:cubicBezTo>
                  <a:cubicBezTo>
                    <a:pt x="78" y="33"/>
                    <a:pt x="91" y="61"/>
                    <a:pt x="86" y="83"/>
                  </a:cubicBezTo>
                  <a:cubicBezTo>
                    <a:pt x="80" y="107"/>
                    <a:pt x="39" y="118"/>
                    <a:pt x="21" y="99"/>
                  </a:cubicBezTo>
                  <a:cubicBezTo>
                    <a:pt x="1" y="80"/>
                    <a:pt x="23" y="45"/>
                    <a:pt x="12" y="16"/>
                  </a:cubicBezTo>
                  <a:cubicBezTo>
                    <a:pt x="11" y="9"/>
                    <a:pt x="3" y="12"/>
                    <a:pt x="0" y="8"/>
                  </a:cubicBezTo>
                  <a:cubicBezTo>
                    <a:pt x="8" y="0"/>
                    <a:pt x="33" y="4"/>
                    <a:pt x="42" y="5"/>
                  </a:cubicBezTo>
                  <a:cubicBezTo>
                    <a:pt x="43" y="13"/>
                    <a:pt x="32" y="9"/>
                    <a:pt x="30" y="13"/>
                  </a:cubicBezTo>
                  <a:cubicBezTo>
                    <a:pt x="28" y="43"/>
                    <a:pt x="20" y="95"/>
                    <a:pt x="48" y="99"/>
                  </a:cubicBezTo>
                  <a:cubicBezTo>
                    <a:pt x="83" y="105"/>
                    <a:pt x="85" y="48"/>
                    <a:pt x="74" y="13"/>
                  </a:cubicBezTo>
                  <a:cubicBezTo>
                    <a:pt x="71" y="9"/>
                    <a:pt x="61" y="13"/>
                    <a:pt x="61" y="8"/>
                  </a:cubicBezTo>
                  <a:cubicBezTo>
                    <a:pt x="67" y="0"/>
                    <a:pt x="92" y="4"/>
                    <a:pt x="10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6" name="Freeform 31">
              <a:extLst>
                <a:ext uri="{FF2B5EF4-FFF2-40B4-BE49-F238E27FC236}">
                  <a16:creationId xmlns:a16="http://schemas.microsoft.com/office/drawing/2014/main" id="{18784BCF-A725-3ABD-F6A0-0E2C99305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685" y="4912360"/>
              <a:ext cx="98425" cy="196850"/>
            </a:xfrm>
            <a:custGeom>
              <a:avLst/>
              <a:gdLst>
                <a:gd name="T0" fmla="*/ 27 w 38"/>
                <a:gd name="T1" fmla="*/ 12 h 76"/>
                <a:gd name="T2" fmla="*/ 11 w 38"/>
                <a:gd name="T3" fmla="*/ 65 h 76"/>
                <a:gd name="T4" fmla="*/ 27 w 38"/>
                <a:gd name="T5" fmla="*/ 1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6">
                  <a:moveTo>
                    <a:pt x="27" y="12"/>
                  </a:moveTo>
                  <a:cubicBezTo>
                    <a:pt x="35" y="26"/>
                    <a:pt x="38" y="76"/>
                    <a:pt x="11" y="65"/>
                  </a:cubicBezTo>
                  <a:cubicBezTo>
                    <a:pt x="2" y="51"/>
                    <a:pt x="0" y="0"/>
                    <a:pt x="2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7" name="Freeform 32">
              <a:extLst>
                <a:ext uri="{FF2B5EF4-FFF2-40B4-BE49-F238E27FC236}">
                  <a16:creationId xmlns:a16="http://schemas.microsoft.com/office/drawing/2014/main" id="{150DEFEC-500E-F1BC-CF2B-BDACE97E1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235" y="4909185"/>
              <a:ext cx="98425" cy="127000"/>
            </a:xfrm>
            <a:custGeom>
              <a:avLst/>
              <a:gdLst>
                <a:gd name="T0" fmla="*/ 32 w 38"/>
                <a:gd name="T1" fmla="*/ 13 h 49"/>
                <a:gd name="T2" fmla="*/ 30 w 38"/>
                <a:gd name="T3" fmla="*/ 42 h 49"/>
                <a:gd name="T4" fmla="*/ 32 w 38"/>
                <a:gd name="T5" fmla="*/ 1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49">
                  <a:moveTo>
                    <a:pt x="32" y="13"/>
                  </a:moveTo>
                  <a:cubicBezTo>
                    <a:pt x="38" y="23"/>
                    <a:pt x="38" y="34"/>
                    <a:pt x="30" y="42"/>
                  </a:cubicBezTo>
                  <a:cubicBezTo>
                    <a:pt x="0" y="49"/>
                    <a:pt x="7" y="0"/>
                    <a:pt x="32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8" name="Freeform 33">
              <a:extLst>
                <a:ext uri="{FF2B5EF4-FFF2-40B4-BE49-F238E27FC236}">
                  <a16:creationId xmlns:a16="http://schemas.microsoft.com/office/drawing/2014/main" id="{22F2B0CB-454C-0A2C-E4D1-9FE8FE5A7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735" y="5240973"/>
              <a:ext cx="273050" cy="349250"/>
            </a:xfrm>
            <a:custGeom>
              <a:avLst/>
              <a:gdLst>
                <a:gd name="T0" fmla="*/ 96 w 105"/>
                <a:gd name="T1" fmla="*/ 51 h 134"/>
                <a:gd name="T2" fmla="*/ 105 w 105"/>
                <a:gd name="T3" fmla="*/ 51 h 134"/>
                <a:gd name="T4" fmla="*/ 85 w 105"/>
                <a:gd name="T5" fmla="*/ 81 h 134"/>
                <a:gd name="T6" fmla="*/ 73 w 105"/>
                <a:gd name="T7" fmla="*/ 33 h 134"/>
                <a:gd name="T8" fmla="*/ 15 w 105"/>
                <a:gd name="T9" fmla="*/ 81 h 134"/>
                <a:gd name="T10" fmla="*/ 60 w 105"/>
                <a:gd name="T11" fmla="*/ 97 h 134"/>
                <a:gd name="T12" fmla="*/ 51 w 105"/>
                <a:gd name="T13" fmla="*/ 81 h 134"/>
                <a:gd name="T14" fmla="*/ 87 w 105"/>
                <a:gd name="T15" fmla="*/ 107 h 134"/>
                <a:gd name="T16" fmla="*/ 76 w 105"/>
                <a:gd name="T17" fmla="*/ 106 h 134"/>
                <a:gd name="T18" fmla="*/ 56 w 105"/>
                <a:gd name="T19" fmla="*/ 132 h 134"/>
                <a:gd name="T20" fmla="*/ 1 w 105"/>
                <a:gd name="T21" fmla="*/ 77 h 134"/>
                <a:gd name="T22" fmla="*/ 96 w 105"/>
                <a:gd name="T23" fmla="*/ 5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5" h="134">
                  <a:moveTo>
                    <a:pt x="96" y="51"/>
                  </a:moveTo>
                  <a:cubicBezTo>
                    <a:pt x="100" y="51"/>
                    <a:pt x="101" y="47"/>
                    <a:pt x="105" y="51"/>
                  </a:cubicBezTo>
                  <a:cubicBezTo>
                    <a:pt x="104" y="59"/>
                    <a:pt x="95" y="75"/>
                    <a:pt x="85" y="81"/>
                  </a:cubicBezTo>
                  <a:cubicBezTo>
                    <a:pt x="88" y="64"/>
                    <a:pt x="89" y="39"/>
                    <a:pt x="73" y="33"/>
                  </a:cubicBezTo>
                  <a:cubicBezTo>
                    <a:pt x="51" y="23"/>
                    <a:pt x="17" y="52"/>
                    <a:pt x="15" y="81"/>
                  </a:cubicBezTo>
                  <a:cubicBezTo>
                    <a:pt x="12" y="114"/>
                    <a:pt x="51" y="134"/>
                    <a:pt x="60" y="97"/>
                  </a:cubicBezTo>
                  <a:cubicBezTo>
                    <a:pt x="60" y="88"/>
                    <a:pt x="49" y="91"/>
                    <a:pt x="51" y="81"/>
                  </a:cubicBezTo>
                  <a:cubicBezTo>
                    <a:pt x="63" y="88"/>
                    <a:pt x="78" y="95"/>
                    <a:pt x="87" y="107"/>
                  </a:cubicBezTo>
                  <a:cubicBezTo>
                    <a:pt x="83" y="113"/>
                    <a:pt x="81" y="105"/>
                    <a:pt x="76" y="106"/>
                  </a:cubicBezTo>
                  <a:cubicBezTo>
                    <a:pt x="66" y="111"/>
                    <a:pt x="62" y="123"/>
                    <a:pt x="56" y="132"/>
                  </a:cubicBezTo>
                  <a:cubicBezTo>
                    <a:pt x="27" y="124"/>
                    <a:pt x="1" y="110"/>
                    <a:pt x="1" y="77"/>
                  </a:cubicBezTo>
                  <a:cubicBezTo>
                    <a:pt x="0" y="25"/>
                    <a:pt x="73" y="0"/>
                    <a:pt x="96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9" name="Freeform 34">
              <a:extLst>
                <a:ext uri="{FF2B5EF4-FFF2-40B4-BE49-F238E27FC236}">
                  <a16:creationId xmlns:a16="http://schemas.microsoft.com/office/drawing/2014/main" id="{34988525-1D85-232C-6F51-5C9F440F58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15148" y="2423160"/>
              <a:ext cx="771525" cy="731838"/>
            </a:xfrm>
            <a:custGeom>
              <a:avLst/>
              <a:gdLst>
                <a:gd name="T0" fmla="*/ 26 w 297"/>
                <a:gd name="T1" fmla="*/ 174 h 282"/>
                <a:gd name="T2" fmla="*/ 40 w 297"/>
                <a:gd name="T3" fmla="*/ 158 h 282"/>
                <a:gd name="T4" fmla="*/ 24 w 297"/>
                <a:gd name="T5" fmla="*/ 158 h 282"/>
                <a:gd name="T6" fmla="*/ 73 w 297"/>
                <a:gd name="T7" fmla="*/ 171 h 282"/>
                <a:gd name="T8" fmla="*/ 35 w 297"/>
                <a:gd name="T9" fmla="*/ 234 h 282"/>
                <a:gd name="T10" fmla="*/ 53 w 297"/>
                <a:gd name="T11" fmla="*/ 180 h 282"/>
                <a:gd name="T12" fmla="*/ 80 w 297"/>
                <a:gd name="T13" fmla="*/ 127 h 282"/>
                <a:gd name="T14" fmla="*/ 59 w 297"/>
                <a:gd name="T15" fmla="*/ 141 h 282"/>
                <a:gd name="T16" fmla="*/ 101 w 297"/>
                <a:gd name="T17" fmla="*/ 136 h 282"/>
                <a:gd name="T18" fmla="*/ 101 w 297"/>
                <a:gd name="T19" fmla="*/ 136 h 282"/>
                <a:gd name="T20" fmla="*/ 126 w 297"/>
                <a:gd name="T21" fmla="*/ 139 h 282"/>
                <a:gd name="T22" fmla="*/ 134 w 297"/>
                <a:gd name="T23" fmla="*/ 161 h 282"/>
                <a:gd name="T24" fmla="*/ 134 w 297"/>
                <a:gd name="T25" fmla="*/ 161 h 282"/>
                <a:gd name="T26" fmla="*/ 151 w 297"/>
                <a:gd name="T27" fmla="*/ 27 h 282"/>
                <a:gd name="T28" fmla="*/ 157 w 297"/>
                <a:gd name="T29" fmla="*/ 239 h 282"/>
                <a:gd name="T30" fmla="*/ 163 w 297"/>
                <a:gd name="T31" fmla="*/ 200 h 282"/>
                <a:gd name="T32" fmla="*/ 139 w 297"/>
                <a:gd name="T33" fmla="*/ 218 h 282"/>
                <a:gd name="T34" fmla="*/ 156 w 297"/>
                <a:gd name="T35" fmla="*/ 227 h 282"/>
                <a:gd name="T36" fmla="*/ 173 w 297"/>
                <a:gd name="T37" fmla="*/ 39 h 282"/>
                <a:gd name="T38" fmla="*/ 173 w 297"/>
                <a:gd name="T39" fmla="*/ 39 h 282"/>
                <a:gd name="T40" fmla="*/ 173 w 297"/>
                <a:gd name="T41" fmla="*/ 58 h 282"/>
                <a:gd name="T42" fmla="*/ 157 w 297"/>
                <a:gd name="T43" fmla="*/ 191 h 282"/>
                <a:gd name="T44" fmla="*/ 143 w 297"/>
                <a:gd name="T45" fmla="*/ 186 h 282"/>
                <a:gd name="T46" fmla="*/ 157 w 297"/>
                <a:gd name="T47" fmla="*/ 191 h 282"/>
                <a:gd name="T48" fmla="*/ 186 w 297"/>
                <a:gd name="T49" fmla="*/ 127 h 282"/>
                <a:gd name="T50" fmla="*/ 202 w 297"/>
                <a:gd name="T51" fmla="*/ 119 h 282"/>
                <a:gd name="T52" fmla="*/ 198 w 297"/>
                <a:gd name="T53" fmla="*/ 67 h 282"/>
                <a:gd name="T54" fmla="*/ 189 w 297"/>
                <a:gd name="T55" fmla="*/ 72 h 282"/>
                <a:gd name="T56" fmla="*/ 209 w 297"/>
                <a:gd name="T57" fmla="*/ 66 h 282"/>
                <a:gd name="T58" fmla="*/ 211 w 297"/>
                <a:gd name="T59" fmla="*/ 72 h 282"/>
                <a:gd name="T60" fmla="*/ 217 w 297"/>
                <a:gd name="T61" fmla="*/ 139 h 282"/>
                <a:gd name="T62" fmla="*/ 201 w 297"/>
                <a:gd name="T63" fmla="*/ 150 h 282"/>
                <a:gd name="T64" fmla="*/ 192 w 297"/>
                <a:gd name="T65" fmla="*/ 166 h 282"/>
                <a:gd name="T66" fmla="*/ 227 w 297"/>
                <a:gd name="T67" fmla="*/ 67 h 282"/>
                <a:gd name="T68" fmla="*/ 235 w 297"/>
                <a:gd name="T69" fmla="*/ 115 h 282"/>
                <a:gd name="T70" fmla="*/ 184 w 297"/>
                <a:gd name="T71" fmla="*/ 91 h 282"/>
                <a:gd name="T72" fmla="*/ 173 w 297"/>
                <a:gd name="T73" fmla="*/ 84 h 282"/>
                <a:gd name="T74" fmla="*/ 154 w 297"/>
                <a:gd name="T75" fmla="*/ 136 h 282"/>
                <a:gd name="T76" fmla="*/ 206 w 297"/>
                <a:gd name="T77" fmla="*/ 109 h 282"/>
                <a:gd name="T78" fmla="*/ 217 w 297"/>
                <a:gd name="T79" fmla="*/ 96 h 282"/>
                <a:gd name="T80" fmla="*/ 235 w 297"/>
                <a:gd name="T81" fmla="*/ 115 h 282"/>
                <a:gd name="T82" fmla="*/ 251 w 297"/>
                <a:gd name="T83" fmla="*/ 106 h 282"/>
                <a:gd name="T84" fmla="*/ 249 w 297"/>
                <a:gd name="T85" fmla="*/ 119 h 282"/>
                <a:gd name="T86" fmla="*/ 263 w 297"/>
                <a:gd name="T87" fmla="*/ 261 h 282"/>
                <a:gd name="T88" fmla="*/ 185 w 297"/>
                <a:gd name="T89" fmla="*/ 225 h 282"/>
                <a:gd name="T90" fmla="*/ 131 w 297"/>
                <a:gd name="T91" fmla="*/ 267 h 282"/>
                <a:gd name="T92" fmla="*/ 62 w 297"/>
                <a:gd name="T93" fmla="*/ 218 h 282"/>
                <a:gd name="T94" fmla="*/ 10 w 297"/>
                <a:gd name="T95" fmla="*/ 256 h 282"/>
                <a:gd name="T96" fmla="*/ 97 w 297"/>
                <a:gd name="T97" fmla="*/ 113 h 282"/>
                <a:gd name="T98" fmla="*/ 134 w 297"/>
                <a:gd name="T99" fmla="*/ 82 h 282"/>
                <a:gd name="T100" fmla="*/ 207 w 297"/>
                <a:gd name="T101" fmla="*/ 8 h 282"/>
                <a:gd name="T102" fmla="*/ 234 w 297"/>
                <a:gd name="T103" fmla="*/ 27 h 282"/>
                <a:gd name="T104" fmla="*/ 263 w 297"/>
                <a:gd name="T105" fmla="*/ 184 h 282"/>
                <a:gd name="T106" fmla="*/ 290 w 297"/>
                <a:gd name="T107" fmla="*/ 23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7" h="282">
                  <a:moveTo>
                    <a:pt x="24" y="186"/>
                  </a:moveTo>
                  <a:cubicBezTo>
                    <a:pt x="30" y="187"/>
                    <a:pt x="32" y="172"/>
                    <a:pt x="26" y="174"/>
                  </a:cubicBezTo>
                  <a:cubicBezTo>
                    <a:pt x="22" y="175"/>
                    <a:pt x="21" y="182"/>
                    <a:pt x="24" y="186"/>
                  </a:cubicBezTo>
                  <a:close/>
                  <a:moveTo>
                    <a:pt x="40" y="158"/>
                  </a:moveTo>
                  <a:cubicBezTo>
                    <a:pt x="40" y="155"/>
                    <a:pt x="37" y="152"/>
                    <a:pt x="38" y="147"/>
                  </a:cubicBezTo>
                  <a:cubicBezTo>
                    <a:pt x="30" y="147"/>
                    <a:pt x="24" y="151"/>
                    <a:pt x="24" y="158"/>
                  </a:cubicBezTo>
                  <a:cubicBezTo>
                    <a:pt x="32" y="160"/>
                    <a:pt x="31" y="160"/>
                    <a:pt x="40" y="158"/>
                  </a:cubicBezTo>
                  <a:close/>
                  <a:moveTo>
                    <a:pt x="73" y="171"/>
                  </a:moveTo>
                  <a:cubicBezTo>
                    <a:pt x="64" y="166"/>
                    <a:pt x="59" y="180"/>
                    <a:pt x="52" y="171"/>
                  </a:cubicBezTo>
                  <a:cubicBezTo>
                    <a:pt x="51" y="195"/>
                    <a:pt x="0" y="214"/>
                    <a:pt x="35" y="234"/>
                  </a:cubicBezTo>
                  <a:cubicBezTo>
                    <a:pt x="41" y="225"/>
                    <a:pt x="30" y="220"/>
                    <a:pt x="29" y="213"/>
                  </a:cubicBezTo>
                  <a:cubicBezTo>
                    <a:pt x="42" y="205"/>
                    <a:pt x="52" y="194"/>
                    <a:pt x="53" y="180"/>
                  </a:cubicBezTo>
                  <a:cubicBezTo>
                    <a:pt x="59" y="180"/>
                    <a:pt x="70" y="184"/>
                    <a:pt x="73" y="171"/>
                  </a:cubicBezTo>
                  <a:close/>
                  <a:moveTo>
                    <a:pt x="80" y="127"/>
                  </a:moveTo>
                  <a:cubicBezTo>
                    <a:pt x="70" y="120"/>
                    <a:pt x="55" y="125"/>
                    <a:pt x="52" y="136"/>
                  </a:cubicBezTo>
                  <a:cubicBezTo>
                    <a:pt x="57" y="134"/>
                    <a:pt x="54" y="142"/>
                    <a:pt x="59" y="141"/>
                  </a:cubicBezTo>
                  <a:cubicBezTo>
                    <a:pt x="66" y="137"/>
                    <a:pt x="76" y="136"/>
                    <a:pt x="80" y="127"/>
                  </a:cubicBezTo>
                  <a:close/>
                  <a:moveTo>
                    <a:pt x="101" y="136"/>
                  </a:moveTo>
                  <a:cubicBezTo>
                    <a:pt x="104" y="131"/>
                    <a:pt x="104" y="123"/>
                    <a:pt x="95" y="123"/>
                  </a:cubicBezTo>
                  <a:cubicBezTo>
                    <a:pt x="95" y="131"/>
                    <a:pt x="96" y="134"/>
                    <a:pt x="101" y="136"/>
                  </a:cubicBezTo>
                  <a:close/>
                  <a:moveTo>
                    <a:pt x="131" y="150"/>
                  </a:moveTo>
                  <a:cubicBezTo>
                    <a:pt x="131" y="144"/>
                    <a:pt x="131" y="139"/>
                    <a:pt x="126" y="139"/>
                  </a:cubicBezTo>
                  <a:cubicBezTo>
                    <a:pt x="124" y="144"/>
                    <a:pt x="124" y="151"/>
                    <a:pt x="131" y="150"/>
                  </a:cubicBezTo>
                  <a:close/>
                  <a:moveTo>
                    <a:pt x="134" y="161"/>
                  </a:moveTo>
                  <a:cubicBezTo>
                    <a:pt x="137" y="163"/>
                    <a:pt x="151" y="165"/>
                    <a:pt x="151" y="157"/>
                  </a:cubicBezTo>
                  <a:cubicBezTo>
                    <a:pt x="147" y="151"/>
                    <a:pt x="134" y="153"/>
                    <a:pt x="134" y="161"/>
                  </a:cubicBezTo>
                  <a:close/>
                  <a:moveTo>
                    <a:pt x="151" y="37"/>
                  </a:moveTo>
                  <a:cubicBezTo>
                    <a:pt x="152" y="36"/>
                    <a:pt x="158" y="25"/>
                    <a:pt x="151" y="27"/>
                  </a:cubicBezTo>
                  <a:cubicBezTo>
                    <a:pt x="148" y="28"/>
                    <a:pt x="142" y="37"/>
                    <a:pt x="151" y="37"/>
                  </a:cubicBezTo>
                  <a:close/>
                  <a:moveTo>
                    <a:pt x="157" y="239"/>
                  </a:moveTo>
                  <a:cubicBezTo>
                    <a:pt x="163" y="247"/>
                    <a:pt x="176" y="249"/>
                    <a:pt x="185" y="243"/>
                  </a:cubicBezTo>
                  <a:cubicBezTo>
                    <a:pt x="170" y="237"/>
                    <a:pt x="168" y="218"/>
                    <a:pt x="163" y="200"/>
                  </a:cubicBezTo>
                  <a:cubicBezTo>
                    <a:pt x="158" y="208"/>
                    <a:pt x="165" y="212"/>
                    <a:pt x="159" y="217"/>
                  </a:cubicBezTo>
                  <a:cubicBezTo>
                    <a:pt x="151" y="209"/>
                    <a:pt x="146" y="224"/>
                    <a:pt x="139" y="218"/>
                  </a:cubicBezTo>
                  <a:cubicBezTo>
                    <a:pt x="142" y="225"/>
                    <a:pt x="145" y="234"/>
                    <a:pt x="143" y="247"/>
                  </a:cubicBezTo>
                  <a:cubicBezTo>
                    <a:pt x="154" y="247"/>
                    <a:pt x="143" y="225"/>
                    <a:pt x="156" y="227"/>
                  </a:cubicBezTo>
                  <a:cubicBezTo>
                    <a:pt x="158" y="229"/>
                    <a:pt x="157" y="234"/>
                    <a:pt x="157" y="239"/>
                  </a:cubicBezTo>
                  <a:close/>
                  <a:moveTo>
                    <a:pt x="173" y="39"/>
                  </a:moveTo>
                  <a:cubicBezTo>
                    <a:pt x="181" y="37"/>
                    <a:pt x="187" y="25"/>
                    <a:pt x="178" y="20"/>
                  </a:cubicBezTo>
                  <a:cubicBezTo>
                    <a:pt x="176" y="28"/>
                    <a:pt x="174" y="32"/>
                    <a:pt x="173" y="39"/>
                  </a:cubicBezTo>
                  <a:close/>
                  <a:moveTo>
                    <a:pt x="202" y="28"/>
                  </a:moveTo>
                  <a:cubicBezTo>
                    <a:pt x="190" y="36"/>
                    <a:pt x="178" y="43"/>
                    <a:pt x="173" y="58"/>
                  </a:cubicBezTo>
                  <a:cubicBezTo>
                    <a:pt x="187" y="53"/>
                    <a:pt x="197" y="42"/>
                    <a:pt x="202" y="28"/>
                  </a:cubicBezTo>
                  <a:close/>
                  <a:moveTo>
                    <a:pt x="157" y="191"/>
                  </a:moveTo>
                  <a:cubicBezTo>
                    <a:pt x="168" y="186"/>
                    <a:pt x="196" y="181"/>
                    <a:pt x="189" y="170"/>
                  </a:cubicBezTo>
                  <a:cubicBezTo>
                    <a:pt x="175" y="177"/>
                    <a:pt x="163" y="182"/>
                    <a:pt x="143" y="186"/>
                  </a:cubicBezTo>
                  <a:cubicBezTo>
                    <a:pt x="143" y="193"/>
                    <a:pt x="142" y="200"/>
                    <a:pt x="145" y="204"/>
                  </a:cubicBezTo>
                  <a:cubicBezTo>
                    <a:pt x="154" y="205"/>
                    <a:pt x="153" y="195"/>
                    <a:pt x="157" y="191"/>
                  </a:cubicBezTo>
                  <a:close/>
                  <a:moveTo>
                    <a:pt x="202" y="119"/>
                  </a:moveTo>
                  <a:cubicBezTo>
                    <a:pt x="196" y="117"/>
                    <a:pt x="187" y="119"/>
                    <a:pt x="186" y="127"/>
                  </a:cubicBezTo>
                  <a:cubicBezTo>
                    <a:pt x="192" y="125"/>
                    <a:pt x="191" y="133"/>
                    <a:pt x="197" y="132"/>
                  </a:cubicBezTo>
                  <a:cubicBezTo>
                    <a:pt x="197" y="125"/>
                    <a:pt x="202" y="125"/>
                    <a:pt x="202" y="119"/>
                  </a:cubicBezTo>
                  <a:close/>
                  <a:moveTo>
                    <a:pt x="189" y="72"/>
                  </a:moveTo>
                  <a:cubicBezTo>
                    <a:pt x="194" y="72"/>
                    <a:pt x="198" y="74"/>
                    <a:pt x="198" y="67"/>
                  </a:cubicBezTo>
                  <a:cubicBezTo>
                    <a:pt x="197" y="66"/>
                    <a:pt x="195" y="66"/>
                    <a:pt x="189" y="66"/>
                  </a:cubicBezTo>
                  <a:cubicBezTo>
                    <a:pt x="189" y="69"/>
                    <a:pt x="189" y="71"/>
                    <a:pt x="189" y="72"/>
                  </a:cubicBezTo>
                  <a:close/>
                  <a:moveTo>
                    <a:pt x="211" y="72"/>
                  </a:moveTo>
                  <a:cubicBezTo>
                    <a:pt x="212" y="70"/>
                    <a:pt x="209" y="69"/>
                    <a:pt x="209" y="66"/>
                  </a:cubicBezTo>
                  <a:cubicBezTo>
                    <a:pt x="206" y="65"/>
                    <a:pt x="202" y="66"/>
                    <a:pt x="201" y="67"/>
                  </a:cubicBezTo>
                  <a:cubicBezTo>
                    <a:pt x="200" y="74"/>
                    <a:pt x="208" y="75"/>
                    <a:pt x="211" y="72"/>
                  </a:cubicBezTo>
                  <a:close/>
                  <a:moveTo>
                    <a:pt x="192" y="166"/>
                  </a:moveTo>
                  <a:cubicBezTo>
                    <a:pt x="202" y="160"/>
                    <a:pt x="219" y="160"/>
                    <a:pt x="217" y="139"/>
                  </a:cubicBezTo>
                  <a:cubicBezTo>
                    <a:pt x="208" y="139"/>
                    <a:pt x="201" y="139"/>
                    <a:pt x="196" y="137"/>
                  </a:cubicBezTo>
                  <a:cubicBezTo>
                    <a:pt x="195" y="144"/>
                    <a:pt x="200" y="144"/>
                    <a:pt x="201" y="150"/>
                  </a:cubicBezTo>
                  <a:cubicBezTo>
                    <a:pt x="195" y="156"/>
                    <a:pt x="191" y="148"/>
                    <a:pt x="185" y="148"/>
                  </a:cubicBezTo>
                  <a:cubicBezTo>
                    <a:pt x="186" y="156"/>
                    <a:pt x="195" y="155"/>
                    <a:pt x="192" y="166"/>
                  </a:cubicBezTo>
                  <a:close/>
                  <a:moveTo>
                    <a:pt x="238" y="80"/>
                  </a:moveTo>
                  <a:cubicBezTo>
                    <a:pt x="238" y="72"/>
                    <a:pt x="234" y="62"/>
                    <a:pt x="227" y="67"/>
                  </a:cubicBezTo>
                  <a:cubicBezTo>
                    <a:pt x="227" y="76"/>
                    <a:pt x="233" y="77"/>
                    <a:pt x="238" y="80"/>
                  </a:cubicBezTo>
                  <a:close/>
                  <a:moveTo>
                    <a:pt x="235" y="115"/>
                  </a:moveTo>
                  <a:cubicBezTo>
                    <a:pt x="239" y="110"/>
                    <a:pt x="240" y="104"/>
                    <a:pt x="239" y="94"/>
                  </a:cubicBezTo>
                  <a:cubicBezTo>
                    <a:pt x="228" y="79"/>
                    <a:pt x="200" y="84"/>
                    <a:pt x="184" y="91"/>
                  </a:cubicBezTo>
                  <a:cubicBezTo>
                    <a:pt x="180" y="81"/>
                    <a:pt x="167" y="69"/>
                    <a:pt x="164" y="87"/>
                  </a:cubicBezTo>
                  <a:cubicBezTo>
                    <a:pt x="169" y="87"/>
                    <a:pt x="169" y="85"/>
                    <a:pt x="173" y="84"/>
                  </a:cubicBezTo>
                  <a:cubicBezTo>
                    <a:pt x="176" y="90"/>
                    <a:pt x="180" y="96"/>
                    <a:pt x="189" y="98"/>
                  </a:cubicBezTo>
                  <a:cubicBezTo>
                    <a:pt x="180" y="106"/>
                    <a:pt x="132" y="122"/>
                    <a:pt x="154" y="136"/>
                  </a:cubicBezTo>
                  <a:cubicBezTo>
                    <a:pt x="156" y="122"/>
                    <a:pt x="167" y="115"/>
                    <a:pt x="181" y="118"/>
                  </a:cubicBezTo>
                  <a:cubicBezTo>
                    <a:pt x="187" y="109"/>
                    <a:pt x="192" y="106"/>
                    <a:pt x="206" y="109"/>
                  </a:cubicBezTo>
                  <a:cubicBezTo>
                    <a:pt x="211" y="112"/>
                    <a:pt x="208" y="123"/>
                    <a:pt x="217" y="123"/>
                  </a:cubicBezTo>
                  <a:cubicBezTo>
                    <a:pt x="220" y="113"/>
                    <a:pt x="218" y="106"/>
                    <a:pt x="217" y="96"/>
                  </a:cubicBezTo>
                  <a:cubicBezTo>
                    <a:pt x="218" y="95"/>
                    <a:pt x="219" y="94"/>
                    <a:pt x="223" y="94"/>
                  </a:cubicBezTo>
                  <a:cubicBezTo>
                    <a:pt x="230" y="99"/>
                    <a:pt x="227" y="113"/>
                    <a:pt x="235" y="115"/>
                  </a:cubicBezTo>
                  <a:close/>
                  <a:moveTo>
                    <a:pt x="249" y="119"/>
                  </a:moveTo>
                  <a:cubicBezTo>
                    <a:pt x="253" y="115"/>
                    <a:pt x="252" y="114"/>
                    <a:pt x="251" y="106"/>
                  </a:cubicBezTo>
                  <a:cubicBezTo>
                    <a:pt x="249" y="106"/>
                    <a:pt x="247" y="106"/>
                    <a:pt x="246" y="106"/>
                  </a:cubicBezTo>
                  <a:cubicBezTo>
                    <a:pt x="246" y="112"/>
                    <a:pt x="244" y="119"/>
                    <a:pt x="249" y="119"/>
                  </a:cubicBezTo>
                  <a:close/>
                  <a:moveTo>
                    <a:pt x="290" y="233"/>
                  </a:moveTo>
                  <a:cubicBezTo>
                    <a:pt x="297" y="251"/>
                    <a:pt x="272" y="261"/>
                    <a:pt x="263" y="261"/>
                  </a:cubicBezTo>
                  <a:cubicBezTo>
                    <a:pt x="235" y="262"/>
                    <a:pt x="235" y="227"/>
                    <a:pt x="219" y="217"/>
                  </a:cubicBezTo>
                  <a:cubicBezTo>
                    <a:pt x="206" y="218"/>
                    <a:pt x="190" y="215"/>
                    <a:pt x="185" y="225"/>
                  </a:cubicBezTo>
                  <a:cubicBezTo>
                    <a:pt x="187" y="239"/>
                    <a:pt x="203" y="232"/>
                    <a:pt x="206" y="243"/>
                  </a:cubicBezTo>
                  <a:cubicBezTo>
                    <a:pt x="211" y="266"/>
                    <a:pt x="157" y="273"/>
                    <a:pt x="131" y="267"/>
                  </a:cubicBezTo>
                  <a:cubicBezTo>
                    <a:pt x="113" y="262"/>
                    <a:pt x="104" y="241"/>
                    <a:pt x="98" y="224"/>
                  </a:cubicBezTo>
                  <a:cubicBezTo>
                    <a:pt x="85" y="224"/>
                    <a:pt x="75" y="213"/>
                    <a:pt x="62" y="218"/>
                  </a:cubicBezTo>
                  <a:cubicBezTo>
                    <a:pt x="60" y="232"/>
                    <a:pt x="73" y="233"/>
                    <a:pt x="74" y="247"/>
                  </a:cubicBezTo>
                  <a:cubicBezTo>
                    <a:pt x="77" y="282"/>
                    <a:pt x="35" y="266"/>
                    <a:pt x="10" y="256"/>
                  </a:cubicBezTo>
                  <a:cubicBezTo>
                    <a:pt x="24" y="218"/>
                    <a:pt x="2" y="167"/>
                    <a:pt x="20" y="137"/>
                  </a:cubicBezTo>
                  <a:cubicBezTo>
                    <a:pt x="32" y="118"/>
                    <a:pt x="64" y="108"/>
                    <a:pt x="97" y="113"/>
                  </a:cubicBezTo>
                  <a:cubicBezTo>
                    <a:pt x="107" y="114"/>
                    <a:pt x="136" y="127"/>
                    <a:pt x="145" y="110"/>
                  </a:cubicBezTo>
                  <a:cubicBezTo>
                    <a:pt x="145" y="98"/>
                    <a:pt x="139" y="90"/>
                    <a:pt x="134" y="82"/>
                  </a:cubicBezTo>
                  <a:cubicBezTo>
                    <a:pt x="137" y="63"/>
                    <a:pt x="131" y="50"/>
                    <a:pt x="135" y="36"/>
                  </a:cubicBezTo>
                  <a:cubicBezTo>
                    <a:pt x="143" y="0"/>
                    <a:pt x="173" y="3"/>
                    <a:pt x="207" y="8"/>
                  </a:cubicBezTo>
                  <a:cubicBezTo>
                    <a:pt x="213" y="6"/>
                    <a:pt x="211" y="14"/>
                    <a:pt x="211" y="18"/>
                  </a:cubicBezTo>
                  <a:cubicBezTo>
                    <a:pt x="216" y="18"/>
                    <a:pt x="228" y="22"/>
                    <a:pt x="234" y="27"/>
                  </a:cubicBezTo>
                  <a:cubicBezTo>
                    <a:pt x="224" y="61"/>
                    <a:pt x="251" y="79"/>
                    <a:pt x="269" y="96"/>
                  </a:cubicBezTo>
                  <a:cubicBezTo>
                    <a:pt x="282" y="123"/>
                    <a:pt x="285" y="167"/>
                    <a:pt x="263" y="184"/>
                  </a:cubicBezTo>
                  <a:cubicBezTo>
                    <a:pt x="262" y="204"/>
                    <a:pt x="268" y="218"/>
                    <a:pt x="275" y="229"/>
                  </a:cubicBezTo>
                  <a:cubicBezTo>
                    <a:pt x="282" y="229"/>
                    <a:pt x="289" y="228"/>
                    <a:pt x="290" y="2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0" name="Freeform 35">
              <a:extLst>
                <a:ext uri="{FF2B5EF4-FFF2-40B4-BE49-F238E27FC236}">
                  <a16:creationId xmlns:a16="http://schemas.microsoft.com/office/drawing/2014/main" id="{A66A0811-B010-B46B-D787-EBFBA71EA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098" y="5055235"/>
              <a:ext cx="357187" cy="352425"/>
            </a:xfrm>
            <a:custGeom>
              <a:avLst/>
              <a:gdLst>
                <a:gd name="T0" fmla="*/ 138 w 138"/>
                <a:gd name="T1" fmla="*/ 77 h 136"/>
                <a:gd name="T2" fmla="*/ 125 w 138"/>
                <a:gd name="T3" fmla="*/ 72 h 136"/>
                <a:gd name="T4" fmla="*/ 58 w 138"/>
                <a:gd name="T5" fmla="*/ 136 h 136"/>
                <a:gd name="T6" fmla="*/ 67 w 138"/>
                <a:gd name="T7" fmla="*/ 36 h 136"/>
                <a:gd name="T8" fmla="*/ 29 w 138"/>
                <a:gd name="T9" fmla="*/ 101 h 136"/>
                <a:gd name="T10" fmla="*/ 0 w 138"/>
                <a:gd name="T11" fmla="*/ 72 h 136"/>
                <a:gd name="T12" fmla="*/ 41 w 138"/>
                <a:gd name="T13" fmla="*/ 50 h 136"/>
                <a:gd name="T14" fmla="*/ 62 w 138"/>
                <a:gd name="T15" fmla="*/ 2 h 136"/>
                <a:gd name="T16" fmla="*/ 84 w 138"/>
                <a:gd name="T17" fmla="*/ 20 h 136"/>
                <a:gd name="T18" fmla="*/ 72 w 138"/>
                <a:gd name="T19" fmla="*/ 110 h 136"/>
                <a:gd name="T20" fmla="*/ 113 w 138"/>
                <a:gd name="T21" fmla="*/ 67 h 136"/>
                <a:gd name="T22" fmla="*/ 108 w 138"/>
                <a:gd name="T23" fmla="*/ 49 h 136"/>
                <a:gd name="T24" fmla="*/ 138 w 138"/>
                <a:gd name="T25" fmla="*/ 77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136">
                  <a:moveTo>
                    <a:pt x="138" y="77"/>
                  </a:moveTo>
                  <a:cubicBezTo>
                    <a:pt x="134" y="81"/>
                    <a:pt x="130" y="73"/>
                    <a:pt x="125" y="72"/>
                  </a:cubicBezTo>
                  <a:cubicBezTo>
                    <a:pt x="99" y="88"/>
                    <a:pt x="84" y="117"/>
                    <a:pt x="58" y="136"/>
                  </a:cubicBezTo>
                  <a:cubicBezTo>
                    <a:pt x="56" y="105"/>
                    <a:pt x="66" y="71"/>
                    <a:pt x="67" y="36"/>
                  </a:cubicBezTo>
                  <a:cubicBezTo>
                    <a:pt x="50" y="52"/>
                    <a:pt x="15" y="74"/>
                    <a:pt x="29" y="101"/>
                  </a:cubicBezTo>
                  <a:cubicBezTo>
                    <a:pt x="18" y="98"/>
                    <a:pt x="7" y="83"/>
                    <a:pt x="0" y="72"/>
                  </a:cubicBezTo>
                  <a:cubicBezTo>
                    <a:pt x="15" y="82"/>
                    <a:pt x="26" y="67"/>
                    <a:pt x="41" y="50"/>
                  </a:cubicBezTo>
                  <a:cubicBezTo>
                    <a:pt x="57" y="33"/>
                    <a:pt x="72" y="24"/>
                    <a:pt x="62" y="2"/>
                  </a:cubicBezTo>
                  <a:cubicBezTo>
                    <a:pt x="70" y="0"/>
                    <a:pt x="75" y="16"/>
                    <a:pt x="84" y="20"/>
                  </a:cubicBezTo>
                  <a:cubicBezTo>
                    <a:pt x="79" y="49"/>
                    <a:pt x="78" y="82"/>
                    <a:pt x="72" y="110"/>
                  </a:cubicBezTo>
                  <a:cubicBezTo>
                    <a:pt x="90" y="100"/>
                    <a:pt x="100" y="82"/>
                    <a:pt x="113" y="67"/>
                  </a:cubicBezTo>
                  <a:cubicBezTo>
                    <a:pt x="114" y="58"/>
                    <a:pt x="108" y="57"/>
                    <a:pt x="108" y="49"/>
                  </a:cubicBezTo>
                  <a:cubicBezTo>
                    <a:pt x="117" y="52"/>
                    <a:pt x="136" y="68"/>
                    <a:pt x="138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1" name="Freeform 36">
              <a:extLst>
                <a:ext uri="{FF2B5EF4-FFF2-40B4-BE49-F238E27FC236}">
                  <a16:creationId xmlns:a16="http://schemas.microsoft.com/office/drawing/2014/main" id="{73BCD84A-8793-9DEB-E7B5-D92B950D7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873" y="4920298"/>
              <a:ext cx="265112" cy="242888"/>
            </a:xfrm>
            <a:custGeom>
              <a:avLst/>
              <a:gdLst>
                <a:gd name="T0" fmla="*/ 74 w 102"/>
                <a:gd name="T1" fmla="*/ 0 h 94"/>
                <a:gd name="T2" fmla="*/ 102 w 102"/>
                <a:gd name="T3" fmla="*/ 37 h 94"/>
                <a:gd name="T4" fmla="*/ 87 w 102"/>
                <a:gd name="T5" fmla="*/ 29 h 94"/>
                <a:gd name="T6" fmla="*/ 25 w 102"/>
                <a:gd name="T7" fmla="*/ 80 h 94"/>
                <a:gd name="T8" fmla="*/ 28 w 102"/>
                <a:gd name="T9" fmla="*/ 94 h 94"/>
                <a:gd name="T10" fmla="*/ 0 w 102"/>
                <a:gd name="T11" fmla="*/ 58 h 94"/>
                <a:gd name="T12" fmla="*/ 15 w 102"/>
                <a:gd name="T13" fmla="*/ 64 h 94"/>
                <a:gd name="T14" fmla="*/ 77 w 102"/>
                <a:gd name="T15" fmla="*/ 15 h 94"/>
                <a:gd name="T16" fmla="*/ 74 w 102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94">
                  <a:moveTo>
                    <a:pt x="74" y="0"/>
                  </a:moveTo>
                  <a:cubicBezTo>
                    <a:pt x="85" y="2"/>
                    <a:pt x="99" y="25"/>
                    <a:pt x="102" y="37"/>
                  </a:cubicBezTo>
                  <a:cubicBezTo>
                    <a:pt x="94" y="35"/>
                    <a:pt x="94" y="29"/>
                    <a:pt x="87" y="29"/>
                  </a:cubicBezTo>
                  <a:cubicBezTo>
                    <a:pt x="66" y="44"/>
                    <a:pt x="44" y="61"/>
                    <a:pt x="25" y="80"/>
                  </a:cubicBezTo>
                  <a:cubicBezTo>
                    <a:pt x="25" y="86"/>
                    <a:pt x="32" y="88"/>
                    <a:pt x="28" y="94"/>
                  </a:cubicBezTo>
                  <a:cubicBezTo>
                    <a:pt x="16" y="85"/>
                    <a:pt x="9" y="72"/>
                    <a:pt x="0" y="58"/>
                  </a:cubicBezTo>
                  <a:cubicBezTo>
                    <a:pt x="6" y="53"/>
                    <a:pt x="9" y="64"/>
                    <a:pt x="15" y="64"/>
                  </a:cubicBezTo>
                  <a:cubicBezTo>
                    <a:pt x="36" y="49"/>
                    <a:pt x="59" y="34"/>
                    <a:pt x="77" y="15"/>
                  </a:cubicBezTo>
                  <a:cubicBezTo>
                    <a:pt x="79" y="7"/>
                    <a:pt x="74" y="6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2" name="Freeform 37">
              <a:extLst>
                <a:ext uri="{FF2B5EF4-FFF2-40B4-BE49-F238E27FC236}">
                  <a16:creationId xmlns:a16="http://schemas.microsoft.com/office/drawing/2014/main" id="{4C1F425D-B2DB-D9D4-4120-E430F9A74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710" y="4769485"/>
              <a:ext cx="320675" cy="184150"/>
            </a:xfrm>
            <a:custGeom>
              <a:avLst/>
              <a:gdLst>
                <a:gd name="T0" fmla="*/ 124 w 124"/>
                <a:gd name="T1" fmla="*/ 36 h 71"/>
                <a:gd name="T2" fmla="*/ 113 w 124"/>
                <a:gd name="T3" fmla="*/ 30 h 71"/>
                <a:gd name="T4" fmla="*/ 36 w 124"/>
                <a:gd name="T5" fmla="*/ 64 h 71"/>
                <a:gd name="T6" fmla="*/ 38 w 124"/>
                <a:gd name="T7" fmla="*/ 11 h 71"/>
                <a:gd name="T8" fmla="*/ 43 w 124"/>
                <a:gd name="T9" fmla="*/ 24 h 71"/>
                <a:gd name="T10" fmla="*/ 41 w 124"/>
                <a:gd name="T11" fmla="*/ 28 h 71"/>
                <a:gd name="T12" fmla="*/ 22 w 124"/>
                <a:gd name="T13" fmla="*/ 30 h 71"/>
                <a:gd name="T14" fmla="*/ 27 w 124"/>
                <a:gd name="T15" fmla="*/ 52 h 71"/>
                <a:gd name="T16" fmla="*/ 103 w 124"/>
                <a:gd name="T17" fmla="*/ 14 h 71"/>
                <a:gd name="T18" fmla="*/ 102 w 124"/>
                <a:gd name="T19" fmla="*/ 0 h 71"/>
                <a:gd name="T20" fmla="*/ 124 w 124"/>
                <a:gd name="T21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4" h="71">
                  <a:moveTo>
                    <a:pt x="124" y="36"/>
                  </a:moveTo>
                  <a:cubicBezTo>
                    <a:pt x="119" y="41"/>
                    <a:pt x="119" y="29"/>
                    <a:pt x="113" y="30"/>
                  </a:cubicBezTo>
                  <a:cubicBezTo>
                    <a:pt x="91" y="30"/>
                    <a:pt x="65" y="71"/>
                    <a:pt x="36" y="64"/>
                  </a:cubicBezTo>
                  <a:cubicBezTo>
                    <a:pt x="15" y="59"/>
                    <a:pt x="0" y="14"/>
                    <a:pt x="38" y="11"/>
                  </a:cubicBezTo>
                  <a:cubicBezTo>
                    <a:pt x="39" y="16"/>
                    <a:pt x="43" y="17"/>
                    <a:pt x="43" y="24"/>
                  </a:cubicBezTo>
                  <a:cubicBezTo>
                    <a:pt x="41" y="24"/>
                    <a:pt x="42" y="26"/>
                    <a:pt x="41" y="28"/>
                  </a:cubicBezTo>
                  <a:cubicBezTo>
                    <a:pt x="33" y="31"/>
                    <a:pt x="28" y="31"/>
                    <a:pt x="22" y="30"/>
                  </a:cubicBezTo>
                  <a:cubicBezTo>
                    <a:pt x="17" y="38"/>
                    <a:pt x="23" y="47"/>
                    <a:pt x="27" y="52"/>
                  </a:cubicBezTo>
                  <a:cubicBezTo>
                    <a:pt x="63" y="48"/>
                    <a:pt x="80" y="28"/>
                    <a:pt x="103" y="14"/>
                  </a:cubicBezTo>
                  <a:cubicBezTo>
                    <a:pt x="107" y="6"/>
                    <a:pt x="97" y="2"/>
                    <a:pt x="102" y="0"/>
                  </a:cubicBezTo>
                  <a:cubicBezTo>
                    <a:pt x="110" y="2"/>
                    <a:pt x="121" y="28"/>
                    <a:pt x="124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3" name="Freeform 38">
              <a:extLst>
                <a:ext uri="{FF2B5EF4-FFF2-40B4-BE49-F238E27FC236}">
                  <a16:creationId xmlns:a16="http://schemas.microsoft.com/office/drawing/2014/main" id="{C290AF30-39B5-8A06-559C-28C5571A92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560" y="4437698"/>
              <a:ext cx="307975" cy="287338"/>
            </a:xfrm>
            <a:custGeom>
              <a:avLst/>
              <a:gdLst>
                <a:gd name="T0" fmla="*/ 119 w 119"/>
                <a:gd name="T1" fmla="*/ 107 h 111"/>
                <a:gd name="T2" fmla="*/ 104 w 119"/>
                <a:gd name="T3" fmla="*/ 95 h 111"/>
                <a:gd name="T4" fmla="*/ 19 w 119"/>
                <a:gd name="T5" fmla="*/ 111 h 111"/>
                <a:gd name="T6" fmla="*/ 78 w 119"/>
                <a:gd name="T7" fmla="*/ 32 h 111"/>
                <a:gd name="T8" fmla="*/ 16 w 119"/>
                <a:gd name="T9" fmla="*/ 47 h 111"/>
                <a:gd name="T10" fmla="*/ 12 w 119"/>
                <a:gd name="T11" fmla="*/ 64 h 111"/>
                <a:gd name="T12" fmla="*/ 0 w 119"/>
                <a:gd name="T13" fmla="*/ 23 h 111"/>
                <a:gd name="T14" fmla="*/ 15 w 119"/>
                <a:gd name="T15" fmla="*/ 35 h 111"/>
                <a:gd name="T16" fmla="*/ 94 w 119"/>
                <a:gd name="T17" fmla="*/ 0 h 111"/>
                <a:gd name="T18" fmla="*/ 44 w 119"/>
                <a:gd name="T19" fmla="*/ 99 h 111"/>
                <a:gd name="T20" fmla="*/ 103 w 119"/>
                <a:gd name="T21" fmla="*/ 85 h 111"/>
                <a:gd name="T22" fmla="*/ 107 w 119"/>
                <a:gd name="T23" fmla="*/ 66 h 111"/>
                <a:gd name="T24" fmla="*/ 119 w 119"/>
                <a:gd name="T25" fmla="*/ 107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" h="111">
                  <a:moveTo>
                    <a:pt x="119" y="107"/>
                  </a:moveTo>
                  <a:cubicBezTo>
                    <a:pt x="108" y="109"/>
                    <a:pt x="111" y="96"/>
                    <a:pt x="104" y="95"/>
                  </a:cubicBezTo>
                  <a:cubicBezTo>
                    <a:pt x="77" y="96"/>
                    <a:pt x="45" y="110"/>
                    <a:pt x="19" y="111"/>
                  </a:cubicBezTo>
                  <a:cubicBezTo>
                    <a:pt x="33" y="80"/>
                    <a:pt x="61" y="61"/>
                    <a:pt x="78" y="32"/>
                  </a:cubicBezTo>
                  <a:cubicBezTo>
                    <a:pt x="61" y="33"/>
                    <a:pt x="34" y="39"/>
                    <a:pt x="16" y="47"/>
                  </a:cubicBezTo>
                  <a:cubicBezTo>
                    <a:pt x="14" y="51"/>
                    <a:pt x="16" y="61"/>
                    <a:pt x="12" y="64"/>
                  </a:cubicBezTo>
                  <a:cubicBezTo>
                    <a:pt x="4" y="56"/>
                    <a:pt x="5" y="37"/>
                    <a:pt x="0" y="23"/>
                  </a:cubicBezTo>
                  <a:cubicBezTo>
                    <a:pt x="11" y="21"/>
                    <a:pt x="8" y="34"/>
                    <a:pt x="15" y="35"/>
                  </a:cubicBezTo>
                  <a:cubicBezTo>
                    <a:pt x="45" y="29"/>
                    <a:pt x="88" y="33"/>
                    <a:pt x="94" y="0"/>
                  </a:cubicBezTo>
                  <a:cubicBezTo>
                    <a:pt x="118" y="42"/>
                    <a:pt x="56" y="68"/>
                    <a:pt x="44" y="99"/>
                  </a:cubicBezTo>
                  <a:cubicBezTo>
                    <a:pt x="65" y="95"/>
                    <a:pt x="85" y="91"/>
                    <a:pt x="103" y="85"/>
                  </a:cubicBezTo>
                  <a:cubicBezTo>
                    <a:pt x="105" y="80"/>
                    <a:pt x="103" y="71"/>
                    <a:pt x="107" y="66"/>
                  </a:cubicBezTo>
                  <a:cubicBezTo>
                    <a:pt x="115" y="75"/>
                    <a:pt x="114" y="95"/>
                    <a:pt x="119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4" name="Freeform 39">
              <a:extLst>
                <a:ext uri="{FF2B5EF4-FFF2-40B4-BE49-F238E27FC236}">
                  <a16:creationId xmlns:a16="http://schemas.microsoft.com/office/drawing/2014/main" id="{EC5ABF3C-40F8-0BEF-57C8-CD5583857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635" y="3866198"/>
              <a:ext cx="269875" cy="282575"/>
            </a:xfrm>
            <a:custGeom>
              <a:avLst/>
              <a:gdLst>
                <a:gd name="T0" fmla="*/ 100 w 104"/>
                <a:gd name="T1" fmla="*/ 0 h 109"/>
                <a:gd name="T2" fmla="*/ 100 w 104"/>
                <a:gd name="T3" fmla="*/ 30 h 109"/>
                <a:gd name="T4" fmla="*/ 29 w 104"/>
                <a:gd name="T5" fmla="*/ 83 h 109"/>
                <a:gd name="T6" fmla="*/ 96 w 104"/>
                <a:gd name="T7" fmla="*/ 68 h 109"/>
                <a:gd name="T8" fmla="*/ 99 w 104"/>
                <a:gd name="T9" fmla="*/ 109 h 109"/>
                <a:gd name="T10" fmla="*/ 87 w 104"/>
                <a:gd name="T11" fmla="*/ 92 h 109"/>
                <a:gd name="T12" fmla="*/ 1 w 104"/>
                <a:gd name="T13" fmla="*/ 91 h 109"/>
                <a:gd name="T14" fmla="*/ 78 w 104"/>
                <a:gd name="T15" fmla="*/ 26 h 109"/>
                <a:gd name="T16" fmla="*/ 13 w 104"/>
                <a:gd name="T17" fmla="*/ 28 h 109"/>
                <a:gd name="T18" fmla="*/ 7 w 104"/>
                <a:gd name="T19" fmla="*/ 43 h 109"/>
                <a:gd name="T20" fmla="*/ 5 w 104"/>
                <a:gd name="T21" fmla="*/ 1 h 109"/>
                <a:gd name="T22" fmla="*/ 12 w 104"/>
                <a:gd name="T23" fmla="*/ 15 h 109"/>
                <a:gd name="T24" fmla="*/ 88 w 104"/>
                <a:gd name="T25" fmla="*/ 15 h 109"/>
                <a:gd name="T26" fmla="*/ 95 w 104"/>
                <a:gd name="T27" fmla="*/ 0 h 109"/>
                <a:gd name="T28" fmla="*/ 100 w 104"/>
                <a:gd name="T2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9">
                  <a:moveTo>
                    <a:pt x="100" y="0"/>
                  </a:moveTo>
                  <a:cubicBezTo>
                    <a:pt x="100" y="10"/>
                    <a:pt x="100" y="20"/>
                    <a:pt x="100" y="30"/>
                  </a:cubicBezTo>
                  <a:cubicBezTo>
                    <a:pt x="76" y="47"/>
                    <a:pt x="52" y="66"/>
                    <a:pt x="29" y="83"/>
                  </a:cubicBezTo>
                  <a:cubicBezTo>
                    <a:pt x="52" y="86"/>
                    <a:pt x="95" y="93"/>
                    <a:pt x="96" y="68"/>
                  </a:cubicBezTo>
                  <a:cubicBezTo>
                    <a:pt x="104" y="73"/>
                    <a:pt x="100" y="100"/>
                    <a:pt x="99" y="109"/>
                  </a:cubicBezTo>
                  <a:cubicBezTo>
                    <a:pt x="91" y="107"/>
                    <a:pt x="94" y="93"/>
                    <a:pt x="87" y="92"/>
                  </a:cubicBezTo>
                  <a:cubicBezTo>
                    <a:pt x="58" y="91"/>
                    <a:pt x="27" y="95"/>
                    <a:pt x="1" y="91"/>
                  </a:cubicBezTo>
                  <a:cubicBezTo>
                    <a:pt x="22" y="63"/>
                    <a:pt x="55" y="50"/>
                    <a:pt x="78" y="26"/>
                  </a:cubicBezTo>
                  <a:cubicBezTo>
                    <a:pt x="62" y="28"/>
                    <a:pt x="29" y="24"/>
                    <a:pt x="13" y="28"/>
                  </a:cubicBezTo>
                  <a:cubicBezTo>
                    <a:pt x="10" y="30"/>
                    <a:pt x="11" y="39"/>
                    <a:pt x="7" y="43"/>
                  </a:cubicBezTo>
                  <a:cubicBezTo>
                    <a:pt x="0" y="36"/>
                    <a:pt x="3" y="10"/>
                    <a:pt x="5" y="1"/>
                  </a:cubicBezTo>
                  <a:cubicBezTo>
                    <a:pt x="12" y="1"/>
                    <a:pt x="8" y="12"/>
                    <a:pt x="12" y="15"/>
                  </a:cubicBezTo>
                  <a:cubicBezTo>
                    <a:pt x="35" y="19"/>
                    <a:pt x="66" y="21"/>
                    <a:pt x="88" y="15"/>
                  </a:cubicBezTo>
                  <a:cubicBezTo>
                    <a:pt x="91" y="11"/>
                    <a:pt x="95" y="7"/>
                    <a:pt x="95" y="0"/>
                  </a:cubicBezTo>
                  <a:cubicBezTo>
                    <a:pt x="96" y="0"/>
                    <a:pt x="99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5" name="Freeform 40">
              <a:extLst>
                <a:ext uri="{FF2B5EF4-FFF2-40B4-BE49-F238E27FC236}">
                  <a16:creationId xmlns:a16="http://schemas.microsoft.com/office/drawing/2014/main" id="{71683E3E-7FC7-D87B-D9C4-F28D7FD332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78635" y="4175760"/>
              <a:ext cx="269875" cy="271463"/>
            </a:xfrm>
            <a:custGeom>
              <a:avLst/>
              <a:gdLst>
                <a:gd name="T0" fmla="*/ 46 w 104"/>
                <a:gd name="T1" fmla="*/ 58 h 105"/>
                <a:gd name="T2" fmla="*/ 79 w 104"/>
                <a:gd name="T3" fmla="*/ 40 h 105"/>
                <a:gd name="T4" fmla="*/ 43 w 104"/>
                <a:gd name="T5" fmla="*/ 33 h 105"/>
                <a:gd name="T6" fmla="*/ 46 w 104"/>
                <a:gd name="T7" fmla="*/ 58 h 105"/>
                <a:gd name="T8" fmla="*/ 104 w 104"/>
                <a:gd name="T9" fmla="*/ 41 h 105"/>
                <a:gd name="T10" fmla="*/ 62 w 104"/>
                <a:gd name="T11" fmla="*/ 67 h 105"/>
                <a:gd name="T12" fmla="*/ 19 w 104"/>
                <a:gd name="T13" fmla="*/ 89 h 105"/>
                <a:gd name="T14" fmla="*/ 11 w 104"/>
                <a:gd name="T15" fmla="*/ 105 h 105"/>
                <a:gd name="T16" fmla="*/ 8 w 104"/>
                <a:gd name="T17" fmla="*/ 62 h 105"/>
                <a:gd name="T18" fmla="*/ 16 w 104"/>
                <a:gd name="T19" fmla="*/ 74 h 105"/>
                <a:gd name="T20" fmla="*/ 40 w 104"/>
                <a:gd name="T21" fmla="*/ 63 h 105"/>
                <a:gd name="T22" fmla="*/ 38 w 104"/>
                <a:gd name="T23" fmla="*/ 31 h 105"/>
                <a:gd name="T24" fmla="*/ 13 w 104"/>
                <a:gd name="T25" fmla="*/ 24 h 105"/>
                <a:gd name="T26" fmla="*/ 8 w 104"/>
                <a:gd name="T27" fmla="*/ 38 h 105"/>
                <a:gd name="T28" fmla="*/ 1 w 104"/>
                <a:gd name="T29" fmla="*/ 1 h 105"/>
                <a:gd name="T30" fmla="*/ 12 w 104"/>
                <a:gd name="T31" fmla="*/ 14 h 105"/>
                <a:gd name="T32" fmla="*/ 104 w 104"/>
                <a:gd name="T3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4" h="105">
                  <a:moveTo>
                    <a:pt x="46" y="58"/>
                  </a:moveTo>
                  <a:cubicBezTo>
                    <a:pt x="60" y="54"/>
                    <a:pt x="69" y="48"/>
                    <a:pt x="79" y="40"/>
                  </a:cubicBezTo>
                  <a:cubicBezTo>
                    <a:pt x="67" y="39"/>
                    <a:pt x="55" y="29"/>
                    <a:pt x="43" y="33"/>
                  </a:cubicBezTo>
                  <a:cubicBezTo>
                    <a:pt x="46" y="39"/>
                    <a:pt x="45" y="50"/>
                    <a:pt x="46" y="58"/>
                  </a:cubicBezTo>
                  <a:close/>
                  <a:moveTo>
                    <a:pt x="104" y="41"/>
                  </a:moveTo>
                  <a:cubicBezTo>
                    <a:pt x="95" y="55"/>
                    <a:pt x="77" y="59"/>
                    <a:pt x="62" y="67"/>
                  </a:cubicBezTo>
                  <a:cubicBezTo>
                    <a:pt x="47" y="74"/>
                    <a:pt x="34" y="83"/>
                    <a:pt x="19" y="89"/>
                  </a:cubicBezTo>
                  <a:cubicBezTo>
                    <a:pt x="17" y="96"/>
                    <a:pt x="17" y="105"/>
                    <a:pt x="11" y="105"/>
                  </a:cubicBezTo>
                  <a:cubicBezTo>
                    <a:pt x="12" y="89"/>
                    <a:pt x="5" y="73"/>
                    <a:pt x="8" y="62"/>
                  </a:cubicBezTo>
                  <a:cubicBezTo>
                    <a:pt x="14" y="62"/>
                    <a:pt x="12" y="71"/>
                    <a:pt x="16" y="74"/>
                  </a:cubicBezTo>
                  <a:cubicBezTo>
                    <a:pt x="25" y="72"/>
                    <a:pt x="32" y="67"/>
                    <a:pt x="40" y="63"/>
                  </a:cubicBezTo>
                  <a:cubicBezTo>
                    <a:pt x="41" y="50"/>
                    <a:pt x="38" y="43"/>
                    <a:pt x="38" y="31"/>
                  </a:cubicBezTo>
                  <a:cubicBezTo>
                    <a:pt x="32" y="22"/>
                    <a:pt x="25" y="25"/>
                    <a:pt x="13" y="24"/>
                  </a:cubicBezTo>
                  <a:cubicBezTo>
                    <a:pt x="7" y="24"/>
                    <a:pt x="13" y="36"/>
                    <a:pt x="8" y="38"/>
                  </a:cubicBezTo>
                  <a:cubicBezTo>
                    <a:pt x="0" y="33"/>
                    <a:pt x="3" y="14"/>
                    <a:pt x="1" y="1"/>
                  </a:cubicBezTo>
                  <a:cubicBezTo>
                    <a:pt x="10" y="0"/>
                    <a:pt x="8" y="10"/>
                    <a:pt x="12" y="14"/>
                  </a:cubicBezTo>
                  <a:cubicBezTo>
                    <a:pt x="41" y="24"/>
                    <a:pt x="76" y="29"/>
                    <a:pt x="104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</p:grpSp>
      <p:sp>
        <p:nvSpPr>
          <p:cNvPr id="5" name="椭圆 4">
            <a:extLst>
              <a:ext uri="{FF2B5EF4-FFF2-40B4-BE49-F238E27FC236}">
                <a16:creationId xmlns:a16="http://schemas.microsoft.com/office/drawing/2014/main" id="{32D2C551-1AF0-1441-97EE-1642CDC106F4}"/>
              </a:ext>
            </a:extLst>
          </p:cNvPr>
          <p:cNvSpPr/>
          <p:nvPr/>
        </p:nvSpPr>
        <p:spPr>
          <a:xfrm>
            <a:off x="2028715" y="1357323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1</a:t>
            </a:r>
            <a:endParaRPr lang="zh-CN" altLang="en-US" sz="2400" dirty="0">
              <a:latin typeface="+mn-ea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669015C-A114-5D0A-C7D7-3D68548E11BD}"/>
              </a:ext>
            </a:extLst>
          </p:cNvPr>
          <p:cNvSpPr/>
          <p:nvPr/>
        </p:nvSpPr>
        <p:spPr>
          <a:xfrm>
            <a:off x="2028715" y="2315408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2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B97842C-AB34-2318-FC72-899D0A02FBB1}"/>
              </a:ext>
            </a:extLst>
          </p:cNvPr>
          <p:cNvSpPr/>
          <p:nvPr/>
        </p:nvSpPr>
        <p:spPr>
          <a:xfrm>
            <a:off x="2028715" y="3273494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3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BBCA9DA-C0E3-250E-2607-85F201711D92}"/>
              </a:ext>
            </a:extLst>
          </p:cNvPr>
          <p:cNvSpPr/>
          <p:nvPr/>
        </p:nvSpPr>
        <p:spPr>
          <a:xfrm>
            <a:off x="2028715" y="4250542"/>
            <a:ext cx="377936" cy="3779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4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9F4EA58-2D21-B096-DE43-601EDC08395A}"/>
              </a:ext>
            </a:extLst>
          </p:cNvPr>
          <p:cNvSpPr/>
          <p:nvPr/>
        </p:nvSpPr>
        <p:spPr>
          <a:xfrm>
            <a:off x="2028715" y="5192778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5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3" name="文本占位符 22">
            <a:extLst>
              <a:ext uri="{FF2B5EF4-FFF2-40B4-BE49-F238E27FC236}">
                <a16:creationId xmlns:a16="http://schemas.microsoft.com/office/drawing/2014/main" id="{37A6DDFD-E504-8E3D-1AF2-321C9CE5B1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6819" y="1293686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4" name="文本占位符 22">
            <a:extLst>
              <a:ext uri="{FF2B5EF4-FFF2-40B4-BE49-F238E27FC236}">
                <a16:creationId xmlns:a16="http://schemas.microsoft.com/office/drawing/2014/main" id="{2B5AA712-64EC-5C09-FCF6-0225BD3B1B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96819" y="2245518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5" name="文本占位符 22">
            <a:extLst>
              <a:ext uri="{FF2B5EF4-FFF2-40B4-BE49-F238E27FC236}">
                <a16:creationId xmlns:a16="http://schemas.microsoft.com/office/drawing/2014/main" id="{F3C60BF2-0AC4-FA3C-8327-243CEE8C16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6819" y="3197350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6" name="文本占位符 22">
            <a:extLst>
              <a:ext uri="{FF2B5EF4-FFF2-40B4-BE49-F238E27FC236}">
                <a16:creationId xmlns:a16="http://schemas.microsoft.com/office/drawing/2014/main" id="{EE3E7D4F-980F-4A62-ECC7-94D085ACBA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96819" y="4149182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7" name="文本占位符 22">
            <a:extLst>
              <a:ext uri="{FF2B5EF4-FFF2-40B4-BE49-F238E27FC236}">
                <a16:creationId xmlns:a16="http://schemas.microsoft.com/office/drawing/2014/main" id="{A61553FE-DC04-10B5-6D4A-0465CE167B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96819" y="5101013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181087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（五节_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76B31C-484D-1243-346E-0D8FEF10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36020" y="6538913"/>
            <a:ext cx="601472" cy="319088"/>
          </a:xfrm>
        </p:spPr>
        <p:txBody>
          <a:bodyPr/>
          <a:lstStyle>
            <a:lvl1pPr>
              <a:defRPr lang="en-US" altLang="zh-CN" sz="1600" kern="1200" dirty="0" smtClean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05389D-C31E-4256-1684-8F4385C7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2112" y="6538913"/>
            <a:ext cx="673608" cy="319088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C87181AA-4DAD-42D9-B724-3F8AD1554AD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8EC224A-60D3-3041-D2B7-8A3EFFA30928}"/>
              </a:ext>
            </a:extLst>
          </p:cNvPr>
          <p:cNvGrpSpPr/>
          <p:nvPr userDrawn="1"/>
        </p:nvGrpSpPr>
        <p:grpSpPr>
          <a:xfrm>
            <a:off x="9371152" y="825910"/>
            <a:ext cx="4209136" cy="5349742"/>
            <a:chOff x="1508760" y="1972310"/>
            <a:chExt cx="3309937" cy="4206875"/>
          </a:xfrm>
          <a:solidFill>
            <a:schemeClr val="accent1">
              <a:alpha val="15000"/>
            </a:schemeClr>
          </a:solidFill>
        </p:grpSpPr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B1B0C16C-5953-AFF3-A85A-6BF2B1EB5F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08760" y="1972310"/>
              <a:ext cx="3309937" cy="4206875"/>
            </a:xfrm>
            <a:custGeom>
              <a:avLst/>
              <a:gdLst>
                <a:gd name="T0" fmla="*/ 1226 w 1275"/>
                <a:gd name="T1" fmla="*/ 588 h 1621"/>
                <a:gd name="T2" fmla="*/ 1228 w 1275"/>
                <a:gd name="T3" fmla="*/ 60 h 1621"/>
                <a:gd name="T4" fmla="*/ 935 w 1275"/>
                <a:gd name="T5" fmla="*/ 117 h 1621"/>
                <a:gd name="T6" fmla="*/ 644 w 1275"/>
                <a:gd name="T7" fmla="*/ 51 h 1621"/>
                <a:gd name="T8" fmla="*/ 88 w 1275"/>
                <a:gd name="T9" fmla="*/ 72 h 1621"/>
                <a:gd name="T10" fmla="*/ 59 w 1275"/>
                <a:gd name="T11" fmla="*/ 63 h 1621"/>
                <a:gd name="T12" fmla="*/ 61 w 1275"/>
                <a:gd name="T13" fmla="*/ 589 h 1621"/>
                <a:gd name="T14" fmla="*/ 96 w 1275"/>
                <a:gd name="T15" fmla="*/ 1079 h 1621"/>
                <a:gd name="T16" fmla="*/ 308 w 1275"/>
                <a:gd name="T17" fmla="*/ 1392 h 1621"/>
                <a:gd name="T18" fmla="*/ 646 w 1275"/>
                <a:gd name="T19" fmla="*/ 1572 h 1621"/>
                <a:gd name="T20" fmla="*/ 980 w 1275"/>
                <a:gd name="T21" fmla="*/ 1392 h 1621"/>
                <a:gd name="T22" fmla="*/ 1190 w 1275"/>
                <a:gd name="T23" fmla="*/ 1079 h 1621"/>
                <a:gd name="T24" fmla="*/ 1226 w 1275"/>
                <a:gd name="T25" fmla="*/ 588 h 1621"/>
                <a:gd name="T26" fmla="*/ 1267 w 1275"/>
                <a:gd name="T27" fmla="*/ 3 h 1621"/>
                <a:gd name="T28" fmla="*/ 1265 w 1275"/>
                <a:gd name="T29" fmla="*/ 566 h 1621"/>
                <a:gd name="T30" fmla="*/ 1228 w 1275"/>
                <a:gd name="T31" fmla="*/ 1092 h 1621"/>
                <a:gd name="T32" fmla="*/ 996 w 1275"/>
                <a:gd name="T33" fmla="*/ 1418 h 1621"/>
                <a:gd name="T34" fmla="*/ 643 w 1275"/>
                <a:gd name="T35" fmla="*/ 1621 h 1621"/>
                <a:gd name="T36" fmla="*/ 336 w 1275"/>
                <a:gd name="T37" fmla="*/ 1452 h 1621"/>
                <a:gd name="T38" fmla="*/ 107 w 1275"/>
                <a:gd name="T39" fmla="*/ 1203 h 1621"/>
                <a:gd name="T40" fmla="*/ 41 w 1275"/>
                <a:gd name="T41" fmla="*/ 1028 h 1621"/>
                <a:gd name="T42" fmla="*/ 17 w 1275"/>
                <a:gd name="T43" fmla="*/ 318 h 1621"/>
                <a:gd name="T44" fmla="*/ 17 w 1275"/>
                <a:gd name="T45" fmla="*/ 0 h 1621"/>
                <a:gd name="T46" fmla="*/ 331 w 1275"/>
                <a:gd name="T47" fmla="*/ 82 h 1621"/>
                <a:gd name="T48" fmla="*/ 644 w 1275"/>
                <a:gd name="T49" fmla="*/ 7 h 1621"/>
                <a:gd name="T50" fmla="*/ 962 w 1275"/>
                <a:gd name="T51" fmla="*/ 82 h 1621"/>
                <a:gd name="T52" fmla="*/ 1238 w 1275"/>
                <a:gd name="T53" fmla="*/ 17 h 1621"/>
                <a:gd name="T54" fmla="*/ 1267 w 1275"/>
                <a:gd name="T55" fmla="*/ 3 h 1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5" h="1621">
                  <a:moveTo>
                    <a:pt x="1226" y="588"/>
                  </a:moveTo>
                  <a:cubicBezTo>
                    <a:pt x="1226" y="410"/>
                    <a:pt x="1227" y="232"/>
                    <a:pt x="1228" y="60"/>
                  </a:cubicBezTo>
                  <a:cubicBezTo>
                    <a:pt x="1146" y="96"/>
                    <a:pt x="1049" y="120"/>
                    <a:pt x="935" y="117"/>
                  </a:cubicBezTo>
                  <a:cubicBezTo>
                    <a:pt x="827" y="116"/>
                    <a:pt x="720" y="94"/>
                    <a:pt x="644" y="51"/>
                  </a:cubicBezTo>
                  <a:cubicBezTo>
                    <a:pt x="511" y="134"/>
                    <a:pt x="242" y="136"/>
                    <a:pt x="88" y="72"/>
                  </a:cubicBezTo>
                  <a:cubicBezTo>
                    <a:pt x="79" y="68"/>
                    <a:pt x="68" y="60"/>
                    <a:pt x="59" y="63"/>
                  </a:cubicBezTo>
                  <a:cubicBezTo>
                    <a:pt x="57" y="236"/>
                    <a:pt x="61" y="413"/>
                    <a:pt x="61" y="589"/>
                  </a:cubicBezTo>
                  <a:cubicBezTo>
                    <a:pt x="61" y="769"/>
                    <a:pt x="50" y="941"/>
                    <a:pt x="96" y="1079"/>
                  </a:cubicBezTo>
                  <a:cubicBezTo>
                    <a:pt x="140" y="1211"/>
                    <a:pt x="213" y="1316"/>
                    <a:pt x="308" y="1392"/>
                  </a:cubicBezTo>
                  <a:cubicBezTo>
                    <a:pt x="404" y="1466"/>
                    <a:pt x="529" y="1507"/>
                    <a:pt x="646" y="1572"/>
                  </a:cubicBezTo>
                  <a:cubicBezTo>
                    <a:pt x="760" y="1505"/>
                    <a:pt x="885" y="1467"/>
                    <a:pt x="980" y="1392"/>
                  </a:cubicBezTo>
                  <a:cubicBezTo>
                    <a:pt x="1074" y="1314"/>
                    <a:pt x="1148" y="1212"/>
                    <a:pt x="1190" y="1079"/>
                  </a:cubicBezTo>
                  <a:cubicBezTo>
                    <a:pt x="1233" y="940"/>
                    <a:pt x="1226" y="768"/>
                    <a:pt x="1226" y="588"/>
                  </a:cubicBezTo>
                  <a:close/>
                  <a:moveTo>
                    <a:pt x="1267" y="3"/>
                  </a:moveTo>
                  <a:cubicBezTo>
                    <a:pt x="1275" y="189"/>
                    <a:pt x="1259" y="379"/>
                    <a:pt x="1265" y="566"/>
                  </a:cubicBezTo>
                  <a:cubicBezTo>
                    <a:pt x="1270" y="752"/>
                    <a:pt x="1275" y="946"/>
                    <a:pt x="1228" y="1092"/>
                  </a:cubicBezTo>
                  <a:cubicBezTo>
                    <a:pt x="1183" y="1231"/>
                    <a:pt x="1098" y="1340"/>
                    <a:pt x="996" y="1418"/>
                  </a:cubicBezTo>
                  <a:cubicBezTo>
                    <a:pt x="891" y="1499"/>
                    <a:pt x="760" y="1545"/>
                    <a:pt x="643" y="1621"/>
                  </a:cubicBezTo>
                  <a:cubicBezTo>
                    <a:pt x="543" y="1551"/>
                    <a:pt x="430" y="1514"/>
                    <a:pt x="336" y="1452"/>
                  </a:cubicBezTo>
                  <a:cubicBezTo>
                    <a:pt x="242" y="1390"/>
                    <a:pt x="165" y="1307"/>
                    <a:pt x="107" y="1203"/>
                  </a:cubicBezTo>
                  <a:cubicBezTo>
                    <a:pt x="78" y="1150"/>
                    <a:pt x="54" y="1092"/>
                    <a:pt x="41" y="1028"/>
                  </a:cubicBezTo>
                  <a:cubicBezTo>
                    <a:pt x="0" y="825"/>
                    <a:pt x="33" y="554"/>
                    <a:pt x="17" y="318"/>
                  </a:cubicBezTo>
                  <a:cubicBezTo>
                    <a:pt x="17" y="212"/>
                    <a:pt x="17" y="106"/>
                    <a:pt x="17" y="0"/>
                  </a:cubicBezTo>
                  <a:cubicBezTo>
                    <a:pt x="98" y="48"/>
                    <a:pt x="205" y="82"/>
                    <a:pt x="331" y="82"/>
                  </a:cubicBezTo>
                  <a:cubicBezTo>
                    <a:pt x="452" y="82"/>
                    <a:pt x="563" y="60"/>
                    <a:pt x="644" y="7"/>
                  </a:cubicBezTo>
                  <a:cubicBezTo>
                    <a:pt x="720" y="60"/>
                    <a:pt x="837" y="82"/>
                    <a:pt x="962" y="82"/>
                  </a:cubicBezTo>
                  <a:cubicBezTo>
                    <a:pt x="1067" y="82"/>
                    <a:pt x="1166" y="55"/>
                    <a:pt x="1238" y="17"/>
                  </a:cubicBezTo>
                  <a:cubicBezTo>
                    <a:pt x="1250" y="11"/>
                    <a:pt x="1260" y="2"/>
                    <a:pt x="1267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E8FFA7DF-B644-4817-3099-3219A1B2E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7523" y="3866198"/>
              <a:ext cx="269875" cy="249238"/>
            </a:xfrm>
            <a:custGeom>
              <a:avLst/>
              <a:gdLst>
                <a:gd name="T0" fmla="*/ 98 w 104"/>
                <a:gd name="T1" fmla="*/ 26 h 96"/>
                <a:gd name="T2" fmla="*/ 98 w 104"/>
                <a:gd name="T3" fmla="*/ 73 h 96"/>
                <a:gd name="T4" fmla="*/ 93 w 104"/>
                <a:gd name="T5" fmla="*/ 58 h 96"/>
                <a:gd name="T6" fmla="*/ 15 w 104"/>
                <a:gd name="T7" fmla="*/ 82 h 96"/>
                <a:gd name="T8" fmla="*/ 6 w 104"/>
                <a:gd name="T9" fmla="*/ 96 h 96"/>
                <a:gd name="T10" fmla="*/ 5 w 104"/>
                <a:gd name="T11" fmla="*/ 53 h 96"/>
                <a:gd name="T12" fmla="*/ 10 w 104"/>
                <a:gd name="T13" fmla="*/ 66 h 96"/>
                <a:gd name="T14" fmla="*/ 51 w 104"/>
                <a:gd name="T15" fmla="*/ 47 h 96"/>
                <a:gd name="T16" fmla="*/ 15 w 104"/>
                <a:gd name="T17" fmla="*/ 22 h 96"/>
                <a:gd name="T18" fmla="*/ 6 w 104"/>
                <a:gd name="T19" fmla="*/ 35 h 96"/>
                <a:gd name="T20" fmla="*/ 5 w 104"/>
                <a:gd name="T21" fmla="*/ 0 h 96"/>
                <a:gd name="T22" fmla="*/ 10 w 104"/>
                <a:gd name="T23" fmla="*/ 0 h 96"/>
                <a:gd name="T24" fmla="*/ 92 w 104"/>
                <a:gd name="T25" fmla="*/ 40 h 96"/>
                <a:gd name="T26" fmla="*/ 98 w 104"/>
                <a:gd name="T27" fmla="*/ 2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96">
                  <a:moveTo>
                    <a:pt x="98" y="26"/>
                  </a:moveTo>
                  <a:cubicBezTo>
                    <a:pt x="104" y="35"/>
                    <a:pt x="99" y="57"/>
                    <a:pt x="98" y="73"/>
                  </a:cubicBezTo>
                  <a:cubicBezTo>
                    <a:pt x="92" y="73"/>
                    <a:pt x="97" y="62"/>
                    <a:pt x="93" y="58"/>
                  </a:cubicBezTo>
                  <a:cubicBezTo>
                    <a:pt x="56" y="49"/>
                    <a:pt x="38" y="72"/>
                    <a:pt x="15" y="82"/>
                  </a:cubicBezTo>
                  <a:cubicBezTo>
                    <a:pt x="11" y="84"/>
                    <a:pt x="10" y="92"/>
                    <a:pt x="6" y="96"/>
                  </a:cubicBezTo>
                  <a:cubicBezTo>
                    <a:pt x="0" y="90"/>
                    <a:pt x="2" y="63"/>
                    <a:pt x="5" y="53"/>
                  </a:cubicBezTo>
                  <a:cubicBezTo>
                    <a:pt x="10" y="53"/>
                    <a:pt x="9" y="62"/>
                    <a:pt x="10" y="66"/>
                  </a:cubicBezTo>
                  <a:cubicBezTo>
                    <a:pt x="26" y="62"/>
                    <a:pt x="35" y="50"/>
                    <a:pt x="51" y="47"/>
                  </a:cubicBezTo>
                  <a:cubicBezTo>
                    <a:pt x="42" y="36"/>
                    <a:pt x="28" y="29"/>
                    <a:pt x="15" y="22"/>
                  </a:cubicBezTo>
                  <a:cubicBezTo>
                    <a:pt x="6" y="20"/>
                    <a:pt x="13" y="35"/>
                    <a:pt x="6" y="35"/>
                  </a:cubicBezTo>
                  <a:cubicBezTo>
                    <a:pt x="0" y="30"/>
                    <a:pt x="7" y="11"/>
                    <a:pt x="5" y="0"/>
                  </a:cubicBezTo>
                  <a:cubicBezTo>
                    <a:pt x="6" y="0"/>
                    <a:pt x="9" y="0"/>
                    <a:pt x="10" y="0"/>
                  </a:cubicBezTo>
                  <a:cubicBezTo>
                    <a:pt x="24" y="25"/>
                    <a:pt x="53" y="47"/>
                    <a:pt x="92" y="40"/>
                  </a:cubicBezTo>
                  <a:cubicBezTo>
                    <a:pt x="97" y="39"/>
                    <a:pt x="93" y="28"/>
                    <a:pt x="98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5DBCCBBB-5E1B-5C78-2097-9355459CD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348" y="4140835"/>
              <a:ext cx="265112" cy="244475"/>
            </a:xfrm>
            <a:custGeom>
              <a:avLst/>
              <a:gdLst>
                <a:gd name="T0" fmla="*/ 98 w 102"/>
                <a:gd name="T1" fmla="*/ 27 h 94"/>
                <a:gd name="T2" fmla="*/ 98 w 102"/>
                <a:gd name="T3" fmla="*/ 72 h 94"/>
                <a:gd name="T4" fmla="*/ 93 w 102"/>
                <a:gd name="T5" fmla="*/ 58 h 94"/>
                <a:gd name="T6" fmla="*/ 10 w 102"/>
                <a:gd name="T7" fmla="*/ 53 h 94"/>
                <a:gd name="T8" fmla="*/ 28 w 102"/>
                <a:gd name="T9" fmla="*/ 89 h 94"/>
                <a:gd name="T10" fmla="*/ 0 w 102"/>
                <a:gd name="T11" fmla="*/ 89 h 94"/>
                <a:gd name="T12" fmla="*/ 3 w 102"/>
                <a:gd name="T13" fmla="*/ 3 h 94"/>
                <a:gd name="T14" fmla="*/ 30 w 102"/>
                <a:gd name="T15" fmla="*/ 5 h 94"/>
                <a:gd name="T16" fmla="*/ 10 w 102"/>
                <a:gd name="T17" fmla="*/ 37 h 94"/>
                <a:gd name="T18" fmla="*/ 89 w 102"/>
                <a:gd name="T19" fmla="*/ 40 h 94"/>
                <a:gd name="T20" fmla="*/ 98 w 102"/>
                <a:gd name="T21" fmla="*/ 2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94">
                  <a:moveTo>
                    <a:pt x="98" y="27"/>
                  </a:moveTo>
                  <a:cubicBezTo>
                    <a:pt x="102" y="33"/>
                    <a:pt x="99" y="61"/>
                    <a:pt x="98" y="72"/>
                  </a:cubicBezTo>
                  <a:cubicBezTo>
                    <a:pt x="91" y="72"/>
                    <a:pt x="93" y="65"/>
                    <a:pt x="93" y="58"/>
                  </a:cubicBezTo>
                  <a:cubicBezTo>
                    <a:pt x="67" y="53"/>
                    <a:pt x="35" y="57"/>
                    <a:pt x="10" y="53"/>
                  </a:cubicBezTo>
                  <a:cubicBezTo>
                    <a:pt x="0" y="73"/>
                    <a:pt x="21" y="78"/>
                    <a:pt x="28" y="89"/>
                  </a:cubicBezTo>
                  <a:cubicBezTo>
                    <a:pt x="21" y="94"/>
                    <a:pt x="10" y="89"/>
                    <a:pt x="0" y="89"/>
                  </a:cubicBezTo>
                  <a:cubicBezTo>
                    <a:pt x="2" y="61"/>
                    <a:pt x="2" y="32"/>
                    <a:pt x="3" y="3"/>
                  </a:cubicBezTo>
                  <a:cubicBezTo>
                    <a:pt x="12" y="4"/>
                    <a:pt x="24" y="0"/>
                    <a:pt x="30" y="5"/>
                  </a:cubicBezTo>
                  <a:cubicBezTo>
                    <a:pt x="23" y="15"/>
                    <a:pt x="3" y="14"/>
                    <a:pt x="10" y="37"/>
                  </a:cubicBezTo>
                  <a:cubicBezTo>
                    <a:pt x="35" y="40"/>
                    <a:pt x="57" y="40"/>
                    <a:pt x="89" y="40"/>
                  </a:cubicBezTo>
                  <a:cubicBezTo>
                    <a:pt x="95" y="39"/>
                    <a:pt x="91" y="28"/>
                    <a:pt x="98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AC83772D-8A91-F3BD-5AC9-C5C530D2F8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2223" y="2431098"/>
              <a:ext cx="765175" cy="695325"/>
            </a:xfrm>
            <a:custGeom>
              <a:avLst/>
              <a:gdLst>
                <a:gd name="T0" fmla="*/ 47 w 295"/>
                <a:gd name="T1" fmla="*/ 102 h 268"/>
                <a:gd name="T2" fmla="*/ 56 w 295"/>
                <a:gd name="T3" fmla="*/ 77 h 268"/>
                <a:gd name="T4" fmla="*/ 56 w 295"/>
                <a:gd name="T5" fmla="*/ 77 h 268"/>
                <a:gd name="T6" fmla="*/ 92 w 295"/>
                <a:gd name="T7" fmla="*/ 116 h 268"/>
                <a:gd name="T8" fmla="*/ 107 w 295"/>
                <a:gd name="T9" fmla="*/ 124 h 268"/>
                <a:gd name="T10" fmla="*/ 83 w 295"/>
                <a:gd name="T11" fmla="*/ 69 h 268"/>
                <a:gd name="T12" fmla="*/ 119 w 295"/>
                <a:gd name="T13" fmla="*/ 55 h 268"/>
                <a:gd name="T14" fmla="*/ 119 w 295"/>
                <a:gd name="T15" fmla="*/ 55 h 268"/>
                <a:gd name="T16" fmla="*/ 114 w 295"/>
                <a:gd name="T17" fmla="*/ 16 h 268"/>
                <a:gd name="T18" fmla="*/ 143 w 295"/>
                <a:gd name="T19" fmla="*/ 133 h 268"/>
                <a:gd name="T20" fmla="*/ 130 w 295"/>
                <a:gd name="T21" fmla="*/ 84 h 268"/>
                <a:gd name="T22" fmla="*/ 107 w 295"/>
                <a:gd name="T23" fmla="*/ 88 h 268"/>
                <a:gd name="T24" fmla="*/ 60 w 295"/>
                <a:gd name="T25" fmla="*/ 111 h 268"/>
                <a:gd name="T26" fmla="*/ 77 w 295"/>
                <a:gd name="T27" fmla="*/ 97 h 268"/>
                <a:gd name="T28" fmla="*/ 88 w 295"/>
                <a:gd name="T29" fmla="*/ 106 h 268"/>
                <a:gd name="T30" fmla="*/ 143 w 295"/>
                <a:gd name="T31" fmla="*/ 133 h 268"/>
                <a:gd name="T32" fmla="*/ 146 w 295"/>
                <a:gd name="T33" fmla="*/ 25 h 268"/>
                <a:gd name="T34" fmla="*/ 147 w 295"/>
                <a:gd name="T35" fmla="*/ 34 h 268"/>
                <a:gd name="T36" fmla="*/ 151 w 295"/>
                <a:gd name="T37" fmla="*/ 183 h 268"/>
                <a:gd name="T38" fmla="*/ 109 w 295"/>
                <a:gd name="T39" fmla="*/ 147 h 268"/>
                <a:gd name="T40" fmla="*/ 97 w 295"/>
                <a:gd name="T41" fmla="*/ 133 h 268"/>
                <a:gd name="T42" fmla="*/ 97 w 295"/>
                <a:gd name="T43" fmla="*/ 158 h 268"/>
                <a:gd name="T44" fmla="*/ 148 w 295"/>
                <a:gd name="T45" fmla="*/ 201 h 268"/>
                <a:gd name="T46" fmla="*/ 134 w 295"/>
                <a:gd name="T47" fmla="*/ 214 h 268"/>
                <a:gd name="T48" fmla="*/ 109 w 295"/>
                <a:gd name="T49" fmla="*/ 240 h 268"/>
                <a:gd name="T50" fmla="*/ 140 w 295"/>
                <a:gd name="T51" fmla="*/ 224 h 268"/>
                <a:gd name="T52" fmla="*/ 158 w 295"/>
                <a:gd name="T53" fmla="*/ 215 h 268"/>
                <a:gd name="T54" fmla="*/ 146 w 295"/>
                <a:gd name="T55" fmla="*/ 153 h 268"/>
                <a:gd name="T56" fmla="*/ 159 w 295"/>
                <a:gd name="T57" fmla="*/ 159 h 268"/>
                <a:gd name="T58" fmla="*/ 164 w 295"/>
                <a:gd name="T59" fmla="*/ 136 h 268"/>
                <a:gd name="T60" fmla="*/ 200 w 295"/>
                <a:gd name="T61" fmla="*/ 129 h 268"/>
                <a:gd name="T62" fmla="*/ 193 w 295"/>
                <a:gd name="T63" fmla="*/ 120 h 268"/>
                <a:gd name="T64" fmla="*/ 200 w 295"/>
                <a:gd name="T65" fmla="*/ 129 h 268"/>
                <a:gd name="T66" fmla="*/ 242 w 295"/>
                <a:gd name="T67" fmla="*/ 133 h 268"/>
                <a:gd name="T68" fmla="*/ 263 w 295"/>
                <a:gd name="T69" fmla="*/ 206 h 268"/>
                <a:gd name="T70" fmla="*/ 244 w 295"/>
                <a:gd name="T71" fmla="*/ 168 h 268"/>
                <a:gd name="T72" fmla="*/ 241 w 295"/>
                <a:gd name="T73" fmla="*/ 177 h 268"/>
                <a:gd name="T74" fmla="*/ 270 w 295"/>
                <a:gd name="T75" fmla="*/ 155 h 268"/>
                <a:gd name="T76" fmla="*/ 255 w 295"/>
                <a:gd name="T77" fmla="*/ 155 h 268"/>
                <a:gd name="T78" fmla="*/ 270 w 295"/>
                <a:gd name="T79" fmla="*/ 183 h 268"/>
                <a:gd name="T80" fmla="*/ 270 w 295"/>
                <a:gd name="T81" fmla="*/ 183 h 268"/>
                <a:gd name="T82" fmla="*/ 283 w 295"/>
                <a:gd name="T83" fmla="*/ 252 h 268"/>
                <a:gd name="T84" fmla="*/ 231 w 295"/>
                <a:gd name="T85" fmla="*/ 217 h 268"/>
                <a:gd name="T86" fmla="*/ 160 w 295"/>
                <a:gd name="T87" fmla="*/ 264 h 268"/>
                <a:gd name="T88" fmla="*/ 107 w 295"/>
                <a:gd name="T89" fmla="*/ 224 h 268"/>
                <a:gd name="T90" fmla="*/ 30 w 295"/>
                <a:gd name="T91" fmla="*/ 258 h 268"/>
                <a:gd name="T92" fmla="*/ 19 w 295"/>
                <a:gd name="T93" fmla="*/ 224 h 268"/>
                <a:gd name="T94" fmla="*/ 64 w 295"/>
                <a:gd name="T95" fmla="*/ 48 h 268"/>
                <a:gd name="T96" fmla="*/ 85 w 295"/>
                <a:gd name="T97" fmla="*/ 5 h 268"/>
                <a:gd name="T98" fmla="*/ 160 w 295"/>
                <a:gd name="T99" fmla="*/ 76 h 268"/>
                <a:gd name="T100" fmla="*/ 208 w 295"/>
                <a:gd name="T101" fmla="*/ 107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95" h="268">
                  <a:moveTo>
                    <a:pt x="42" y="115"/>
                  </a:moveTo>
                  <a:cubicBezTo>
                    <a:pt x="49" y="117"/>
                    <a:pt x="50" y="105"/>
                    <a:pt x="47" y="102"/>
                  </a:cubicBezTo>
                  <a:cubicBezTo>
                    <a:pt x="44" y="106"/>
                    <a:pt x="41" y="109"/>
                    <a:pt x="42" y="115"/>
                  </a:cubicBezTo>
                  <a:close/>
                  <a:moveTo>
                    <a:pt x="56" y="77"/>
                  </a:moveTo>
                  <a:cubicBezTo>
                    <a:pt x="63" y="76"/>
                    <a:pt x="68" y="73"/>
                    <a:pt x="68" y="64"/>
                  </a:cubicBezTo>
                  <a:cubicBezTo>
                    <a:pt x="61" y="60"/>
                    <a:pt x="55" y="68"/>
                    <a:pt x="56" y="77"/>
                  </a:cubicBezTo>
                  <a:close/>
                  <a:moveTo>
                    <a:pt x="107" y="124"/>
                  </a:moveTo>
                  <a:cubicBezTo>
                    <a:pt x="107" y="116"/>
                    <a:pt x="98" y="112"/>
                    <a:pt x="92" y="116"/>
                  </a:cubicBezTo>
                  <a:cubicBezTo>
                    <a:pt x="91" y="122"/>
                    <a:pt x="97" y="124"/>
                    <a:pt x="97" y="129"/>
                  </a:cubicBezTo>
                  <a:cubicBezTo>
                    <a:pt x="102" y="129"/>
                    <a:pt x="103" y="125"/>
                    <a:pt x="107" y="124"/>
                  </a:cubicBezTo>
                  <a:close/>
                  <a:moveTo>
                    <a:pt x="105" y="69"/>
                  </a:moveTo>
                  <a:cubicBezTo>
                    <a:pt x="107" y="59"/>
                    <a:pt x="83" y="59"/>
                    <a:pt x="83" y="69"/>
                  </a:cubicBezTo>
                  <a:cubicBezTo>
                    <a:pt x="90" y="72"/>
                    <a:pt x="97" y="67"/>
                    <a:pt x="105" y="69"/>
                  </a:cubicBezTo>
                  <a:close/>
                  <a:moveTo>
                    <a:pt x="119" y="55"/>
                  </a:moveTo>
                  <a:cubicBezTo>
                    <a:pt x="116" y="38"/>
                    <a:pt x="103" y="31"/>
                    <a:pt x="90" y="25"/>
                  </a:cubicBezTo>
                  <a:cubicBezTo>
                    <a:pt x="96" y="39"/>
                    <a:pt x="108" y="48"/>
                    <a:pt x="119" y="55"/>
                  </a:cubicBezTo>
                  <a:close/>
                  <a:moveTo>
                    <a:pt x="123" y="38"/>
                  </a:moveTo>
                  <a:cubicBezTo>
                    <a:pt x="118" y="33"/>
                    <a:pt x="120" y="20"/>
                    <a:pt x="114" y="16"/>
                  </a:cubicBezTo>
                  <a:cubicBezTo>
                    <a:pt x="109" y="25"/>
                    <a:pt x="115" y="36"/>
                    <a:pt x="123" y="38"/>
                  </a:cubicBezTo>
                  <a:close/>
                  <a:moveTo>
                    <a:pt x="143" y="133"/>
                  </a:moveTo>
                  <a:cubicBezTo>
                    <a:pt x="157" y="112"/>
                    <a:pt x="114" y="109"/>
                    <a:pt x="105" y="93"/>
                  </a:cubicBezTo>
                  <a:cubicBezTo>
                    <a:pt x="120" y="96"/>
                    <a:pt x="116" y="74"/>
                    <a:pt x="130" y="84"/>
                  </a:cubicBezTo>
                  <a:cubicBezTo>
                    <a:pt x="129" y="78"/>
                    <a:pt x="125" y="74"/>
                    <a:pt x="121" y="72"/>
                  </a:cubicBezTo>
                  <a:cubicBezTo>
                    <a:pt x="116" y="78"/>
                    <a:pt x="115" y="86"/>
                    <a:pt x="107" y="88"/>
                  </a:cubicBezTo>
                  <a:cubicBezTo>
                    <a:pt x="92" y="79"/>
                    <a:pt x="65" y="77"/>
                    <a:pt x="55" y="91"/>
                  </a:cubicBezTo>
                  <a:cubicBezTo>
                    <a:pt x="56" y="98"/>
                    <a:pt x="53" y="111"/>
                    <a:pt x="60" y="111"/>
                  </a:cubicBezTo>
                  <a:cubicBezTo>
                    <a:pt x="66" y="106"/>
                    <a:pt x="64" y="93"/>
                    <a:pt x="72" y="91"/>
                  </a:cubicBezTo>
                  <a:cubicBezTo>
                    <a:pt x="75" y="92"/>
                    <a:pt x="77" y="95"/>
                    <a:pt x="77" y="97"/>
                  </a:cubicBezTo>
                  <a:cubicBezTo>
                    <a:pt x="74" y="103"/>
                    <a:pt x="75" y="112"/>
                    <a:pt x="77" y="120"/>
                  </a:cubicBezTo>
                  <a:cubicBezTo>
                    <a:pt x="86" y="120"/>
                    <a:pt x="82" y="109"/>
                    <a:pt x="88" y="106"/>
                  </a:cubicBezTo>
                  <a:cubicBezTo>
                    <a:pt x="107" y="98"/>
                    <a:pt x="108" y="120"/>
                    <a:pt x="125" y="112"/>
                  </a:cubicBezTo>
                  <a:cubicBezTo>
                    <a:pt x="132" y="119"/>
                    <a:pt x="137" y="126"/>
                    <a:pt x="143" y="133"/>
                  </a:cubicBezTo>
                  <a:close/>
                  <a:moveTo>
                    <a:pt x="147" y="34"/>
                  </a:moveTo>
                  <a:cubicBezTo>
                    <a:pt x="148" y="30"/>
                    <a:pt x="147" y="28"/>
                    <a:pt x="146" y="25"/>
                  </a:cubicBezTo>
                  <a:cubicBezTo>
                    <a:pt x="143" y="25"/>
                    <a:pt x="142" y="25"/>
                    <a:pt x="140" y="25"/>
                  </a:cubicBezTo>
                  <a:cubicBezTo>
                    <a:pt x="141" y="29"/>
                    <a:pt x="142" y="34"/>
                    <a:pt x="147" y="34"/>
                  </a:cubicBezTo>
                  <a:close/>
                  <a:moveTo>
                    <a:pt x="148" y="201"/>
                  </a:moveTo>
                  <a:cubicBezTo>
                    <a:pt x="152" y="195"/>
                    <a:pt x="151" y="191"/>
                    <a:pt x="151" y="183"/>
                  </a:cubicBezTo>
                  <a:cubicBezTo>
                    <a:pt x="132" y="176"/>
                    <a:pt x="103" y="179"/>
                    <a:pt x="102" y="154"/>
                  </a:cubicBezTo>
                  <a:cubicBezTo>
                    <a:pt x="101" y="149"/>
                    <a:pt x="110" y="154"/>
                    <a:pt x="109" y="147"/>
                  </a:cubicBezTo>
                  <a:cubicBezTo>
                    <a:pt x="104" y="143"/>
                    <a:pt x="99" y="154"/>
                    <a:pt x="93" y="149"/>
                  </a:cubicBezTo>
                  <a:cubicBezTo>
                    <a:pt x="93" y="143"/>
                    <a:pt x="102" y="138"/>
                    <a:pt x="97" y="133"/>
                  </a:cubicBezTo>
                  <a:cubicBezTo>
                    <a:pt x="96" y="139"/>
                    <a:pt x="85" y="135"/>
                    <a:pt x="77" y="136"/>
                  </a:cubicBezTo>
                  <a:cubicBezTo>
                    <a:pt x="77" y="150"/>
                    <a:pt x="82" y="159"/>
                    <a:pt x="97" y="158"/>
                  </a:cubicBezTo>
                  <a:cubicBezTo>
                    <a:pt x="101" y="167"/>
                    <a:pt x="105" y="176"/>
                    <a:pt x="114" y="181"/>
                  </a:cubicBezTo>
                  <a:cubicBezTo>
                    <a:pt x="129" y="177"/>
                    <a:pt x="136" y="196"/>
                    <a:pt x="148" y="201"/>
                  </a:cubicBezTo>
                  <a:close/>
                  <a:moveTo>
                    <a:pt x="158" y="215"/>
                  </a:moveTo>
                  <a:cubicBezTo>
                    <a:pt x="148" y="221"/>
                    <a:pt x="143" y="207"/>
                    <a:pt x="134" y="214"/>
                  </a:cubicBezTo>
                  <a:cubicBezTo>
                    <a:pt x="129" y="211"/>
                    <a:pt x="136" y="198"/>
                    <a:pt x="127" y="198"/>
                  </a:cubicBezTo>
                  <a:cubicBezTo>
                    <a:pt x="130" y="219"/>
                    <a:pt x="121" y="231"/>
                    <a:pt x="109" y="240"/>
                  </a:cubicBezTo>
                  <a:cubicBezTo>
                    <a:pt x="119" y="244"/>
                    <a:pt x="125" y="244"/>
                    <a:pt x="135" y="240"/>
                  </a:cubicBezTo>
                  <a:cubicBezTo>
                    <a:pt x="138" y="236"/>
                    <a:pt x="135" y="225"/>
                    <a:pt x="140" y="224"/>
                  </a:cubicBezTo>
                  <a:cubicBezTo>
                    <a:pt x="151" y="224"/>
                    <a:pt x="140" y="245"/>
                    <a:pt x="151" y="244"/>
                  </a:cubicBezTo>
                  <a:cubicBezTo>
                    <a:pt x="149" y="227"/>
                    <a:pt x="149" y="224"/>
                    <a:pt x="158" y="215"/>
                  </a:cubicBezTo>
                  <a:close/>
                  <a:moveTo>
                    <a:pt x="159" y="159"/>
                  </a:moveTo>
                  <a:cubicBezTo>
                    <a:pt x="162" y="150"/>
                    <a:pt x="151" y="148"/>
                    <a:pt x="146" y="153"/>
                  </a:cubicBezTo>
                  <a:cubicBezTo>
                    <a:pt x="146" y="154"/>
                    <a:pt x="146" y="155"/>
                    <a:pt x="146" y="158"/>
                  </a:cubicBezTo>
                  <a:cubicBezTo>
                    <a:pt x="149" y="159"/>
                    <a:pt x="153" y="160"/>
                    <a:pt x="159" y="159"/>
                  </a:cubicBezTo>
                  <a:close/>
                  <a:moveTo>
                    <a:pt x="167" y="147"/>
                  </a:moveTo>
                  <a:cubicBezTo>
                    <a:pt x="170" y="145"/>
                    <a:pt x="170" y="136"/>
                    <a:pt x="164" y="136"/>
                  </a:cubicBezTo>
                  <a:cubicBezTo>
                    <a:pt x="163" y="138"/>
                    <a:pt x="159" y="149"/>
                    <a:pt x="167" y="147"/>
                  </a:cubicBezTo>
                  <a:close/>
                  <a:moveTo>
                    <a:pt x="200" y="129"/>
                  </a:moveTo>
                  <a:cubicBezTo>
                    <a:pt x="200" y="126"/>
                    <a:pt x="200" y="124"/>
                    <a:pt x="200" y="120"/>
                  </a:cubicBezTo>
                  <a:cubicBezTo>
                    <a:pt x="197" y="120"/>
                    <a:pt x="196" y="120"/>
                    <a:pt x="193" y="120"/>
                  </a:cubicBezTo>
                  <a:cubicBezTo>
                    <a:pt x="191" y="125"/>
                    <a:pt x="190" y="125"/>
                    <a:pt x="192" y="131"/>
                  </a:cubicBezTo>
                  <a:cubicBezTo>
                    <a:pt x="196" y="131"/>
                    <a:pt x="196" y="129"/>
                    <a:pt x="200" y="129"/>
                  </a:cubicBezTo>
                  <a:close/>
                  <a:moveTo>
                    <a:pt x="214" y="122"/>
                  </a:moveTo>
                  <a:cubicBezTo>
                    <a:pt x="217" y="134"/>
                    <a:pt x="233" y="140"/>
                    <a:pt x="242" y="133"/>
                  </a:cubicBezTo>
                  <a:cubicBezTo>
                    <a:pt x="237" y="120"/>
                    <a:pt x="228" y="122"/>
                    <a:pt x="214" y="122"/>
                  </a:cubicBezTo>
                  <a:close/>
                  <a:moveTo>
                    <a:pt x="263" y="206"/>
                  </a:moveTo>
                  <a:cubicBezTo>
                    <a:pt x="268" y="215"/>
                    <a:pt x="253" y="222"/>
                    <a:pt x="259" y="231"/>
                  </a:cubicBezTo>
                  <a:cubicBezTo>
                    <a:pt x="295" y="210"/>
                    <a:pt x="242" y="195"/>
                    <a:pt x="244" y="168"/>
                  </a:cubicBezTo>
                  <a:cubicBezTo>
                    <a:pt x="235" y="177"/>
                    <a:pt x="228" y="160"/>
                    <a:pt x="220" y="171"/>
                  </a:cubicBezTo>
                  <a:cubicBezTo>
                    <a:pt x="226" y="176"/>
                    <a:pt x="230" y="181"/>
                    <a:pt x="241" y="177"/>
                  </a:cubicBezTo>
                  <a:cubicBezTo>
                    <a:pt x="244" y="191"/>
                    <a:pt x="250" y="203"/>
                    <a:pt x="263" y="206"/>
                  </a:cubicBezTo>
                  <a:close/>
                  <a:moveTo>
                    <a:pt x="270" y="155"/>
                  </a:moveTo>
                  <a:cubicBezTo>
                    <a:pt x="270" y="147"/>
                    <a:pt x="262" y="145"/>
                    <a:pt x="256" y="141"/>
                  </a:cubicBezTo>
                  <a:cubicBezTo>
                    <a:pt x="257" y="148"/>
                    <a:pt x="256" y="152"/>
                    <a:pt x="255" y="155"/>
                  </a:cubicBezTo>
                  <a:cubicBezTo>
                    <a:pt x="259" y="155"/>
                    <a:pt x="264" y="155"/>
                    <a:pt x="270" y="155"/>
                  </a:cubicBezTo>
                  <a:close/>
                  <a:moveTo>
                    <a:pt x="270" y="183"/>
                  </a:moveTo>
                  <a:cubicBezTo>
                    <a:pt x="273" y="177"/>
                    <a:pt x="272" y="169"/>
                    <a:pt x="264" y="168"/>
                  </a:cubicBezTo>
                  <a:cubicBezTo>
                    <a:pt x="266" y="174"/>
                    <a:pt x="263" y="184"/>
                    <a:pt x="270" y="183"/>
                  </a:cubicBezTo>
                  <a:close/>
                  <a:moveTo>
                    <a:pt x="273" y="136"/>
                  </a:moveTo>
                  <a:cubicBezTo>
                    <a:pt x="291" y="164"/>
                    <a:pt x="274" y="217"/>
                    <a:pt x="283" y="252"/>
                  </a:cubicBezTo>
                  <a:cubicBezTo>
                    <a:pt x="269" y="260"/>
                    <a:pt x="246" y="268"/>
                    <a:pt x="225" y="264"/>
                  </a:cubicBezTo>
                  <a:cubicBezTo>
                    <a:pt x="211" y="248"/>
                    <a:pt x="228" y="230"/>
                    <a:pt x="231" y="217"/>
                  </a:cubicBezTo>
                  <a:cubicBezTo>
                    <a:pt x="221" y="207"/>
                    <a:pt x="207" y="222"/>
                    <a:pt x="193" y="222"/>
                  </a:cubicBezTo>
                  <a:cubicBezTo>
                    <a:pt x="190" y="244"/>
                    <a:pt x="176" y="254"/>
                    <a:pt x="160" y="264"/>
                  </a:cubicBezTo>
                  <a:cubicBezTo>
                    <a:pt x="138" y="265"/>
                    <a:pt x="88" y="268"/>
                    <a:pt x="88" y="244"/>
                  </a:cubicBezTo>
                  <a:cubicBezTo>
                    <a:pt x="88" y="230"/>
                    <a:pt x="102" y="236"/>
                    <a:pt x="107" y="224"/>
                  </a:cubicBezTo>
                  <a:cubicBezTo>
                    <a:pt x="101" y="212"/>
                    <a:pt x="83" y="211"/>
                    <a:pt x="76" y="214"/>
                  </a:cubicBezTo>
                  <a:cubicBezTo>
                    <a:pt x="55" y="220"/>
                    <a:pt x="60" y="260"/>
                    <a:pt x="30" y="258"/>
                  </a:cubicBezTo>
                  <a:cubicBezTo>
                    <a:pt x="19" y="258"/>
                    <a:pt x="0" y="249"/>
                    <a:pt x="1" y="230"/>
                  </a:cubicBezTo>
                  <a:cubicBezTo>
                    <a:pt x="5" y="225"/>
                    <a:pt x="14" y="227"/>
                    <a:pt x="19" y="224"/>
                  </a:cubicBezTo>
                  <a:cubicBezTo>
                    <a:pt x="35" y="207"/>
                    <a:pt x="35" y="169"/>
                    <a:pt x="15" y="158"/>
                  </a:cubicBezTo>
                  <a:cubicBezTo>
                    <a:pt x="5" y="95"/>
                    <a:pt x="44" y="81"/>
                    <a:pt x="64" y="48"/>
                  </a:cubicBezTo>
                  <a:cubicBezTo>
                    <a:pt x="65" y="39"/>
                    <a:pt x="60" y="35"/>
                    <a:pt x="60" y="25"/>
                  </a:cubicBezTo>
                  <a:cubicBezTo>
                    <a:pt x="66" y="16"/>
                    <a:pt x="85" y="16"/>
                    <a:pt x="85" y="5"/>
                  </a:cubicBezTo>
                  <a:cubicBezTo>
                    <a:pt x="101" y="3"/>
                    <a:pt x="115" y="3"/>
                    <a:pt x="131" y="0"/>
                  </a:cubicBezTo>
                  <a:cubicBezTo>
                    <a:pt x="152" y="11"/>
                    <a:pt x="165" y="47"/>
                    <a:pt x="160" y="76"/>
                  </a:cubicBezTo>
                  <a:cubicBezTo>
                    <a:pt x="159" y="88"/>
                    <a:pt x="147" y="96"/>
                    <a:pt x="148" y="110"/>
                  </a:cubicBezTo>
                  <a:cubicBezTo>
                    <a:pt x="168" y="125"/>
                    <a:pt x="190" y="109"/>
                    <a:pt x="208" y="107"/>
                  </a:cubicBezTo>
                  <a:cubicBezTo>
                    <a:pt x="231" y="106"/>
                    <a:pt x="261" y="117"/>
                    <a:pt x="273" y="1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D074E224-9669-CCD2-CFFD-10B3D6103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6248" y="4424998"/>
              <a:ext cx="282575" cy="149225"/>
            </a:xfrm>
            <a:custGeom>
              <a:avLst/>
              <a:gdLst>
                <a:gd name="T0" fmla="*/ 104 w 109"/>
                <a:gd name="T1" fmla="*/ 12 h 58"/>
                <a:gd name="T2" fmla="*/ 98 w 109"/>
                <a:gd name="T3" fmla="*/ 57 h 58"/>
                <a:gd name="T4" fmla="*/ 95 w 109"/>
                <a:gd name="T5" fmla="*/ 43 h 58"/>
                <a:gd name="T6" fmla="*/ 17 w 109"/>
                <a:gd name="T7" fmla="*/ 31 h 58"/>
                <a:gd name="T8" fmla="*/ 9 w 109"/>
                <a:gd name="T9" fmla="*/ 44 h 58"/>
                <a:gd name="T10" fmla="*/ 10 w 109"/>
                <a:gd name="T11" fmla="*/ 0 h 58"/>
                <a:gd name="T12" fmla="*/ 15 w 109"/>
                <a:gd name="T13" fmla="*/ 0 h 58"/>
                <a:gd name="T14" fmla="*/ 17 w 109"/>
                <a:gd name="T15" fmla="*/ 14 h 58"/>
                <a:gd name="T16" fmla="*/ 92 w 109"/>
                <a:gd name="T17" fmla="*/ 26 h 58"/>
                <a:gd name="T18" fmla="*/ 104 w 109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58">
                  <a:moveTo>
                    <a:pt x="104" y="12"/>
                  </a:moveTo>
                  <a:cubicBezTo>
                    <a:pt x="109" y="20"/>
                    <a:pt x="103" y="48"/>
                    <a:pt x="98" y="57"/>
                  </a:cubicBezTo>
                  <a:cubicBezTo>
                    <a:pt x="92" y="58"/>
                    <a:pt x="100" y="45"/>
                    <a:pt x="95" y="43"/>
                  </a:cubicBezTo>
                  <a:cubicBezTo>
                    <a:pt x="70" y="38"/>
                    <a:pt x="44" y="34"/>
                    <a:pt x="17" y="31"/>
                  </a:cubicBezTo>
                  <a:cubicBezTo>
                    <a:pt x="11" y="33"/>
                    <a:pt x="12" y="42"/>
                    <a:pt x="9" y="44"/>
                  </a:cubicBezTo>
                  <a:cubicBezTo>
                    <a:pt x="0" y="34"/>
                    <a:pt x="11" y="14"/>
                    <a:pt x="10" y="0"/>
                  </a:cubicBezTo>
                  <a:cubicBezTo>
                    <a:pt x="12" y="0"/>
                    <a:pt x="14" y="0"/>
                    <a:pt x="15" y="0"/>
                  </a:cubicBezTo>
                  <a:cubicBezTo>
                    <a:pt x="16" y="5"/>
                    <a:pt x="15" y="11"/>
                    <a:pt x="17" y="14"/>
                  </a:cubicBezTo>
                  <a:cubicBezTo>
                    <a:pt x="39" y="20"/>
                    <a:pt x="69" y="20"/>
                    <a:pt x="92" y="26"/>
                  </a:cubicBezTo>
                  <a:cubicBezTo>
                    <a:pt x="100" y="26"/>
                    <a:pt x="99" y="16"/>
                    <a:pt x="10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1C7F82E7-E337-4359-7117-62B87B423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985" y="4577398"/>
              <a:ext cx="312737" cy="236538"/>
            </a:xfrm>
            <a:custGeom>
              <a:avLst/>
              <a:gdLst>
                <a:gd name="T0" fmla="*/ 71 w 120"/>
                <a:gd name="T1" fmla="*/ 80 h 91"/>
                <a:gd name="T2" fmla="*/ 109 w 120"/>
                <a:gd name="T3" fmla="*/ 48 h 91"/>
                <a:gd name="T4" fmla="*/ 98 w 120"/>
                <a:gd name="T5" fmla="*/ 33 h 91"/>
                <a:gd name="T6" fmla="*/ 52 w 120"/>
                <a:gd name="T7" fmla="*/ 70 h 91"/>
                <a:gd name="T8" fmla="*/ 26 w 120"/>
                <a:gd name="T9" fmla="*/ 15 h 91"/>
                <a:gd name="T10" fmla="*/ 24 w 120"/>
                <a:gd name="T11" fmla="*/ 5 h 91"/>
                <a:gd name="T12" fmla="*/ 55 w 120"/>
                <a:gd name="T13" fmla="*/ 14 h 91"/>
                <a:gd name="T14" fmla="*/ 31 w 120"/>
                <a:gd name="T15" fmla="*/ 23 h 91"/>
                <a:gd name="T16" fmla="*/ 38 w 120"/>
                <a:gd name="T17" fmla="*/ 57 h 91"/>
                <a:gd name="T18" fmla="*/ 102 w 120"/>
                <a:gd name="T19" fmla="*/ 21 h 91"/>
                <a:gd name="T20" fmla="*/ 102 w 120"/>
                <a:gd name="T21" fmla="*/ 80 h 91"/>
                <a:gd name="T22" fmla="*/ 103 w 120"/>
                <a:gd name="T23" fmla="*/ 91 h 91"/>
                <a:gd name="T24" fmla="*/ 71 w 120"/>
                <a:gd name="T25" fmla="*/ 8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1">
                  <a:moveTo>
                    <a:pt x="71" y="80"/>
                  </a:moveTo>
                  <a:cubicBezTo>
                    <a:pt x="88" y="71"/>
                    <a:pt x="113" y="76"/>
                    <a:pt x="109" y="48"/>
                  </a:cubicBezTo>
                  <a:cubicBezTo>
                    <a:pt x="108" y="43"/>
                    <a:pt x="104" y="36"/>
                    <a:pt x="98" y="33"/>
                  </a:cubicBezTo>
                  <a:cubicBezTo>
                    <a:pt x="72" y="26"/>
                    <a:pt x="77" y="60"/>
                    <a:pt x="52" y="70"/>
                  </a:cubicBezTo>
                  <a:cubicBezTo>
                    <a:pt x="19" y="83"/>
                    <a:pt x="0" y="37"/>
                    <a:pt x="26" y="15"/>
                  </a:cubicBezTo>
                  <a:cubicBezTo>
                    <a:pt x="26" y="12"/>
                    <a:pt x="22" y="10"/>
                    <a:pt x="24" y="5"/>
                  </a:cubicBezTo>
                  <a:cubicBezTo>
                    <a:pt x="33" y="8"/>
                    <a:pt x="52" y="10"/>
                    <a:pt x="55" y="14"/>
                  </a:cubicBezTo>
                  <a:cubicBezTo>
                    <a:pt x="51" y="24"/>
                    <a:pt x="40" y="18"/>
                    <a:pt x="31" y="23"/>
                  </a:cubicBezTo>
                  <a:cubicBezTo>
                    <a:pt x="19" y="31"/>
                    <a:pt x="14" y="59"/>
                    <a:pt x="38" y="57"/>
                  </a:cubicBezTo>
                  <a:cubicBezTo>
                    <a:pt x="58" y="56"/>
                    <a:pt x="69" y="0"/>
                    <a:pt x="102" y="21"/>
                  </a:cubicBezTo>
                  <a:cubicBezTo>
                    <a:pt x="117" y="29"/>
                    <a:pt x="120" y="65"/>
                    <a:pt x="102" y="80"/>
                  </a:cubicBezTo>
                  <a:cubicBezTo>
                    <a:pt x="98" y="84"/>
                    <a:pt x="109" y="85"/>
                    <a:pt x="103" y="91"/>
                  </a:cubicBezTo>
                  <a:cubicBezTo>
                    <a:pt x="92" y="88"/>
                    <a:pt x="76" y="89"/>
                    <a:pt x="71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651EC3F4-F241-AE7C-7CD4-261203C2EC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0198" y="4723448"/>
              <a:ext cx="334962" cy="347663"/>
            </a:xfrm>
            <a:custGeom>
              <a:avLst/>
              <a:gdLst>
                <a:gd name="T0" fmla="*/ 56 w 129"/>
                <a:gd name="T1" fmla="*/ 85 h 134"/>
                <a:gd name="T2" fmla="*/ 32 w 129"/>
                <a:gd name="T3" fmla="*/ 44 h 134"/>
                <a:gd name="T4" fmla="*/ 19 w 129"/>
                <a:gd name="T5" fmla="*/ 66 h 134"/>
                <a:gd name="T6" fmla="*/ 56 w 129"/>
                <a:gd name="T7" fmla="*/ 85 h 134"/>
                <a:gd name="T8" fmla="*/ 128 w 129"/>
                <a:gd name="T9" fmla="*/ 48 h 134"/>
                <a:gd name="T10" fmla="*/ 115 w 129"/>
                <a:gd name="T11" fmla="*/ 75 h 134"/>
                <a:gd name="T12" fmla="*/ 61 w 129"/>
                <a:gd name="T13" fmla="*/ 85 h 134"/>
                <a:gd name="T14" fmla="*/ 90 w 129"/>
                <a:gd name="T15" fmla="*/ 105 h 134"/>
                <a:gd name="T16" fmla="*/ 102 w 129"/>
                <a:gd name="T17" fmla="*/ 96 h 134"/>
                <a:gd name="T18" fmla="*/ 83 w 129"/>
                <a:gd name="T19" fmla="*/ 134 h 134"/>
                <a:gd name="T20" fmla="*/ 83 w 129"/>
                <a:gd name="T21" fmla="*/ 121 h 134"/>
                <a:gd name="T22" fmla="*/ 16 w 129"/>
                <a:gd name="T23" fmla="*/ 82 h 134"/>
                <a:gd name="T24" fmla="*/ 0 w 129"/>
                <a:gd name="T25" fmla="*/ 89 h 134"/>
                <a:gd name="T26" fmla="*/ 70 w 129"/>
                <a:gd name="T27" fmla="*/ 46 h 134"/>
                <a:gd name="T28" fmla="*/ 68 w 129"/>
                <a:gd name="T29" fmla="*/ 63 h 134"/>
                <a:gd name="T30" fmla="*/ 128 w 129"/>
                <a:gd name="T31" fmla="*/ 48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9" h="134">
                  <a:moveTo>
                    <a:pt x="56" y="85"/>
                  </a:moveTo>
                  <a:cubicBezTo>
                    <a:pt x="67" y="67"/>
                    <a:pt x="59" y="39"/>
                    <a:pt x="32" y="44"/>
                  </a:cubicBezTo>
                  <a:cubicBezTo>
                    <a:pt x="27" y="51"/>
                    <a:pt x="21" y="56"/>
                    <a:pt x="19" y="66"/>
                  </a:cubicBezTo>
                  <a:cubicBezTo>
                    <a:pt x="32" y="72"/>
                    <a:pt x="43" y="80"/>
                    <a:pt x="56" y="85"/>
                  </a:cubicBezTo>
                  <a:close/>
                  <a:moveTo>
                    <a:pt x="128" y="48"/>
                  </a:moveTo>
                  <a:cubicBezTo>
                    <a:pt x="129" y="56"/>
                    <a:pt x="121" y="68"/>
                    <a:pt x="115" y="75"/>
                  </a:cubicBezTo>
                  <a:cubicBezTo>
                    <a:pt x="94" y="77"/>
                    <a:pt x="68" y="73"/>
                    <a:pt x="61" y="85"/>
                  </a:cubicBezTo>
                  <a:cubicBezTo>
                    <a:pt x="66" y="97"/>
                    <a:pt x="81" y="97"/>
                    <a:pt x="90" y="105"/>
                  </a:cubicBezTo>
                  <a:cubicBezTo>
                    <a:pt x="98" y="105"/>
                    <a:pt x="96" y="96"/>
                    <a:pt x="102" y="96"/>
                  </a:cubicBezTo>
                  <a:cubicBezTo>
                    <a:pt x="102" y="108"/>
                    <a:pt x="89" y="129"/>
                    <a:pt x="83" y="134"/>
                  </a:cubicBezTo>
                  <a:cubicBezTo>
                    <a:pt x="76" y="134"/>
                    <a:pt x="87" y="128"/>
                    <a:pt x="83" y="121"/>
                  </a:cubicBezTo>
                  <a:cubicBezTo>
                    <a:pt x="63" y="105"/>
                    <a:pt x="39" y="95"/>
                    <a:pt x="16" y="82"/>
                  </a:cubicBezTo>
                  <a:cubicBezTo>
                    <a:pt x="7" y="80"/>
                    <a:pt x="10" y="91"/>
                    <a:pt x="0" y="89"/>
                  </a:cubicBezTo>
                  <a:cubicBezTo>
                    <a:pt x="8" y="61"/>
                    <a:pt x="43" y="0"/>
                    <a:pt x="70" y="46"/>
                  </a:cubicBezTo>
                  <a:cubicBezTo>
                    <a:pt x="70" y="52"/>
                    <a:pt x="71" y="61"/>
                    <a:pt x="68" y="63"/>
                  </a:cubicBezTo>
                  <a:cubicBezTo>
                    <a:pt x="90" y="61"/>
                    <a:pt x="116" y="61"/>
                    <a:pt x="128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8" name="Freeform 23">
              <a:extLst>
                <a:ext uri="{FF2B5EF4-FFF2-40B4-BE49-F238E27FC236}">
                  <a16:creationId xmlns:a16="http://schemas.microsoft.com/office/drawing/2014/main" id="{CD3B8DEF-4639-A650-CB7B-03FC30DD7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7323" y="4993323"/>
              <a:ext cx="327025" cy="312738"/>
            </a:xfrm>
            <a:custGeom>
              <a:avLst/>
              <a:gdLst>
                <a:gd name="T0" fmla="*/ 103 w 126"/>
                <a:gd name="T1" fmla="*/ 40 h 121"/>
                <a:gd name="T2" fmla="*/ 126 w 126"/>
                <a:gd name="T3" fmla="*/ 58 h 121"/>
                <a:gd name="T4" fmla="*/ 71 w 126"/>
                <a:gd name="T5" fmla="*/ 121 h 121"/>
                <a:gd name="T6" fmla="*/ 74 w 126"/>
                <a:gd name="T7" fmla="*/ 107 h 121"/>
                <a:gd name="T8" fmla="*/ 16 w 126"/>
                <a:gd name="T9" fmla="*/ 55 h 121"/>
                <a:gd name="T10" fmla="*/ 0 w 126"/>
                <a:gd name="T11" fmla="*/ 60 h 121"/>
                <a:gd name="T12" fmla="*/ 46 w 126"/>
                <a:gd name="T13" fmla="*/ 0 h 121"/>
                <a:gd name="T14" fmla="*/ 63 w 126"/>
                <a:gd name="T15" fmla="*/ 15 h 121"/>
                <a:gd name="T16" fmla="*/ 43 w 126"/>
                <a:gd name="T17" fmla="*/ 17 h 121"/>
                <a:gd name="T18" fmla="*/ 22 w 126"/>
                <a:gd name="T19" fmla="*/ 39 h 121"/>
                <a:gd name="T20" fmla="*/ 50 w 126"/>
                <a:gd name="T21" fmla="*/ 64 h 121"/>
                <a:gd name="T22" fmla="*/ 57 w 126"/>
                <a:gd name="T23" fmla="*/ 31 h 121"/>
                <a:gd name="T24" fmla="*/ 90 w 126"/>
                <a:gd name="T25" fmla="*/ 55 h 121"/>
                <a:gd name="T26" fmla="*/ 57 w 126"/>
                <a:gd name="T27" fmla="*/ 67 h 121"/>
                <a:gd name="T28" fmla="*/ 87 w 126"/>
                <a:gd name="T29" fmla="*/ 92 h 121"/>
                <a:gd name="T30" fmla="*/ 103 w 126"/>
                <a:gd name="T31" fmla="*/ 4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6" h="121">
                  <a:moveTo>
                    <a:pt x="103" y="40"/>
                  </a:moveTo>
                  <a:cubicBezTo>
                    <a:pt x="111" y="39"/>
                    <a:pt x="116" y="55"/>
                    <a:pt x="126" y="58"/>
                  </a:cubicBezTo>
                  <a:cubicBezTo>
                    <a:pt x="107" y="78"/>
                    <a:pt x="92" y="110"/>
                    <a:pt x="71" y="121"/>
                  </a:cubicBezTo>
                  <a:cubicBezTo>
                    <a:pt x="71" y="115"/>
                    <a:pt x="78" y="111"/>
                    <a:pt x="74" y="107"/>
                  </a:cubicBezTo>
                  <a:cubicBezTo>
                    <a:pt x="57" y="87"/>
                    <a:pt x="35" y="72"/>
                    <a:pt x="16" y="55"/>
                  </a:cubicBezTo>
                  <a:cubicBezTo>
                    <a:pt x="8" y="54"/>
                    <a:pt x="6" y="66"/>
                    <a:pt x="0" y="60"/>
                  </a:cubicBezTo>
                  <a:cubicBezTo>
                    <a:pt x="13" y="38"/>
                    <a:pt x="33" y="21"/>
                    <a:pt x="46" y="0"/>
                  </a:cubicBezTo>
                  <a:cubicBezTo>
                    <a:pt x="52" y="4"/>
                    <a:pt x="63" y="11"/>
                    <a:pt x="63" y="15"/>
                  </a:cubicBezTo>
                  <a:cubicBezTo>
                    <a:pt x="62" y="24"/>
                    <a:pt x="51" y="14"/>
                    <a:pt x="43" y="17"/>
                  </a:cubicBezTo>
                  <a:cubicBezTo>
                    <a:pt x="41" y="20"/>
                    <a:pt x="22" y="34"/>
                    <a:pt x="22" y="39"/>
                  </a:cubicBezTo>
                  <a:cubicBezTo>
                    <a:pt x="23" y="49"/>
                    <a:pt x="44" y="54"/>
                    <a:pt x="50" y="64"/>
                  </a:cubicBezTo>
                  <a:cubicBezTo>
                    <a:pt x="63" y="60"/>
                    <a:pt x="65" y="41"/>
                    <a:pt x="57" y="31"/>
                  </a:cubicBezTo>
                  <a:cubicBezTo>
                    <a:pt x="68" y="31"/>
                    <a:pt x="78" y="49"/>
                    <a:pt x="90" y="55"/>
                  </a:cubicBezTo>
                  <a:cubicBezTo>
                    <a:pt x="81" y="58"/>
                    <a:pt x="61" y="52"/>
                    <a:pt x="57" y="67"/>
                  </a:cubicBezTo>
                  <a:cubicBezTo>
                    <a:pt x="66" y="76"/>
                    <a:pt x="74" y="93"/>
                    <a:pt x="87" y="92"/>
                  </a:cubicBezTo>
                  <a:cubicBezTo>
                    <a:pt x="105" y="92"/>
                    <a:pt x="116" y="60"/>
                    <a:pt x="103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59" name="Freeform 24">
              <a:extLst>
                <a:ext uri="{FF2B5EF4-FFF2-40B4-BE49-F238E27FC236}">
                  <a16:creationId xmlns:a16="http://schemas.microsoft.com/office/drawing/2014/main" id="{523FE168-E3E4-0675-00A8-1C6BF4B273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1535" y="3228023"/>
              <a:ext cx="2111375" cy="2195513"/>
            </a:xfrm>
            <a:custGeom>
              <a:avLst/>
              <a:gdLst>
                <a:gd name="T0" fmla="*/ 316 w 813"/>
                <a:gd name="T1" fmla="*/ 720 h 846"/>
                <a:gd name="T2" fmla="*/ 313 w 813"/>
                <a:gd name="T3" fmla="*/ 652 h 846"/>
                <a:gd name="T4" fmla="*/ 294 w 813"/>
                <a:gd name="T5" fmla="*/ 673 h 846"/>
                <a:gd name="T6" fmla="*/ 309 w 813"/>
                <a:gd name="T7" fmla="*/ 671 h 846"/>
                <a:gd name="T8" fmla="*/ 313 w 813"/>
                <a:gd name="T9" fmla="*/ 720 h 846"/>
                <a:gd name="T10" fmla="*/ 316 w 813"/>
                <a:gd name="T11" fmla="*/ 720 h 846"/>
                <a:gd name="T12" fmla="*/ 377 w 813"/>
                <a:gd name="T13" fmla="*/ 720 h 846"/>
                <a:gd name="T14" fmla="*/ 391 w 813"/>
                <a:gd name="T15" fmla="*/ 671 h 846"/>
                <a:gd name="T16" fmla="*/ 349 w 813"/>
                <a:gd name="T17" fmla="*/ 667 h 846"/>
                <a:gd name="T18" fmla="*/ 384 w 813"/>
                <a:gd name="T19" fmla="*/ 692 h 846"/>
                <a:gd name="T20" fmla="*/ 366 w 813"/>
                <a:gd name="T21" fmla="*/ 715 h 846"/>
                <a:gd name="T22" fmla="*/ 353 w 813"/>
                <a:gd name="T23" fmla="*/ 704 h 846"/>
                <a:gd name="T24" fmla="*/ 377 w 813"/>
                <a:gd name="T25" fmla="*/ 720 h 846"/>
                <a:gd name="T26" fmla="*/ 417 w 813"/>
                <a:gd name="T27" fmla="*/ 716 h 846"/>
                <a:gd name="T28" fmla="*/ 419 w 813"/>
                <a:gd name="T29" fmla="*/ 656 h 846"/>
                <a:gd name="T30" fmla="*/ 417 w 813"/>
                <a:gd name="T31" fmla="*/ 716 h 846"/>
                <a:gd name="T32" fmla="*/ 481 w 813"/>
                <a:gd name="T33" fmla="*/ 714 h 846"/>
                <a:gd name="T34" fmla="*/ 514 w 813"/>
                <a:gd name="T35" fmla="*/ 668 h 846"/>
                <a:gd name="T36" fmla="*/ 475 w 813"/>
                <a:gd name="T37" fmla="*/ 672 h 846"/>
                <a:gd name="T38" fmla="*/ 490 w 813"/>
                <a:gd name="T39" fmla="*/ 659 h 846"/>
                <a:gd name="T40" fmla="*/ 506 w 813"/>
                <a:gd name="T41" fmla="*/ 668 h 846"/>
                <a:gd name="T42" fmla="*/ 470 w 813"/>
                <a:gd name="T43" fmla="*/ 720 h 846"/>
                <a:gd name="T44" fmla="*/ 514 w 813"/>
                <a:gd name="T45" fmla="*/ 715 h 846"/>
                <a:gd name="T46" fmla="*/ 481 w 813"/>
                <a:gd name="T47" fmla="*/ 714 h 846"/>
                <a:gd name="T48" fmla="*/ 415 w 813"/>
                <a:gd name="T49" fmla="*/ 465 h 846"/>
                <a:gd name="T50" fmla="*/ 628 w 813"/>
                <a:gd name="T51" fmla="*/ 461 h 846"/>
                <a:gd name="T52" fmla="*/ 478 w 813"/>
                <a:gd name="T53" fmla="*/ 353 h 846"/>
                <a:gd name="T54" fmla="*/ 545 w 813"/>
                <a:gd name="T55" fmla="*/ 362 h 846"/>
                <a:gd name="T56" fmla="*/ 441 w 813"/>
                <a:gd name="T57" fmla="*/ 229 h 846"/>
                <a:gd name="T58" fmla="*/ 483 w 813"/>
                <a:gd name="T59" fmla="*/ 237 h 846"/>
                <a:gd name="T60" fmla="*/ 441 w 813"/>
                <a:gd name="T61" fmla="*/ 162 h 846"/>
                <a:gd name="T62" fmla="*/ 408 w 813"/>
                <a:gd name="T63" fmla="*/ 80 h 846"/>
                <a:gd name="T64" fmla="*/ 346 w 813"/>
                <a:gd name="T65" fmla="*/ 220 h 846"/>
                <a:gd name="T66" fmla="*/ 340 w 813"/>
                <a:gd name="T67" fmla="*/ 237 h 846"/>
                <a:gd name="T68" fmla="*/ 381 w 813"/>
                <a:gd name="T69" fmla="*/ 229 h 846"/>
                <a:gd name="T70" fmla="*/ 275 w 813"/>
                <a:gd name="T71" fmla="*/ 360 h 846"/>
                <a:gd name="T72" fmla="*/ 344 w 813"/>
                <a:gd name="T73" fmla="*/ 353 h 846"/>
                <a:gd name="T74" fmla="*/ 344 w 813"/>
                <a:gd name="T75" fmla="*/ 355 h 846"/>
                <a:gd name="T76" fmla="*/ 342 w 813"/>
                <a:gd name="T77" fmla="*/ 357 h 846"/>
                <a:gd name="T78" fmla="*/ 211 w 813"/>
                <a:gd name="T79" fmla="*/ 446 h 846"/>
                <a:gd name="T80" fmla="*/ 192 w 813"/>
                <a:gd name="T81" fmla="*/ 461 h 846"/>
                <a:gd name="T82" fmla="*/ 415 w 813"/>
                <a:gd name="T83" fmla="*/ 465 h 846"/>
                <a:gd name="T84" fmla="*/ 450 w 813"/>
                <a:gd name="T85" fmla="*/ 532 h 846"/>
                <a:gd name="T86" fmla="*/ 677 w 813"/>
                <a:gd name="T87" fmla="*/ 532 h 846"/>
                <a:gd name="T88" fmla="*/ 649 w 813"/>
                <a:gd name="T89" fmla="*/ 492 h 846"/>
                <a:gd name="T90" fmla="*/ 413 w 813"/>
                <a:gd name="T91" fmla="*/ 482 h 846"/>
                <a:gd name="T92" fmla="*/ 217 w 813"/>
                <a:gd name="T93" fmla="*/ 489 h 846"/>
                <a:gd name="T94" fmla="*/ 172 w 813"/>
                <a:gd name="T95" fmla="*/ 495 h 846"/>
                <a:gd name="T96" fmla="*/ 145 w 813"/>
                <a:gd name="T97" fmla="*/ 532 h 846"/>
                <a:gd name="T98" fmla="*/ 377 w 813"/>
                <a:gd name="T99" fmla="*/ 532 h 846"/>
                <a:gd name="T100" fmla="*/ 375 w 813"/>
                <a:gd name="T101" fmla="*/ 551 h 846"/>
                <a:gd name="T102" fmla="*/ 450 w 813"/>
                <a:gd name="T103" fmla="*/ 551 h 846"/>
                <a:gd name="T104" fmla="*/ 450 w 813"/>
                <a:gd name="T105" fmla="*/ 532 h 846"/>
                <a:gd name="T106" fmla="*/ 794 w 813"/>
                <a:gd name="T107" fmla="*/ 0 h 846"/>
                <a:gd name="T108" fmla="*/ 749 w 813"/>
                <a:gd name="T109" fmla="*/ 575 h 846"/>
                <a:gd name="T110" fmla="*/ 408 w 813"/>
                <a:gd name="T111" fmla="*/ 846 h 846"/>
                <a:gd name="T112" fmla="*/ 66 w 813"/>
                <a:gd name="T113" fmla="*/ 579 h 846"/>
                <a:gd name="T114" fmla="*/ 18 w 813"/>
                <a:gd name="T115" fmla="*/ 5 h 846"/>
                <a:gd name="T116" fmla="*/ 22 w 813"/>
                <a:gd name="T117" fmla="*/ 0 h 846"/>
                <a:gd name="T118" fmla="*/ 794 w 813"/>
                <a:gd name="T119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13" h="846">
                  <a:moveTo>
                    <a:pt x="316" y="720"/>
                  </a:moveTo>
                  <a:cubicBezTo>
                    <a:pt x="318" y="703"/>
                    <a:pt x="324" y="665"/>
                    <a:pt x="313" y="652"/>
                  </a:cubicBezTo>
                  <a:cubicBezTo>
                    <a:pt x="310" y="663"/>
                    <a:pt x="297" y="662"/>
                    <a:pt x="294" y="673"/>
                  </a:cubicBezTo>
                  <a:cubicBezTo>
                    <a:pt x="299" y="681"/>
                    <a:pt x="307" y="666"/>
                    <a:pt x="309" y="671"/>
                  </a:cubicBezTo>
                  <a:cubicBezTo>
                    <a:pt x="311" y="686"/>
                    <a:pt x="305" y="711"/>
                    <a:pt x="313" y="720"/>
                  </a:cubicBezTo>
                  <a:cubicBezTo>
                    <a:pt x="314" y="720"/>
                    <a:pt x="315" y="720"/>
                    <a:pt x="316" y="720"/>
                  </a:cubicBezTo>
                  <a:close/>
                  <a:moveTo>
                    <a:pt x="377" y="720"/>
                  </a:moveTo>
                  <a:cubicBezTo>
                    <a:pt x="392" y="716"/>
                    <a:pt x="395" y="684"/>
                    <a:pt x="391" y="671"/>
                  </a:cubicBezTo>
                  <a:cubicBezTo>
                    <a:pt x="385" y="644"/>
                    <a:pt x="353" y="653"/>
                    <a:pt x="349" y="667"/>
                  </a:cubicBezTo>
                  <a:cubicBezTo>
                    <a:pt x="340" y="705"/>
                    <a:pt x="376" y="699"/>
                    <a:pt x="384" y="692"/>
                  </a:cubicBezTo>
                  <a:cubicBezTo>
                    <a:pt x="382" y="704"/>
                    <a:pt x="380" y="715"/>
                    <a:pt x="366" y="715"/>
                  </a:cubicBezTo>
                  <a:cubicBezTo>
                    <a:pt x="358" y="716"/>
                    <a:pt x="362" y="704"/>
                    <a:pt x="353" y="704"/>
                  </a:cubicBezTo>
                  <a:cubicBezTo>
                    <a:pt x="349" y="720"/>
                    <a:pt x="364" y="724"/>
                    <a:pt x="377" y="720"/>
                  </a:cubicBezTo>
                  <a:close/>
                  <a:moveTo>
                    <a:pt x="417" y="716"/>
                  </a:moveTo>
                  <a:cubicBezTo>
                    <a:pt x="454" y="753"/>
                    <a:pt x="475" y="629"/>
                    <a:pt x="419" y="656"/>
                  </a:cubicBezTo>
                  <a:cubicBezTo>
                    <a:pt x="409" y="668"/>
                    <a:pt x="404" y="705"/>
                    <a:pt x="417" y="716"/>
                  </a:cubicBezTo>
                  <a:close/>
                  <a:moveTo>
                    <a:pt x="481" y="714"/>
                  </a:moveTo>
                  <a:cubicBezTo>
                    <a:pt x="489" y="696"/>
                    <a:pt x="517" y="692"/>
                    <a:pt x="514" y="668"/>
                  </a:cubicBezTo>
                  <a:cubicBezTo>
                    <a:pt x="511" y="646"/>
                    <a:pt x="469" y="648"/>
                    <a:pt x="475" y="672"/>
                  </a:cubicBezTo>
                  <a:cubicBezTo>
                    <a:pt x="485" y="671"/>
                    <a:pt x="481" y="661"/>
                    <a:pt x="490" y="659"/>
                  </a:cubicBezTo>
                  <a:cubicBezTo>
                    <a:pt x="497" y="658"/>
                    <a:pt x="503" y="661"/>
                    <a:pt x="506" y="668"/>
                  </a:cubicBezTo>
                  <a:cubicBezTo>
                    <a:pt x="511" y="690"/>
                    <a:pt x="468" y="699"/>
                    <a:pt x="470" y="720"/>
                  </a:cubicBezTo>
                  <a:cubicBezTo>
                    <a:pt x="484" y="718"/>
                    <a:pt x="509" y="727"/>
                    <a:pt x="514" y="715"/>
                  </a:cubicBezTo>
                  <a:cubicBezTo>
                    <a:pt x="506" y="711"/>
                    <a:pt x="491" y="714"/>
                    <a:pt x="481" y="714"/>
                  </a:cubicBezTo>
                  <a:close/>
                  <a:moveTo>
                    <a:pt x="415" y="465"/>
                  </a:moveTo>
                  <a:cubicBezTo>
                    <a:pt x="469" y="406"/>
                    <a:pt x="550" y="477"/>
                    <a:pt x="628" y="461"/>
                  </a:cubicBezTo>
                  <a:cubicBezTo>
                    <a:pt x="577" y="425"/>
                    <a:pt x="517" y="400"/>
                    <a:pt x="478" y="353"/>
                  </a:cubicBezTo>
                  <a:cubicBezTo>
                    <a:pt x="496" y="360"/>
                    <a:pt x="518" y="363"/>
                    <a:pt x="545" y="362"/>
                  </a:cubicBezTo>
                  <a:cubicBezTo>
                    <a:pt x="511" y="318"/>
                    <a:pt x="456" y="287"/>
                    <a:pt x="441" y="229"/>
                  </a:cubicBezTo>
                  <a:cubicBezTo>
                    <a:pt x="454" y="233"/>
                    <a:pt x="465" y="237"/>
                    <a:pt x="483" y="237"/>
                  </a:cubicBezTo>
                  <a:cubicBezTo>
                    <a:pt x="468" y="213"/>
                    <a:pt x="453" y="189"/>
                    <a:pt x="441" y="162"/>
                  </a:cubicBezTo>
                  <a:cubicBezTo>
                    <a:pt x="429" y="137"/>
                    <a:pt x="420" y="108"/>
                    <a:pt x="408" y="80"/>
                  </a:cubicBezTo>
                  <a:cubicBezTo>
                    <a:pt x="397" y="134"/>
                    <a:pt x="370" y="184"/>
                    <a:pt x="346" y="220"/>
                  </a:cubicBezTo>
                  <a:cubicBezTo>
                    <a:pt x="343" y="225"/>
                    <a:pt x="337" y="231"/>
                    <a:pt x="340" y="237"/>
                  </a:cubicBezTo>
                  <a:cubicBezTo>
                    <a:pt x="357" y="237"/>
                    <a:pt x="368" y="233"/>
                    <a:pt x="381" y="229"/>
                  </a:cubicBezTo>
                  <a:cubicBezTo>
                    <a:pt x="359" y="287"/>
                    <a:pt x="313" y="319"/>
                    <a:pt x="275" y="360"/>
                  </a:cubicBezTo>
                  <a:cubicBezTo>
                    <a:pt x="302" y="361"/>
                    <a:pt x="325" y="360"/>
                    <a:pt x="344" y="353"/>
                  </a:cubicBezTo>
                  <a:cubicBezTo>
                    <a:pt x="344" y="355"/>
                    <a:pt x="344" y="355"/>
                    <a:pt x="344" y="355"/>
                  </a:cubicBezTo>
                  <a:cubicBezTo>
                    <a:pt x="343" y="355"/>
                    <a:pt x="342" y="355"/>
                    <a:pt x="342" y="357"/>
                  </a:cubicBezTo>
                  <a:cubicBezTo>
                    <a:pt x="304" y="391"/>
                    <a:pt x="258" y="423"/>
                    <a:pt x="211" y="446"/>
                  </a:cubicBezTo>
                  <a:cubicBezTo>
                    <a:pt x="204" y="449"/>
                    <a:pt x="195" y="453"/>
                    <a:pt x="192" y="461"/>
                  </a:cubicBezTo>
                  <a:cubicBezTo>
                    <a:pt x="266" y="473"/>
                    <a:pt x="357" y="410"/>
                    <a:pt x="415" y="465"/>
                  </a:cubicBezTo>
                  <a:close/>
                  <a:moveTo>
                    <a:pt x="450" y="532"/>
                  </a:moveTo>
                  <a:cubicBezTo>
                    <a:pt x="525" y="532"/>
                    <a:pt x="601" y="532"/>
                    <a:pt x="677" y="532"/>
                  </a:cubicBezTo>
                  <a:cubicBezTo>
                    <a:pt x="670" y="517"/>
                    <a:pt x="659" y="505"/>
                    <a:pt x="649" y="492"/>
                  </a:cubicBezTo>
                  <a:cubicBezTo>
                    <a:pt x="572" y="496"/>
                    <a:pt x="480" y="424"/>
                    <a:pt x="413" y="482"/>
                  </a:cubicBezTo>
                  <a:cubicBezTo>
                    <a:pt x="357" y="433"/>
                    <a:pt x="277" y="479"/>
                    <a:pt x="217" y="489"/>
                  </a:cubicBezTo>
                  <a:cubicBezTo>
                    <a:pt x="201" y="492"/>
                    <a:pt x="183" y="490"/>
                    <a:pt x="172" y="495"/>
                  </a:cubicBezTo>
                  <a:cubicBezTo>
                    <a:pt x="159" y="500"/>
                    <a:pt x="151" y="523"/>
                    <a:pt x="145" y="532"/>
                  </a:cubicBezTo>
                  <a:cubicBezTo>
                    <a:pt x="222" y="532"/>
                    <a:pt x="299" y="532"/>
                    <a:pt x="377" y="532"/>
                  </a:cubicBezTo>
                  <a:cubicBezTo>
                    <a:pt x="377" y="539"/>
                    <a:pt x="374" y="542"/>
                    <a:pt x="375" y="551"/>
                  </a:cubicBezTo>
                  <a:cubicBezTo>
                    <a:pt x="401" y="551"/>
                    <a:pt x="425" y="551"/>
                    <a:pt x="450" y="551"/>
                  </a:cubicBezTo>
                  <a:cubicBezTo>
                    <a:pt x="451" y="544"/>
                    <a:pt x="445" y="537"/>
                    <a:pt x="450" y="532"/>
                  </a:cubicBezTo>
                  <a:close/>
                  <a:moveTo>
                    <a:pt x="794" y="0"/>
                  </a:moveTo>
                  <a:cubicBezTo>
                    <a:pt x="794" y="208"/>
                    <a:pt x="813" y="432"/>
                    <a:pt x="749" y="575"/>
                  </a:cubicBezTo>
                  <a:cubicBezTo>
                    <a:pt x="686" y="721"/>
                    <a:pt x="550" y="780"/>
                    <a:pt x="408" y="846"/>
                  </a:cubicBezTo>
                  <a:cubicBezTo>
                    <a:pt x="265" y="782"/>
                    <a:pt x="132" y="721"/>
                    <a:pt x="66" y="579"/>
                  </a:cubicBezTo>
                  <a:cubicBezTo>
                    <a:pt x="0" y="437"/>
                    <a:pt x="23" y="215"/>
                    <a:pt x="18" y="5"/>
                  </a:cubicBezTo>
                  <a:cubicBezTo>
                    <a:pt x="18" y="1"/>
                    <a:pt x="19" y="0"/>
                    <a:pt x="22" y="0"/>
                  </a:cubicBezTo>
                  <a:cubicBezTo>
                    <a:pt x="280" y="0"/>
                    <a:pt x="538" y="0"/>
                    <a:pt x="79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0" name="Freeform 25">
              <a:extLst>
                <a:ext uri="{FF2B5EF4-FFF2-40B4-BE49-F238E27FC236}">
                  <a16:creationId xmlns:a16="http://schemas.microsoft.com/office/drawing/2014/main" id="{1113EAA8-B1BC-54F6-3B24-E7F027ADC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3010" y="5166360"/>
              <a:ext cx="269875" cy="298450"/>
            </a:xfrm>
            <a:custGeom>
              <a:avLst/>
              <a:gdLst>
                <a:gd name="T0" fmla="*/ 74 w 104"/>
                <a:gd name="T1" fmla="*/ 15 h 115"/>
                <a:gd name="T2" fmla="*/ 96 w 104"/>
                <a:gd name="T3" fmla="*/ 115 h 115"/>
                <a:gd name="T4" fmla="*/ 17 w 104"/>
                <a:gd name="T5" fmla="*/ 64 h 115"/>
                <a:gd name="T6" fmla="*/ 0 w 104"/>
                <a:gd name="T7" fmla="*/ 67 h 115"/>
                <a:gd name="T8" fmla="*/ 25 w 104"/>
                <a:gd name="T9" fmla="*/ 50 h 115"/>
                <a:gd name="T10" fmla="*/ 84 w 104"/>
                <a:gd name="T11" fmla="*/ 88 h 115"/>
                <a:gd name="T12" fmla="*/ 66 w 104"/>
                <a:gd name="T13" fmla="*/ 21 h 115"/>
                <a:gd name="T14" fmla="*/ 50 w 104"/>
                <a:gd name="T15" fmla="*/ 28 h 115"/>
                <a:gd name="T16" fmla="*/ 75 w 104"/>
                <a:gd name="T17" fmla="*/ 0 h 115"/>
                <a:gd name="T18" fmla="*/ 74 w 104"/>
                <a:gd name="T19" fmla="*/ 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5">
                  <a:moveTo>
                    <a:pt x="74" y="15"/>
                  </a:moveTo>
                  <a:cubicBezTo>
                    <a:pt x="73" y="47"/>
                    <a:pt x="104" y="86"/>
                    <a:pt x="96" y="115"/>
                  </a:cubicBezTo>
                  <a:cubicBezTo>
                    <a:pt x="71" y="99"/>
                    <a:pt x="43" y="82"/>
                    <a:pt x="17" y="64"/>
                  </a:cubicBezTo>
                  <a:cubicBezTo>
                    <a:pt x="8" y="63"/>
                    <a:pt x="5" y="71"/>
                    <a:pt x="0" y="67"/>
                  </a:cubicBezTo>
                  <a:cubicBezTo>
                    <a:pt x="6" y="54"/>
                    <a:pt x="46" y="26"/>
                    <a:pt x="25" y="50"/>
                  </a:cubicBezTo>
                  <a:cubicBezTo>
                    <a:pt x="43" y="66"/>
                    <a:pt x="64" y="77"/>
                    <a:pt x="84" y="88"/>
                  </a:cubicBezTo>
                  <a:cubicBezTo>
                    <a:pt x="84" y="67"/>
                    <a:pt x="73" y="42"/>
                    <a:pt x="66" y="21"/>
                  </a:cubicBezTo>
                  <a:cubicBezTo>
                    <a:pt x="60" y="23"/>
                    <a:pt x="56" y="26"/>
                    <a:pt x="50" y="28"/>
                  </a:cubicBezTo>
                  <a:cubicBezTo>
                    <a:pt x="50" y="16"/>
                    <a:pt x="69" y="10"/>
                    <a:pt x="75" y="0"/>
                  </a:cubicBezTo>
                  <a:cubicBezTo>
                    <a:pt x="83" y="6"/>
                    <a:pt x="74" y="7"/>
                    <a:pt x="7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1" name="Freeform 26">
              <a:extLst>
                <a:ext uri="{FF2B5EF4-FFF2-40B4-BE49-F238E27FC236}">
                  <a16:creationId xmlns:a16="http://schemas.microsoft.com/office/drawing/2014/main" id="{CB2FACE7-4F4E-D7A0-4B14-BFB212822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010" y="5358448"/>
              <a:ext cx="204787" cy="273050"/>
            </a:xfrm>
            <a:custGeom>
              <a:avLst/>
              <a:gdLst>
                <a:gd name="T0" fmla="*/ 62 w 79"/>
                <a:gd name="T1" fmla="*/ 84 h 105"/>
                <a:gd name="T2" fmla="*/ 79 w 79"/>
                <a:gd name="T3" fmla="*/ 87 h 105"/>
                <a:gd name="T4" fmla="*/ 40 w 79"/>
                <a:gd name="T5" fmla="*/ 105 h 105"/>
                <a:gd name="T6" fmla="*/ 50 w 79"/>
                <a:gd name="T7" fmla="*/ 93 h 105"/>
                <a:gd name="T8" fmla="*/ 16 w 79"/>
                <a:gd name="T9" fmla="*/ 19 h 105"/>
                <a:gd name="T10" fmla="*/ 0 w 79"/>
                <a:gd name="T11" fmla="*/ 19 h 105"/>
                <a:gd name="T12" fmla="*/ 40 w 79"/>
                <a:gd name="T13" fmla="*/ 0 h 105"/>
                <a:gd name="T14" fmla="*/ 29 w 79"/>
                <a:gd name="T15" fmla="*/ 12 h 105"/>
                <a:gd name="T16" fmla="*/ 62 w 79"/>
                <a:gd name="T17" fmla="*/ 8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105">
                  <a:moveTo>
                    <a:pt x="62" y="84"/>
                  </a:moveTo>
                  <a:cubicBezTo>
                    <a:pt x="68" y="89"/>
                    <a:pt x="76" y="81"/>
                    <a:pt x="79" y="87"/>
                  </a:cubicBezTo>
                  <a:cubicBezTo>
                    <a:pt x="71" y="95"/>
                    <a:pt x="52" y="104"/>
                    <a:pt x="40" y="105"/>
                  </a:cubicBezTo>
                  <a:cubicBezTo>
                    <a:pt x="40" y="98"/>
                    <a:pt x="50" y="100"/>
                    <a:pt x="50" y="93"/>
                  </a:cubicBezTo>
                  <a:cubicBezTo>
                    <a:pt x="40" y="68"/>
                    <a:pt x="28" y="43"/>
                    <a:pt x="16" y="19"/>
                  </a:cubicBezTo>
                  <a:cubicBezTo>
                    <a:pt x="10" y="17"/>
                    <a:pt x="3" y="25"/>
                    <a:pt x="0" y="19"/>
                  </a:cubicBezTo>
                  <a:cubicBezTo>
                    <a:pt x="10" y="11"/>
                    <a:pt x="28" y="0"/>
                    <a:pt x="40" y="0"/>
                  </a:cubicBezTo>
                  <a:cubicBezTo>
                    <a:pt x="38" y="6"/>
                    <a:pt x="32" y="7"/>
                    <a:pt x="29" y="12"/>
                  </a:cubicBezTo>
                  <a:cubicBezTo>
                    <a:pt x="40" y="36"/>
                    <a:pt x="52" y="60"/>
                    <a:pt x="6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2" name="Freeform 27">
              <a:extLst>
                <a:ext uri="{FF2B5EF4-FFF2-40B4-BE49-F238E27FC236}">
                  <a16:creationId xmlns:a16="http://schemas.microsoft.com/office/drawing/2014/main" id="{8847B595-3F71-C621-588D-223F76363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148" y="5423535"/>
              <a:ext cx="314325" cy="342900"/>
            </a:xfrm>
            <a:custGeom>
              <a:avLst/>
              <a:gdLst>
                <a:gd name="T0" fmla="*/ 121 w 121"/>
                <a:gd name="T1" fmla="*/ 98 h 132"/>
                <a:gd name="T2" fmla="*/ 78 w 121"/>
                <a:gd name="T3" fmla="*/ 79 h 132"/>
                <a:gd name="T4" fmla="*/ 33 w 121"/>
                <a:gd name="T5" fmla="*/ 54 h 132"/>
                <a:gd name="T6" fmla="*/ 59 w 121"/>
                <a:gd name="T7" fmla="*/ 115 h 132"/>
                <a:gd name="T8" fmla="*/ 78 w 121"/>
                <a:gd name="T9" fmla="*/ 116 h 132"/>
                <a:gd name="T10" fmla="*/ 39 w 121"/>
                <a:gd name="T11" fmla="*/ 132 h 132"/>
                <a:gd name="T12" fmla="*/ 48 w 121"/>
                <a:gd name="T13" fmla="*/ 118 h 132"/>
                <a:gd name="T14" fmla="*/ 17 w 121"/>
                <a:gd name="T15" fmla="*/ 46 h 132"/>
                <a:gd name="T16" fmla="*/ 1 w 121"/>
                <a:gd name="T17" fmla="*/ 46 h 132"/>
                <a:gd name="T18" fmla="*/ 25 w 121"/>
                <a:gd name="T19" fmla="*/ 32 h 132"/>
                <a:gd name="T20" fmla="*/ 102 w 121"/>
                <a:gd name="T21" fmla="*/ 77 h 132"/>
                <a:gd name="T22" fmla="*/ 78 w 121"/>
                <a:gd name="T23" fmla="*/ 20 h 132"/>
                <a:gd name="T24" fmla="*/ 60 w 121"/>
                <a:gd name="T25" fmla="*/ 20 h 132"/>
                <a:gd name="T26" fmla="*/ 95 w 121"/>
                <a:gd name="T27" fmla="*/ 0 h 132"/>
                <a:gd name="T28" fmla="*/ 88 w 121"/>
                <a:gd name="T29" fmla="*/ 16 h 132"/>
                <a:gd name="T30" fmla="*/ 121 w 121"/>
                <a:gd name="T31" fmla="*/ 9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1" h="132">
                  <a:moveTo>
                    <a:pt x="121" y="98"/>
                  </a:moveTo>
                  <a:cubicBezTo>
                    <a:pt x="105" y="103"/>
                    <a:pt x="92" y="87"/>
                    <a:pt x="78" y="79"/>
                  </a:cubicBezTo>
                  <a:cubicBezTo>
                    <a:pt x="62" y="70"/>
                    <a:pt x="47" y="62"/>
                    <a:pt x="33" y="54"/>
                  </a:cubicBezTo>
                  <a:cubicBezTo>
                    <a:pt x="39" y="77"/>
                    <a:pt x="48" y="96"/>
                    <a:pt x="59" y="115"/>
                  </a:cubicBezTo>
                  <a:cubicBezTo>
                    <a:pt x="65" y="116"/>
                    <a:pt x="73" y="113"/>
                    <a:pt x="78" y="116"/>
                  </a:cubicBezTo>
                  <a:cubicBezTo>
                    <a:pt x="67" y="124"/>
                    <a:pt x="50" y="132"/>
                    <a:pt x="39" y="132"/>
                  </a:cubicBezTo>
                  <a:cubicBezTo>
                    <a:pt x="39" y="126"/>
                    <a:pt x="48" y="126"/>
                    <a:pt x="48" y="118"/>
                  </a:cubicBezTo>
                  <a:cubicBezTo>
                    <a:pt x="51" y="98"/>
                    <a:pt x="23" y="63"/>
                    <a:pt x="17" y="46"/>
                  </a:cubicBezTo>
                  <a:cubicBezTo>
                    <a:pt x="11" y="44"/>
                    <a:pt x="5" y="51"/>
                    <a:pt x="1" y="46"/>
                  </a:cubicBezTo>
                  <a:cubicBezTo>
                    <a:pt x="0" y="39"/>
                    <a:pt x="18" y="37"/>
                    <a:pt x="25" y="32"/>
                  </a:cubicBezTo>
                  <a:cubicBezTo>
                    <a:pt x="51" y="45"/>
                    <a:pt x="75" y="63"/>
                    <a:pt x="102" y="77"/>
                  </a:cubicBezTo>
                  <a:cubicBezTo>
                    <a:pt x="97" y="55"/>
                    <a:pt x="87" y="37"/>
                    <a:pt x="78" y="20"/>
                  </a:cubicBezTo>
                  <a:cubicBezTo>
                    <a:pt x="70" y="17"/>
                    <a:pt x="65" y="24"/>
                    <a:pt x="60" y="20"/>
                  </a:cubicBezTo>
                  <a:cubicBezTo>
                    <a:pt x="67" y="8"/>
                    <a:pt x="86" y="8"/>
                    <a:pt x="95" y="0"/>
                  </a:cubicBezTo>
                  <a:cubicBezTo>
                    <a:pt x="104" y="7"/>
                    <a:pt x="88" y="7"/>
                    <a:pt x="88" y="16"/>
                  </a:cubicBezTo>
                  <a:cubicBezTo>
                    <a:pt x="97" y="46"/>
                    <a:pt x="110" y="72"/>
                    <a:pt x="121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3" name="Freeform 28">
              <a:extLst>
                <a:ext uri="{FF2B5EF4-FFF2-40B4-BE49-F238E27FC236}">
                  <a16:creationId xmlns:a16="http://schemas.microsoft.com/office/drawing/2014/main" id="{D6CC2DCF-188B-BCF2-0A9D-2DDD3BC63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198" y="2524760"/>
              <a:ext cx="238125" cy="295275"/>
            </a:xfrm>
            <a:custGeom>
              <a:avLst/>
              <a:gdLst>
                <a:gd name="T0" fmla="*/ 74 w 92"/>
                <a:gd name="T1" fmla="*/ 19 h 114"/>
                <a:gd name="T2" fmla="*/ 71 w 92"/>
                <a:gd name="T3" fmla="*/ 114 h 114"/>
                <a:gd name="T4" fmla="*/ 65 w 92"/>
                <a:gd name="T5" fmla="*/ 100 h 114"/>
                <a:gd name="T6" fmla="*/ 3 w 92"/>
                <a:gd name="T7" fmla="*/ 79 h 114"/>
                <a:gd name="T8" fmla="*/ 69 w 92"/>
                <a:gd name="T9" fmla="*/ 83 h 114"/>
                <a:gd name="T10" fmla="*/ 51 w 92"/>
                <a:gd name="T11" fmla="*/ 66 h 114"/>
                <a:gd name="T12" fmla="*/ 2 w 92"/>
                <a:gd name="T13" fmla="*/ 52 h 114"/>
                <a:gd name="T14" fmla="*/ 69 w 92"/>
                <a:gd name="T15" fmla="*/ 54 h 114"/>
                <a:gd name="T16" fmla="*/ 2 w 92"/>
                <a:gd name="T17" fmla="*/ 24 h 114"/>
                <a:gd name="T18" fmla="*/ 62 w 92"/>
                <a:gd name="T19" fmla="*/ 23 h 114"/>
                <a:gd name="T20" fmla="*/ 74 w 92"/>
                <a:gd name="T21" fmla="*/ 1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4">
                  <a:moveTo>
                    <a:pt x="74" y="19"/>
                  </a:moveTo>
                  <a:cubicBezTo>
                    <a:pt x="88" y="36"/>
                    <a:pt x="92" y="103"/>
                    <a:pt x="71" y="114"/>
                  </a:cubicBezTo>
                  <a:cubicBezTo>
                    <a:pt x="63" y="114"/>
                    <a:pt x="64" y="107"/>
                    <a:pt x="65" y="100"/>
                  </a:cubicBezTo>
                  <a:cubicBezTo>
                    <a:pt x="51" y="86"/>
                    <a:pt x="14" y="99"/>
                    <a:pt x="3" y="79"/>
                  </a:cubicBezTo>
                  <a:cubicBezTo>
                    <a:pt x="24" y="65"/>
                    <a:pt x="49" y="83"/>
                    <a:pt x="69" y="83"/>
                  </a:cubicBezTo>
                  <a:cubicBezTo>
                    <a:pt x="73" y="69"/>
                    <a:pt x="58" y="69"/>
                    <a:pt x="51" y="66"/>
                  </a:cubicBezTo>
                  <a:cubicBezTo>
                    <a:pt x="36" y="61"/>
                    <a:pt x="14" y="62"/>
                    <a:pt x="2" y="52"/>
                  </a:cubicBezTo>
                  <a:cubicBezTo>
                    <a:pt x="14" y="31"/>
                    <a:pt x="49" y="52"/>
                    <a:pt x="69" y="54"/>
                  </a:cubicBezTo>
                  <a:cubicBezTo>
                    <a:pt x="65" y="24"/>
                    <a:pt x="22" y="36"/>
                    <a:pt x="2" y="24"/>
                  </a:cubicBezTo>
                  <a:cubicBezTo>
                    <a:pt x="0" y="0"/>
                    <a:pt x="48" y="18"/>
                    <a:pt x="62" y="23"/>
                  </a:cubicBezTo>
                  <a:cubicBezTo>
                    <a:pt x="68" y="24"/>
                    <a:pt x="70" y="13"/>
                    <a:pt x="74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4" name="Freeform 29">
              <a:extLst>
                <a:ext uri="{FF2B5EF4-FFF2-40B4-BE49-F238E27FC236}">
                  <a16:creationId xmlns:a16="http://schemas.microsoft.com/office/drawing/2014/main" id="{EB752082-84C0-E697-7DD8-C16F744194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0185" y="2210435"/>
              <a:ext cx="796925" cy="906463"/>
            </a:xfrm>
            <a:custGeom>
              <a:avLst/>
              <a:gdLst>
                <a:gd name="T0" fmla="*/ 220 w 307"/>
                <a:gd name="T1" fmla="*/ 268 h 349"/>
                <a:gd name="T2" fmla="*/ 111 w 307"/>
                <a:gd name="T3" fmla="*/ 268 h 349"/>
                <a:gd name="T4" fmla="*/ 220 w 307"/>
                <a:gd name="T5" fmla="*/ 268 h 349"/>
                <a:gd name="T6" fmla="*/ 173 w 307"/>
                <a:gd name="T7" fmla="*/ 123 h 349"/>
                <a:gd name="T8" fmla="*/ 194 w 307"/>
                <a:gd name="T9" fmla="*/ 123 h 349"/>
                <a:gd name="T10" fmla="*/ 162 w 307"/>
                <a:gd name="T11" fmla="*/ 45 h 349"/>
                <a:gd name="T12" fmla="*/ 137 w 307"/>
                <a:gd name="T13" fmla="*/ 123 h 349"/>
                <a:gd name="T14" fmla="*/ 156 w 307"/>
                <a:gd name="T15" fmla="*/ 123 h 349"/>
                <a:gd name="T16" fmla="*/ 168 w 307"/>
                <a:gd name="T17" fmla="*/ 105 h 349"/>
                <a:gd name="T18" fmla="*/ 173 w 307"/>
                <a:gd name="T19" fmla="*/ 123 h 349"/>
                <a:gd name="T20" fmla="*/ 253 w 307"/>
                <a:gd name="T21" fmla="*/ 300 h 349"/>
                <a:gd name="T22" fmla="*/ 286 w 307"/>
                <a:gd name="T23" fmla="*/ 257 h 349"/>
                <a:gd name="T24" fmla="*/ 45 w 307"/>
                <a:gd name="T25" fmla="*/ 259 h 349"/>
                <a:gd name="T26" fmla="*/ 79 w 307"/>
                <a:gd name="T27" fmla="*/ 300 h 349"/>
                <a:gd name="T28" fmla="*/ 109 w 307"/>
                <a:gd name="T29" fmla="*/ 294 h 349"/>
                <a:gd name="T30" fmla="*/ 83 w 307"/>
                <a:gd name="T31" fmla="*/ 264 h 349"/>
                <a:gd name="T32" fmla="*/ 178 w 307"/>
                <a:gd name="T33" fmla="*/ 244 h 349"/>
                <a:gd name="T34" fmla="*/ 248 w 307"/>
                <a:gd name="T35" fmla="*/ 266 h 349"/>
                <a:gd name="T36" fmla="*/ 222 w 307"/>
                <a:gd name="T37" fmla="*/ 291 h 349"/>
                <a:gd name="T38" fmla="*/ 253 w 307"/>
                <a:gd name="T39" fmla="*/ 300 h 349"/>
                <a:gd name="T40" fmla="*/ 274 w 307"/>
                <a:gd name="T41" fmla="*/ 75 h 349"/>
                <a:gd name="T42" fmla="*/ 302 w 307"/>
                <a:gd name="T43" fmla="*/ 133 h 349"/>
                <a:gd name="T44" fmla="*/ 264 w 307"/>
                <a:gd name="T45" fmla="*/ 85 h 349"/>
                <a:gd name="T46" fmla="*/ 187 w 307"/>
                <a:gd name="T47" fmla="*/ 47 h 349"/>
                <a:gd name="T48" fmla="*/ 210 w 307"/>
                <a:gd name="T49" fmla="*/ 121 h 349"/>
                <a:gd name="T50" fmla="*/ 175 w 307"/>
                <a:gd name="T51" fmla="*/ 139 h 349"/>
                <a:gd name="T52" fmla="*/ 173 w 307"/>
                <a:gd name="T53" fmla="*/ 173 h 349"/>
                <a:gd name="T54" fmla="*/ 225 w 307"/>
                <a:gd name="T55" fmla="*/ 175 h 349"/>
                <a:gd name="T56" fmla="*/ 173 w 307"/>
                <a:gd name="T57" fmla="*/ 188 h 349"/>
                <a:gd name="T58" fmla="*/ 166 w 307"/>
                <a:gd name="T59" fmla="*/ 219 h 349"/>
                <a:gd name="T60" fmla="*/ 305 w 307"/>
                <a:gd name="T61" fmla="*/ 250 h 349"/>
                <a:gd name="T62" fmla="*/ 256 w 307"/>
                <a:gd name="T63" fmla="*/ 318 h 349"/>
                <a:gd name="T64" fmla="*/ 192 w 307"/>
                <a:gd name="T65" fmla="*/ 338 h 349"/>
                <a:gd name="T66" fmla="*/ 232 w 307"/>
                <a:gd name="T67" fmla="*/ 312 h 349"/>
                <a:gd name="T68" fmla="*/ 183 w 307"/>
                <a:gd name="T69" fmla="*/ 304 h 349"/>
                <a:gd name="T70" fmla="*/ 181 w 307"/>
                <a:gd name="T71" fmla="*/ 343 h 349"/>
                <a:gd name="T72" fmla="*/ 132 w 307"/>
                <a:gd name="T73" fmla="*/ 334 h 349"/>
                <a:gd name="T74" fmla="*/ 168 w 307"/>
                <a:gd name="T75" fmla="*/ 330 h 349"/>
                <a:gd name="T76" fmla="*/ 166 w 307"/>
                <a:gd name="T77" fmla="*/ 304 h 349"/>
                <a:gd name="T78" fmla="*/ 100 w 307"/>
                <a:gd name="T79" fmla="*/ 311 h 349"/>
                <a:gd name="T80" fmla="*/ 123 w 307"/>
                <a:gd name="T81" fmla="*/ 334 h 349"/>
                <a:gd name="T82" fmla="*/ 25 w 307"/>
                <a:gd name="T83" fmla="*/ 252 h 349"/>
                <a:gd name="T84" fmla="*/ 161 w 307"/>
                <a:gd name="T85" fmla="*/ 221 h 349"/>
                <a:gd name="T86" fmla="*/ 157 w 307"/>
                <a:gd name="T87" fmla="*/ 191 h 349"/>
                <a:gd name="T88" fmla="*/ 104 w 307"/>
                <a:gd name="T89" fmla="*/ 182 h 349"/>
                <a:gd name="T90" fmla="*/ 156 w 307"/>
                <a:gd name="T91" fmla="*/ 173 h 349"/>
                <a:gd name="T92" fmla="*/ 157 w 307"/>
                <a:gd name="T93" fmla="*/ 140 h 349"/>
                <a:gd name="T94" fmla="*/ 104 w 307"/>
                <a:gd name="T95" fmla="*/ 132 h 349"/>
                <a:gd name="T96" fmla="*/ 121 w 307"/>
                <a:gd name="T97" fmla="*/ 123 h 349"/>
                <a:gd name="T98" fmla="*/ 144 w 307"/>
                <a:gd name="T99" fmla="*/ 51 h 349"/>
                <a:gd name="T100" fmla="*/ 34 w 307"/>
                <a:gd name="T101" fmla="*/ 143 h 349"/>
                <a:gd name="T102" fmla="*/ 95 w 307"/>
                <a:gd name="T103" fmla="*/ 140 h 349"/>
                <a:gd name="T104" fmla="*/ 28 w 307"/>
                <a:gd name="T105" fmla="*/ 173 h 349"/>
                <a:gd name="T106" fmla="*/ 95 w 307"/>
                <a:gd name="T107" fmla="*/ 171 h 349"/>
                <a:gd name="T108" fmla="*/ 28 w 307"/>
                <a:gd name="T109" fmla="*/ 204 h 349"/>
                <a:gd name="T110" fmla="*/ 91 w 307"/>
                <a:gd name="T111" fmla="*/ 201 h 349"/>
                <a:gd name="T112" fmla="*/ 33 w 307"/>
                <a:gd name="T113" fmla="*/ 221 h 349"/>
                <a:gd name="T114" fmla="*/ 28 w 307"/>
                <a:gd name="T115" fmla="*/ 239 h 349"/>
                <a:gd name="T116" fmla="*/ 12 w 307"/>
                <a:gd name="T117" fmla="*/ 213 h 349"/>
                <a:gd name="T118" fmla="*/ 150 w 307"/>
                <a:gd name="T119" fmla="*/ 29 h 349"/>
                <a:gd name="T120" fmla="*/ 177 w 307"/>
                <a:gd name="T121" fmla="*/ 29 h 349"/>
                <a:gd name="T122" fmla="*/ 274 w 307"/>
                <a:gd name="T123" fmla="*/ 75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7" h="349">
                  <a:moveTo>
                    <a:pt x="220" y="268"/>
                  </a:moveTo>
                  <a:cubicBezTo>
                    <a:pt x="190" y="258"/>
                    <a:pt x="144" y="258"/>
                    <a:pt x="111" y="268"/>
                  </a:cubicBezTo>
                  <a:cubicBezTo>
                    <a:pt x="129" y="292"/>
                    <a:pt x="201" y="292"/>
                    <a:pt x="220" y="268"/>
                  </a:cubicBezTo>
                  <a:close/>
                  <a:moveTo>
                    <a:pt x="173" y="123"/>
                  </a:moveTo>
                  <a:cubicBezTo>
                    <a:pt x="181" y="123"/>
                    <a:pt x="187" y="123"/>
                    <a:pt x="194" y="123"/>
                  </a:cubicBezTo>
                  <a:cubicBezTo>
                    <a:pt x="184" y="96"/>
                    <a:pt x="181" y="64"/>
                    <a:pt x="162" y="45"/>
                  </a:cubicBezTo>
                  <a:cubicBezTo>
                    <a:pt x="154" y="71"/>
                    <a:pt x="143" y="95"/>
                    <a:pt x="137" y="123"/>
                  </a:cubicBezTo>
                  <a:cubicBezTo>
                    <a:pt x="143" y="123"/>
                    <a:pt x="149" y="123"/>
                    <a:pt x="156" y="123"/>
                  </a:cubicBezTo>
                  <a:cubicBezTo>
                    <a:pt x="156" y="113"/>
                    <a:pt x="159" y="106"/>
                    <a:pt x="168" y="105"/>
                  </a:cubicBezTo>
                  <a:cubicBezTo>
                    <a:pt x="173" y="107"/>
                    <a:pt x="173" y="114"/>
                    <a:pt x="173" y="123"/>
                  </a:cubicBezTo>
                  <a:close/>
                  <a:moveTo>
                    <a:pt x="253" y="300"/>
                  </a:moveTo>
                  <a:cubicBezTo>
                    <a:pt x="266" y="288"/>
                    <a:pt x="278" y="276"/>
                    <a:pt x="286" y="257"/>
                  </a:cubicBezTo>
                  <a:cubicBezTo>
                    <a:pt x="219" y="230"/>
                    <a:pt x="105" y="229"/>
                    <a:pt x="45" y="259"/>
                  </a:cubicBezTo>
                  <a:cubicBezTo>
                    <a:pt x="54" y="276"/>
                    <a:pt x="67" y="287"/>
                    <a:pt x="79" y="300"/>
                  </a:cubicBezTo>
                  <a:cubicBezTo>
                    <a:pt x="90" y="299"/>
                    <a:pt x="96" y="292"/>
                    <a:pt x="109" y="294"/>
                  </a:cubicBezTo>
                  <a:cubicBezTo>
                    <a:pt x="105" y="280"/>
                    <a:pt x="85" y="281"/>
                    <a:pt x="83" y="264"/>
                  </a:cubicBezTo>
                  <a:cubicBezTo>
                    <a:pt x="100" y="247"/>
                    <a:pt x="143" y="242"/>
                    <a:pt x="178" y="244"/>
                  </a:cubicBezTo>
                  <a:cubicBezTo>
                    <a:pt x="205" y="247"/>
                    <a:pt x="238" y="249"/>
                    <a:pt x="248" y="266"/>
                  </a:cubicBezTo>
                  <a:cubicBezTo>
                    <a:pt x="244" y="280"/>
                    <a:pt x="228" y="281"/>
                    <a:pt x="222" y="291"/>
                  </a:cubicBezTo>
                  <a:cubicBezTo>
                    <a:pt x="232" y="294"/>
                    <a:pt x="243" y="297"/>
                    <a:pt x="253" y="300"/>
                  </a:cubicBezTo>
                  <a:close/>
                  <a:moveTo>
                    <a:pt x="274" y="75"/>
                  </a:moveTo>
                  <a:cubicBezTo>
                    <a:pt x="287" y="88"/>
                    <a:pt x="307" y="110"/>
                    <a:pt x="302" y="133"/>
                  </a:cubicBezTo>
                  <a:cubicBezTo>
                    <a:pt x="283" y="125"/>
                    <a:pt x="278" y="100"/>
                    <a:pt x="264" y="85"/>
                  </a:cubicBezTo>
                  <a:cubicBezTo>
                    <a:pt x="244" y="64"/>
                    <a:pt x="217" y="57"/>
                    <a:pt x="187" y="47"/>
                  </a:cubicBezTo>
                  <a:cubicBezTo>
                    <a:pt x="192" y="75"/>
                    <a:pt x="204" y="94"/>
                    <a:pt x="210" y="121"/>
                  </a:cubicBezTo>
                  <a:cubicBezTo>
                    <a:pt x="252" y="134"/>
                    <a:pt x="201" y="145"/>
                    <a:pt x="175" y="139"/>
                  </a:cubicBezTo>
                  <a:cubicBezTo>
                    <a:pt x="171" y="147"/>
                    <a:pt x="175" y="162"/>
                    <a:pt x="173" y="173"/>
                  </a:cubicBezTo>
                  <a:cubicBezTo>
                    <a:pt x="187" y="177"/>
                    <a:pt x="210" y="168"/>
                    <a:pt x="225" y="175"/>
                  </a:cubicBezTo>
                  <a:cubicBezTo>
                    <a:pt x="225" y="202"/>
                    <a:pt x="197" y="185"/>
                    <a:pt x="173" y="188"/>
                  </a:cubicBezTo>
                  <a:cubicBezTo>
                    <a:pt x="173" y="202"/>
                    <a:pt x="175" y="215"/>
                    <a:pt x="166" y="219"/>
                  </a:cubicBezTo>
                  <a:cubicBezTo>
                    <a:pt x="220" y="223"/>
                    <a:pt x="271" y="226"/>
                    <a:pt x="305" y="250"/>
                  </a:cubicBezTo>
                  <a:cubicBezTo>
                    <a:pt x="297" y="277"/>
                    <a:pt x="278" y="302"/>
                    <a:pt x="256" y="318"/>
                  </a:cubicBezTo>
                  <a:cubicBezTo>
                    <a:pt x="239" y="330"/>
                    <a:pt x="215" y="342"/>
                    <a:pt x="192" y="338"/>
                  </a:cubicBezTo>
                  <a:cubicBezTo>
                    <a:pt x="192" y="315"/>
                    <a:pt x="222" y="325"/>
                    <a:pt x="232" y="312"/>
                  </a:cubicBezTo>
                  <a:cubicBezTo>
                    <a:pt x="220" y="305"/>
                    <a:pt x="201" y="305"/>
                    <a:pt x="183" y="304"/>
                  </a:cubicBezTo>
                  <a:cubicBezTo>
                    <a:pt x="182" y="311"/>
                    <a:pt x="187" y="335"/>
                    <a:pt x="181" y="343"/>
                  </a:cubicBezTo>
                  <a:cubicBezTo>
                    <a:pt x="166" y="349"/>
                    <a:pt x="129" y="347"/>
                    <a:pt x="132" y="334"/>
                  </a:cubicBezTo>
                  <a:cubicBezTo>
                    <a:pt x="134" y="323"/>
                    <a:pt x="154" y="330"/>
                    <a:pt x="168" y="330"/>
                  </a:cubicBezTo>
                  <a:cubicBezTo>
                    <a:pt x="168" y="321"/>
                    <a:pt x="168" y="311"/>
                    <a:pt x="166" y="304"/>
                  </a:cubicBezTo>
                  <a:cubicBezTo>
                    <a:pt x="140" y="302"/>
                    <a:pt x="120" y="306"/>
                    <a:pt x="100" y="311"/>
                  </a:cubicBezTo>
                  <a:cubicBezTo>
                    <a:pt x="105" y="321"/>
                    <a:pt x="129" y="318"/>
                    <a:pt x="123" y="334"/>
                  </a:cubicBezTo>
                  <a:cubicBezTo>
                    <a:pt x="76" y="330"/>
                    <a:pt x="44" y="294"/>
                    <a:pt x="25" y="252"/>
                  </a:cubicBezTo>
                  <a:cubicBezTo>
                    <a:pt x="57" y="228"/>
                    <a:pt x="109" y="224"/>
                    <a:pt x="161" y="221"/>
                  </a:cubicBezTo>
                  <a:cubicBezTo>
                    <a:pt x="161" y="216"/>
                    <a:pt x="155" y="204"/>
                    <a:pt x="157" y="191"/>
                  </a:cubicBezTo>
                  <a:cubicBezTo>
                    <a:pt x="142" y="182"/>
                    <a:pt x="111" y="200"/>
                    <a:pt x="104" y="182"/>
                  </a:cubicBezTo>
                  <a:cubicBezTo>
                    <a:pt x="109" y="164"/>
                    <a:pt x="139" y="178"/>
                    <a:pt x="156" y="173"/>
                  </a:cubicBezTo>
                  <a:cubicBezTo>
                    <a:pt x="160" y="166"/>
                    <a:pt x="156" y="151"/>
                    <a:pt x="157" y="140"/>
                  </a:cubicBezTo>
                  <a:cubicBezTo>
                    <a:pt x="138" y="133"/>
                    <a:pt x="113" y="151"/>
                    <a:pt x="104" y="132"/>
                  </a:cubicBezTo>
                  <a:cubicBezTo>
                    <a:pt x="105" y="124"/>
                    <a:pt x="112" y="123"/>
                    <a:pt x="121" y="123"/>
                  </a:cubicBezTo>
                  <a:cubicBezTo>
                    <a:pt x="124" y="95"/>
                    <a:pt x="137" y="76"/>
                    <a:pt x="144" y="51"/>
                  </a:cubicBezTo>
                  <a:cubicBezTo>
                    <a:pt x="88" y="54"/>
                    <a:pt x="52" y="94"/>
                    <a:pt x="34" y="143"/>
                  </a:cubicBezTo>
                  <a:cubicBezTo>
                    <a:pt x="52" y="142"/>
                    <a:pt x="83" y="124"/>
                    <a:pt x="95" y="140"/>
                  </a:cubicBezTo>
                  <a:cubicBezTo>
                    <a:pt x="83" y="162"/>
                    <a:pt x="34" y="142"/>
                    <a:pt x="28" y="173"/>
                  </a:cubicBezTo>
                  <a:cubicBezTo>
                    <a:pt x="41" y="177"/>
                    <a:pt x="79" y="152"/>
                    <a:pt x="95" y="171"/>
                  </a:cubicBezTo>
                  <a:cubicBezTo>
                    <a:pt x="83" y="192"/>
                    <a:pt x="30" y="172"/>
                    <a:pt x="28" y="204"/>
                  </a:cubicBezTo>
                  <a:cubicBezTo>
                    <a:pt x="43" y="206"/>
                    <a:pt x="76" y="183"/>
                    <a:pt x="91" y="201"/>
                  </a:cubicBezTo>
                  <a:cubicBezTo>
                    <a:pt x="84" y="220"/>
                    <a:pt x="45" y="207"/>
                    <a:pt x="33" y="221"/>
                  </a:cubicBezTo>
                  <a:cubicBezTo>
                    <a:pt x="30" y="225"/>
                    <a:pt x="35" y="238"/>
                    <a:pt x="28" y="239"/>
                  </a:cubicBezTo>
                  <a:cubicBezTo>
                    <a:pt x="16" y="237"/>
                    <a:pt x="13" y="223"/>
                    <a:pt x="12" y="213"/>
                  </a:cubicBezTo>
                  <a:cubicBezTo>
                    <a:pt x="0" y="105"/>
                    <a:pt x="69" y="44"/>
                    <a:pt x="150" y="29"/>
                  </a:cubicBezTo>
                  <a:cubicBezTo>
                    <a:pt x="155" y="9"/>
                    <a:pt x="176" y="0"/>
                    <a:pt x="177" y="29"/>
                  </a:cubicBezTo>
                  <a:cubicBezTo>
                    <a:pt x="214" y="35"/>
                    <a:pt x="250" y="51"/>
                    <a:pt x="274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5" name="Freeform 30">
              <a:extLst>
                <a:ext uri="{FF2B5EF4-FFF2-40B4-BE49-F238E27FC236}">
                  <a16:creationId xmlns:a16="http://schemas.microsoft.com/office/drawing/2014/main" id="{A579D0CD-B52B-5ECE-3128-0C4ECBF10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698" y="5542598"/>
              <a:ext cx="265112" cy="306388"/>
            </a:xfrm>
            <a:custGeom>
              <a:avLst/>
              <a:gdLst>
                <a:gd name="T0" fmla="*/ 100 w 102"/>
                <a:gd name="T1" fmla="*/ 5 h 118"/>
                <a:gd name="T2" fmla="*/ 89 w 102"/>
                <a:gd name="T3" fmla="*/ 13 h 118"/>
                <a:gd name="T4" fmla="*/ 86 w 102"/>
                <a:gd name="T5" fmla="*/ 83 h 118"/>
                <a:gd name="T6" fmla="*/ 21 w 102"/>
                <a:gd name="T7" fmla="*/ 99 h 118"/>
                <a:gd name="T8" fmla="*/ 12 w 102"/>
                <a:gd name="T9" fmla="*/ 16 h 118"/>
                <a:gd name="T10" fmla="*/ 0 w 102"/>
                <a:gd name="T11" fmla="*/ 8 h 118"/>
                <a:gd name="T12" fmla="*/ 42 w 102"/>
                <a:gd name="T13" fmla="*/ 5 h 118"/>
                <a:gd name="T14" fmla="*/ 30 w 102"/>
                <a:gd name="T15" fmla="*/ 13 h 118"/>
                <a:gd name="T16" fmla="*/ 48 w 102"/>
                <a:gd name="T17" fmla="*/ 99 h 118"/>
                <a:gd name="T18" fmla="*/ 74 w 102"/>
                <a:gd name="T19" fmla="*/ 13 h 118"/>
                <a:gd name="T20" fmla="*/ 61 w 102"/>
                <a:gd name="T21" fmla="*/ 8 h 118"/>
                <a:gd name="T22" fmla="*/ 100 w 102"/>
                <a:gd name="T23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" h="118">
                  <a:moveTo>
                    <a:pt x="100" y="5"/>
                  </a:moveTo>
                  <a:cubicBezTo>
                    <a:pt x="102" y="13"/>
                    <a:pt x="91" y="9"/>
                    <a:pt x="89" y="13"/>
                  </a:cubicBezTo>
                  <a:cubicBezTo>
                    <a:pt x="78" y="33"/>
                    <a:pt x="91" y="61"/>
                    <a:pt x="86" y="83"/>
                  </a:cubicBezTo>
                  <a:cubicBezTo>
                    <a:pt x="80" y="107"/>
                    <a:pt x="39" y="118"/>
                    <a:pt x="21" y="99"/>
                  </a:cubicBezTo>
                  <a:cubicBezTo>
                    <a:pt x="1" y="80"/>
                    <a:pt x="23" y="45"/>
                    <a:pt x="12" y="16"/>
                  </a:cubicBezTo>
                  <a:cubicBezTo>
                    <a:pt x="11" y="9"/>
                    <a:pt x="3" y="12"/>
                    <a:pt x="0" y="8"/>
                  </a:cubicBezTo>
                  <a:cubicBezTo>
                    <a:pt x="8" y="0"/>
                    <a:pt x="33" y="4"/>
                    <a:pt x="42" y="5"/>
                  </a:cubicBezTo>
                  <a:cubicBezTo>
                    <a:pt x="43" y="13"/>
                    <a:pt x="32" y="9"/>
                    <a:pt x="30" y="13"/>
                  </a:cubicBezTo>
                  <a:cubicBezTo>
                    <a:pt x="28" y="43"/>
                    <a:pt x="20" y="95"/>
                    <a:pt x="48" y="99"/>
                  </a:cubicBezTo>
                  <a:cubicBezTo>
                    <a:pt x="83" y="105"/>
                    <a:pt x="85" y="48"/>
                    <a:pt x="74" y="13"/>
                  </a:cubicBezTo>
                  <a:cubicBezTo>
                    <a:pt x="71" y="9"/>
                    <a:pt x="61" y="13"/>
                    <a:pt x="61" y="8"/>
                  </a:cubicBezTo>
                  <a:cubicBezTo>
                    <a:pt x="67" y="0"/>
                    <a:pt x="92" y="4"/>
                    <a:pt x="10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6" name="Freeform 31">
              <a:extLst>
                <a:ext uri="{FF2B5EF4-FFF2-40B4-BE49-F238E27FC236}">
                  <a16:creationId xmlns:a16="http://schemas.microsoft.com/office/drawing/2014/main" id="{18784BCF-A725-3ABD-F6A0-0E2C99305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685" y="4912360"/>
              <a:ext cx="98425" cy="196850"/>
            </a:xfrm>
            <a:custGeom>
              <a:avLst/>
              <a:gdLst>
                <a:gd name="T0" fmla="*/ 27 w 38"/>
                <a:gd name="T1" fmla="*/ 12 h 76"/>
                <a:gd name="T2" fmla="*/ 11 w 38"/>
                <a:gd name="T3" fmla="*/ 65 h 76"/>
                <a:gd name="T4" fmla="*/ 27 w 38"/>
                <a:gd name="T5" fmla="*/ 1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6">
                  <a:moveTo>
                    <a:pt x="27" y="12"/>
                  </a:moveTo>
                  <a:cubicBezTo>
                    <a:pt x="35" y="26"/>
                    <a:pt x="38" y="76"/>
                    <a:pt x="11" y="65"/>
                  </a:cubicBezTo>
                  <a:cubicBezTo>
                    <a:pt x="2" y="51"/>
                    <a:pt x="0" y="0"/>
                    <a:pt x="2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7" name="Freeform 32">
              <a:extLst>
                <a:ext uri="{FF2B5EF4-FFF2-40B4-BE49-F238E27FC236}">
                  <a16:creationId xmlns:a16="http://schemas.microsoft.com/office/drawing/2014/main" id="{150DEFEC-500E-F1BC-CF2B-BDACE97E1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235" y="4909185"/>
              <a:ext cx="98425" cy="127000"/>
            </a:xfrm>
            <a:custGeom>
              <a:avLst/>
              <a:gdLst>
                <a:gd name="T0" fmla="*/ 32 w 38"/>
                <a:gd name="T1" fmla="*/ 13 h 49"/>
                <a:gd name="T2" fmla="*/ 30 w 38"/>
                <a:gd name="T3" fmla="*/ 42 h 49"/>
                <a:gd name="T4" fmla="*/ 32 w 38"/>
                <a:gd name="T5" fmla="*/ 1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49">
                  <a:moveTo>
                    <a:pt x="32" y="13"/>
                  </a:moveTo>
                  <a:cubicBezTo>
                    <a:pt x="38" y="23"/>
                    <a:pt x="38" y="34"/>
                    <a:pt x="30" y="42"/>
                  </a:cubicBezTo>
                  <a:cubicBezTo>
                    <a:pt x="0" y="49"/>
                    <a:pt x="7" y="0"/>
                    <a:pt x="32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8" name="Freeform 33">
              <a:extLst>
                <a:ext uri="{FF2B5EF4-FFF2-40B4-BE49-F238E27FC236}">
                  <a16:creationId xmlns:a16="http://schemas.microsoft.com/office/drawing/2014/main" id="{22F2B0CB-454C-0A2C-E4D1-9FE8FE5A7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735" y="5240973"/>
              <a:ext cx="273050" cy="349250"/>
            </a:xfrm>
            <a:custGeom>
              <a:avLst/>
              <a:gdLst>
                <a:gd name="T0" fmla="*/ 96 w 105"/>
                <a:gd name="T1" fmla="*/ 51 h 134"/>
                <a:gd name="T2" fmla="*/ 105 w 105"/>
                <a:gd name="T3" fmla="*/ 51 h 134"/>
                <a:gd name="T4" fmla="*/ 85 w 105"/>
                <a:gd name="T5" fmla="*/ 81 h 134"/>
                <a:gd name="T6" fmla="*/ 73 w 105"/>
                <a:gd name="T7" fmla="*/ 33 h 134"/>
                <a:gd name="T8" fmla="*/ 15 w 105"/>
                <a:gd name="T9" fmla="*/ 81 h 134"/>
                <a:gd name="T10" fmla="*/ 60 w 105"/>
                <a:gd name="T11" fmla="*/ 97 h 134"/>
                <a:gd name="T12" fmla="*/ 51 w 105"/>
                <a:gd name="T13" fmla="*/ 81 h 134"/>
                <a:gd name="T14" fmla="*/ 87 w 105"/>
                <a:gd name="T15" fmla="*/ 107 h 134"/>
                <a:gd name="T16" fmla="*/ 76 w 105"/>
                <a:gd name="T17" fmla="*/ 106 h 134"/>
                <a:gd name="T18" fmla="*/ 56 w 105"/>
                <a:gd name="T19" fmla="*/ 132 h 134"/>
                <a:gd name="T20" fmla="*/ 1 w 105"/>
                <a:gd name="T21" fmla="*/ 77 h 134"/>
                <a:gd name="T22" fmla="*/ 96 w 105"/>
                <a:gd name="T23" fmla="*/ 5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5" h="134">
                  <a:moveTo>
                    <a:pt x="96" y="51"/>
                  </a:moveTo>
                  <a:cubicBezTo>
                    <a:pt x="100" y="51"/>
                    <a:pt x="101" y="47"/>
                    <a:pt x="105" y="51"/>
                  </a:cubicBezTo>
                  <a:cubicBezTo>
                    <a:pt x="104" y="59"/>
                    <a:pt x="95" y="75"/>
                    <a:pt x="85" y="81"/>
                  </a:cubicBezTo>
                  <a:cubicBezTo>
                    <a:pt x="88" y="64"/>
                    <a:pt x="89" y="39"/>
                    <a:pt x="73" y="33"/>
                  </a:cubicBezTo>
                  <a:cubicBezTo>
                    <a:pt x="51" y="23"/>
                    <a:pt x="17" y="52"/>
                    <a:pt x="15" y="81"/>
                  </a:cubicBezTo>
                  <a:cubicBezTo>
                    <a:pt x="12" y="114"/>
                    <a:pt x="51" y="134"/>
                    <a:pt x="60" y="97"/>
                  </a:cubicBezTo>
                  <a:cubicBezTo>
                    <a:pt x="60" y="88"/>
                    <a:pt x="49" y="91"/>
                    <a:pt x="51" y="81"/>
                  </a:cubicBezTo>
                  <a:cubicBezTo>
                    <a:pt x="63" y="88"/>
                    <a:pt x="78" y="95"/>
                    <a:pt x="87" y="107"/>
                  </a:cubicBezTo>
                  <a:cubicBezTo>
                    <a:pt x="83" y="113"/>
                    <a:pt x="81" y="105"/>
                    <a:pt x="76" y="106"/>
                  </a:cubicBezTo>
                  <a:cubicBezTo>
                    <a:pt x="66" y="111"/>
                    <a:pt x="62" y="123"/>
                    <a:pt x="56" y="132"/>
                  </a:cubicBezTo>
                  <a:cubicBezTo>
                    <a:pt x="27" y="124"/>
                    <a:pt x="1" y="110"/>
                    <a:pt x="1" y="77"/>
                  </a:cubicBezTo>
                  <a:cubicBezTo>
                    <a:pt x="0" y="25"/>
                    <a:pt x="73" y="0"/>
                    <a:pt x="96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69" name="Freeform 34">
              <a:extLst>
                <a:ext uri="{FF2B5EF4-FFF2-40B4-BE49-F238E27FC236}">
                  <a16:creationId xmlns:a16="http://schemas.microsoft.com/office/drawing/2014/main" id="{34988525-1D85-232C-6F51-5C9F440F58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15148" y="2423160"/>
              <a:ext cx="771525" cy="731838"/>
            </a:xfrm>
            <a:custGeom>
              <a:avLst/>
              <a:gdLst>
                <a:gd name="T0" fmla="*/ 26 w 297"/>
                <a:gd name="T1" fmla="*/ 174 h 282"/>
                <a:gd name="T2" fmla="*/ 40 w 297"/>
                <a:gd name="T3" fmla="*/ 158 h 282"/>
                <a:gd name="T4" fmla="*/ 24 w 297"/>
                <a:gd name="T5" fmla="*/ 158 h 282"/>
                <a:gd name="T6" fmla="*/ 73 w 297"/>
                <a:gd name="T7" fmla="*/ 171 h 282"/>
                <a:gd name="T8" fmla="*/ 35 w 297"/>
                <a:gd name="T9" fmla="*/ 234 h 282"/>
                <a:gd name="T10" fmla="*/ 53 w 297"/>
                <a:gd name="T11" fmla="*/ 180 h 282"/>
                <a:gd name="T12" fmla="*/ 80 w 297"/>
                <a:gd name="T13" fmla="*/ 127 h 282"/>
                <a:gd name="T14" fmla="*/ 59 w 297"/>
                <a:gd name="T15" fmla="*/ 141 h 282"/>
                <a:gd name="T16" fmla="*/ 101 w 297"/>
                <a:gd name="T17" fmla="*/ 136 h 282"/>
                <a:gd name="T18" fmla="*/ 101 w 297"/>
                <a:gd name="T19" fmla="*/ 136 h 282"/>
                <a:gd name="T20" fmla="*/ 126 w 297"/>
                <a:gd name="T21" fmla="*/ 139 h 282"/>
                <a:gd name="T22" fmla="*/ 134 w 297"/>
                <a:gd name="T23" fmla="*/ 161 h 282"/>
                <a:gd name="T24" fmla="*/ 134 w 297"/>
                <a:gd name="T25" fmla="*/ 161 h 282"/>
                <a:gd name="T26" fmla="*/ 151 w 297"/>
                <a:gd name="T27" fmla="*/ 27 h 282"/>
                <a:gd name="T28" fmla="*/ 157 w 297"/>
                <a:gd name="T29" fmla="*/ 239 h 282"/>
                <a:gd name="T30" fmla="*/ 163 w 297"/>
                <a:gd name="T31" fmla="*/ 200 h 282"/>
                <a:gd name="T32" fmla="*/ 139 w 297"/>
                <a:gd name="T33" fmla="*/ 218 h 282"/>
                <a:gd name="T34" fmla="*/ 156 w 297"/>
                <a:gd name="T35" fmla="*/ 227 h 282"/>
                <a:gd name="T36" fmla="*/ 173 w 297"/>
                <a:gd name="T37" fmla="*/ 39 h 282"/>
                <a:gd name="T38" fmla="*/ 173 w 297"/>
                <a:gd name="T39" fmla="*/ 39 h 282"/>
                <a:gd name="T40" fmla="*/ 173 w 297"/>
                <a:gd name="T41" fmla="*/ 58 h 282"/>
                <a:gd name="T42" fmla="*/ 157 w 297"/>
                <a:gd name="T43" fmla="*/ 191 h 282"/>
                <a:gd name="T44" fmla="*/ 143 w 297"/>
                <a:gd name="T45" fmla="*/ 186 h 282"/>
                <a:gd name="T46" fmla="*/ 157 w 297"/>
                <a:gd name="T47" fmla="*/ 191 h 282"/>
                <a:gd name="T48" fmla="*/ 186 w 297"/>
                <a:gd name="T49" fmla="*/ 127 h 282"/>
                <a:gd name="T50" fmla="*/ 202 w 297"/>
                <a:gd name="T51" fmla="*/ 119 h 282"/>
                <a:gd name="T52" fmla="*/ 198 w 297"/>
                <a:gd name="T53" fmla="*/ 67 h 282"/>
                <a:gd name="T54" fmla="*/ 189 w 297"/>
                <a:gd name="T55" fmla="*/ 72 h 282"/>
                <a:gd name="T56" fmla="*/ 209 w 297"/>
                <a:gd name="T57" fmla="*/ 66 h 282"/>
                <a:gd name="T58" fmla="*/ 211 w 297"/>
                <a:gd name="T59" fmla="*/ 72 h 282"/>
                <a:gd name="T60" fmla="*/ 217 w 297"/>
                <a:gd name="T61" fmla="*/ 139 h 282"/>
                <a:gd name="T62" fmla="*/ 201 w 297"/>
                <a:gd name="T63" fmla="*/ 150 h 282"/>
                <a:gd name="T64" fmla="*/ 192 w 297"/>
                <a:gd name="T65" fmla="*/ 166 h 282"/>
                <a:gd name="T66" fmla="*/ 227 w 297"/>
                <a:gd name="T67" fmla="*/ 67 h 282"/>
                <a:gd name="T68" fmla="*/ 235 w 297"/>
                <a:gd name="T69" fmla="*/ 115 h 282"/>
                <a:gd name="T70" fmla="*/ 184 w 297"/>
                <a:gd name="T71" fmla="*/ 91 h 282"/>
                <a:gd name="T72" fmla="*/ 173 w 297"/>
                <a:gd name="T73" fmla="*/ 84 h 282"/>
                <a:gd name="T74" fmla="*/ 154 w 297"/>
                <a:gd name="T75" fmla="*/ 136 h 282"/>
                <a:gd name="T76" fmla="*/ 206 w 297"/>
                <a:gd name="T77" fmla="*/ 109 h 282"/>
                <a:gd name="T78" fmla="*/ 217 w 297"/>
                <a:gd name="T79" fmla="*/ 96 h 282"/>
                <a:gd name="T80" fmla="*/ 235 w 297"/>
                <a:gd name="T81" fmla="*/ 115 h 282"/>
                <a:gd name="T82" fmla="*/ 251 w 297"/>
                <a:gd name="T83" fmla="*/ 106 h 282"/>
                <a:gd name="T84" fmla="*/ 249 w 297"/>
                <a:gd name="T85" fmla="*/ 119 h 282"/>
                <a:gd name="T86" fmla="*/ 263 w 297"/>
                <a:gd name="T87" fmla="*/ 261 h 282"/>
                <a:gd name="T88" fmla="*/ 185 w 297"/>
                <a:gd name="T89" fmla="*/ 225 h 282"/>
                <a:gd name="T90" fmla="*/ 131 w 297"/>
                <a:gd name="T91" fmla="*/ 267 h 282"/>
                <a:gd name="T92" fmla="*/ 62 w 297"/>
                <a:gd name="T93" fmla="*/ 218 h 282"/>
                <a:gd name="T94" fmla="*/ 10 w 297"/>
                <a:gd name="T95" fmla="*/ 256 h 282"/>
                <a:gd name="T96" fmla="*/ 97 w 297"/>
                <a:gd name="T97" fmla="*/ 113 h 282"/>
                <a:gd name="T98" fmla="*/ 134 w 297"/>
                <a:gd name="T99" fmla="*/ 82 h 282"/>
                <a:gd name="T100" fmla="*/ 207 w 297"/>
                <a:gd name="T101" fmla="*/ 8 h 282"/>
                <a:gd name="T102" fmla="*/ 234 w 297"/>
                <a:gd name="T103" fmla="*/ 27 h 282"/>
                <a:gd name="T104" fmla="*/ 263 w 297"/>
                <a:gd name="T105" fmla="*/ 184 h 282"/>
                <a:gd name="T106" fmla="*/ 290 w 297"/>
                <a:gd name="T107" fmla="*/ 23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7" h="282">
                  <a:moveTo>
                    <a:pt x="24" y="186"/>
                  </a:moveTo>
                  <a:cubicBezTo>
                    <a:pt x="30" y="187"/>
                    <a:pt x="32" y="172"/>
                    <a:pt x="26" y="174"/>
                  </a:cubicBezTo>
                  <a:cubicBezTo>
                    <a:pt x="22" y="175"/>
                    <a:pt x="21" y="182"/>
                    <a:pt x="24" y="186"/>
                  </a:cubicBezTo>
                  <a:close/>
                  <a:moveTo>
                    <a:pt x="40" y="158"/>
                  </a:moveTo>
                  <a:cubicBezTo>
                    <a:pt x="40" y="155"/>
                    <a:pt x="37" y="152"/>
                    <a:pt x="38" y="147"/>
                  </a:cubicBezTo>
                  <a:cubicBezTo>
                    <a:pt x="30" y="147"/>
                    <a:pt x="24" y="151"/>
                    <a:pt x="24" y="158"/>
                  </a:cubicBezTo>
                  <a:cubicBezTo>
                    <a:pt x="32" y="160"/>
                    <a:pt x="31" y="160"/>
                    <a:pt x="40" y="158"/>
                  </a:cubicBezTo>
                  <a:close/>
                  <a:moveTo>
                    <a:pt x="73" y="171"/>
                  </a:moveTo>
                  <a:cubicBezTo>
                    <a:pt x="64" y="166"/>
                    <a:pt x="59" y="180"/>
                    <a:pt x="52" y="171"/>
                  </a:cubicBezTo>
                  <a:cubicBezTo>
                    <a:pt x="51" y="195"/>
                    <a:pt x="0" y="214"/>
                    <a:pt x="35" y="234"/>
                  </a:cubicBezTo>
                  <a:cubicBezTo>
                    <a:pt x="41" y="225"/>
                    <a:pt x="30" y="220"/>
                    <a:pt x="29" y="213"/>
                  </a:cubicBezTo>
                  <a:cubicBezTo>
                    <a:pt x="42" y="205"/>
                    <a:pt x="52" y="194"/>
                    <a:pt x="53" y="180"/>
                  </a:cubicBezTo>
                  <a:cubicBezTo>
                    <a:pt x="59" y="180"/>
                    <a:pt x="70" y="184"/>
                    <a:pt x="73" y="171"/>
                  </a:cubicBezTo>
                  <a:close/>
                  <a:moveTo>
                    <a:pt x="80" y="127"/>
                  </a:moveTo>
                  <a:cubicBezTo>
                    <a:pt x="70" y="120"/>
                    <a:pt x="55" y="125"/>
                    <a:pt x="52" y="136"/>
                  </a:cubicBezTo>
                  <a:cubicBezTo>
                    <a:pt x="57" y="134"/>
                    <a:pt x="54" y="142"/>
                    <a:pt x="59" y="141"/>
                  </a:cubicBezTo>
                  <a:cubicBezTo>
                    <a:pt x="66" y="137"/>
                    <a:pt x="76" y="136"/>
                    <a:pt x="80" y="127"/>
                  </a:cubicBezTo>
                  <a:close/>
                  <a:moveTo>
                    <a:pt x="101" y="136"/>
                  </a:moveTo>
                  <a:cubicBezTo>
                    <a:pt x="104" y="131"/>
                    <a:pt x="104" y="123"/>
                    <a:pt x="95" y="123"/>
                  </a:cubicBezTo>
                  <a:cubicBezTo>
                    <a:pt x="95" y="131"/>
                    <a:pt x="96" y="134"/>
                    <a:pt x="101" y="136"/>
                  </a:cubicBezTo>
                  <a:close/>
                  <a:moveTo>
                    <a:pt x="131" y="150"/>
                  </a:moveTo>
                  <a:cubicBezTo>
                    <a:pt x="131" y="144"/>
                    <a:pt x="131" y="139"/>
                    <a:pt x="126" y="139"/>
                  </a:cubicBezTo>
                  <a:cubicBezTo>
                    <a:pt x="124" y="144"/>
                    <a:pt x="124" y="151"/>
                    <a:pt x="131" y="150"/>
                  </a:cubicBezTo>
                  <a:close/>
                  <a:moveTo>
                    <a:pt x="134" y="161"/>
                  </a:moveTo>
                  <a:cubicBezTo>
                    <a:pt x="137" y="163"/>
                    <a:pt x="151" y="165"/>
                    <a:pt x="151" y="157"/>
                  </a:cubicBezTo>
                  <a:cubicBezTo>
                    <a:pt x="147" y="151"/>
                    <a:pt x="134" y="153"/>
                    <a:pt x="134" y="161"/>
                  </a:cubicBezTo>
                  <a:close/>
                  <a:moveTo>
                    <a:pt x="151" y="37"/>
                  </a:moveTo>
                  <a:cubicBezTo>
                    <a:pt x="152" y="36"/>
                    <a:pt x="158" y="25"/>
                    <a:pt x="151" y="27"/>
                  </a:cubicBezTo>
                  <a:cubicBezTo>
                    <a:pt x="148" y="28"/>
                    <a:pt x="142" y="37"/>
                    <a:pt x="151" y="37"/>
                  </a:cubicBezTo>
                  <a:close/>
                  <a:moveTo>
                    <a:pt x="157" y="239"/>
                  </a:moveTo>
                  <a:cubicBezTo>
                    <a:pt x="163" y="247"/>
                    <a:pt x="176" y="249"/>
                    <a:pt x="185" y="243"/>
                  </a:cubicBezTo>
                  <a:cubicBezTo>
                    <a:pt x="170" y="237"/>
                    <a:pt x="168" y="218"/>
                    <a:pt x="163" y="200"/>
                  </a:cubicBezTo>
                  <a:cubicBezTo>
                    <a:pt x="158" y="208"/>
                    <a:pt x="165" y="212"/>
                    <a:pt x="159" y="217"/>
                  </a:cubicBezTo>
                  <a:cubicBezTo>
                    <a:pt x="151" y="209"/>
                    <a:pt x="146" y="224"/>
                    <a:pt x="139" y="218"/>
                  </a:cubicBezTo>
                  <a:cubicBezTo>
                    <a:pt x="142" y="225"/>
                    <a:pt x="145" y="234"/>
                    <a:pt x="143" y="247"/>
                  </a:cubicBezTo>
                  <a:cubicBezTo>
                    <a:pt x="154" y="247"/>
                    <a:pt x="143" y="225"/>
                    <a:pt x="156" y="227"/>
                  </a:cubicBezTo>
                  <a:cubicBezTo>
                    <a:pt x="158" y="229"/>
                    <a:pt x="157" y="234"/>
                    <a:pt x="157" y="239"/>
                  </a:cubicBezTo>
                  <a:close/>
                  <a:moveTo>
                    <a:pt x="173" y="39"/>
                  </a:moveTo>
                  <a:cubicBezTo>
                    <a:pt x="181" y="37"/>
                    <a:pt x="187" y="25"/>
                    <a:pt x="178" y="20"/>
                  </a:cubicBezTo>
                  <a:cubicBezTo>
                    <a:pt x="176" y="28"/>
                    <a:pt x="174" y="32"/>
                    <a:pt x="173" y="39"/>
                  </a:cubicBezTo>
                  <a:close/>
                  <a:moveTo>
                    <a:pt x="202" y="28"/>
                  </a:moveTo>
                  <a:cubicBezTo>
                    <a:pt x="190" y="36"/>
                    <a:pt x="178" y="43"/>
                    <a:pt x="173" y="58"/>
                  </a:cubicBezTo>
                  <a:cubicBezTo>
                    <a:pt x="187" y="53"/>
                    <a:pt x="197" y="42"/>
                    <a:pt x="202" y="28"/>
                  </a:cubicBezTo>
                  <a:close/>
                  <a:moveTo>
                    <a:pt x="157" y="191"/>
                  </a:moveTo>
                  <a:cubicBezTo>
                    <a:pt x="168" y="186"/>
                    <a:pt x="196" y="181"/>
                    <a:pt x="189" y="170"/>
                  </a:cubicBezTo>
                  <a:cubicBezTo>
                    <a:pt x="175" y="177"/>
                    <a:pt x="163" y="182"/>
                    <a:pt x="143" y="186"/>
                  </a:cubicBezTo>
                  <a:cubicBezTo>
                    <a:pt x="143" y="193"/>
                    <a:pt x="142" y="200"/>
                    <a:pt x="145" y="204"/>
                  </a:cubicBezTo>
                  <a:cubicBezTo>
                    <a:pt x="154" y="205"/>
                    <a:pt x="153" y="195"/>
                    <a:pt x="157" y="191"/>
                  </a:cubicBezTo>
                  <a:close/>
                  <a:moveTo>
                    <a:pt x="202" y="119"/>
                  </a:moveTo>
                  <a:cubicBezTo>
                    <a:pt x="196" y="117"/>
                    <a:pt x="187" y="119"/>
                    <a:pt x="186" y="127"/>
                  </a:cubicBezTo>
                  <a:cubicBezTo>
                    <a:pt x="192" y="125"/>
                    <a:pt x="191" y="133"/>
                    <a:pt x="197" y="132"/>
                  </a:cubicBezTo>
                  <a:cubicBezTo>
                    <a:pt x="197" y="125"/>
                    <a:pt x="202" y="125"/>
                    <a:pt x="202" y="119"/>
                  </a:cubicBezTo>
                  <a:close/>
                  <a:moveTo>
                    <a:pt x="189" y="72"/>
                  </a:moveTo>
                  <a:cubicBezTo>
                    <a:pt x="194" y="72"/>
                    <a:pt x="198" y="74"/>
                    <a:pt x="198" y="67"/>
                  </a:cubicBezTo>
                  <a:cubicBezTo>
                    <a:pt x="197" y="66"/>
                    <a:pt x="195" y="66"/>
                    <a:pt x="189" y="66"/>
                  </a:cubicBezTo>
                  <a:cubicBezTo>
                    <a:pt x="189" y="69"/>
                    <a:pt x="189" y="71"/>
                    <a:pt x="189" y="72"/>
                  </a:cubicBezTo>
                  <a:close/>
                  <a:moveTo>
                    <a:pt x="211" y="72"/>
                  </a:moveTo>
                  <a:cubicBezTo>
                    <a:pt x="212" y="70"/>
                    <a:pt x="209" y="69"/>
                    <a:pt x="209" y="66"/>
                  </a:cubicBezTo>
                  <a:cubicBezTo>
                    <a:pt x="206" y="65"/>
                    <a:pt x="202" y="66"/>
                    <a:pt x="201" y="67"/>
                  </a:cubicBezTo>
                  <a:cubicBezTo>
                    <a:pt x="200" y="74"/>
                    <a:pt x="208" y="75"/>
                    <a:pt x="211" y="72"/>
                  </a:cubicBezTo>
                  <a:close/>
                  <a:moveTo>
                    <a:pt x="192" y="166"/>
                  </a:moveTo>
                  <a:cubicBezTo>
                    <a:pt x="202" y="160"/>
                    <a:pt x="219" y="160"/>
                    <a:pt x="217" y="139"/>
                  </a:cubicBezTo>
                  <a:cubicBezTo>
                    <a:pt x="208" y="139"/>
                    <a:pt x="201" y="139"/>
                    <a:pt x="196" y="137"/>
                  </a:cubicBezTo>
                  <a:cubicBezTo>
                    <a:pt x="195" y="144"/>
                    <a:pt x="200" y="144"/>
                    <a:pt x="201" y="150"/>
                  </a:cubicBezTo>
                  <a:cubicBezTo>
                    <a:pt x="195" y="156"/>
                    <a:pt x="191" y="148"/>
                    <a:pt x="185" y="148"/>
                  </a:cubicBezTo>
                  <a:cubicBezTo>
                    <a:pt x="186" y="156"/>
                    <a:pt x="195" y="155"/>
                    <a:pt x="192" y="166"/>
                  </a:cubicBezTo>
                  <a:close/>
                  <a:moveTo>
                    <a:pt x="238" y="80"/>
                  </a:moveTo>
                  <a:cubicBezTo>
                    <a:pt x="238" y="72"/>
                    <a:pt x="234" y="62"/>
                    <a:pt x="227" y="67"/>
                  </a:cubicBezTo>
                  <a:cubicBezTo>
                    <a:pt x="227" y="76"/>
                    <a:pt x="233" y="77"/>
                    <a:pt x="238" y="80"/>
                  </a:cubicBezTo>
                  <a:close/>
                  <a:moveTo>
                    <a:pt x="235" y="115"/>
                  </a:moveTo>
                  <a:cubicBezTo>
                    <a:pt x="239" y="110"/>
                    <a:pt x="240" y="104"/>
                    <a:pt x="239" y="94"/>
                  </a:cubicBezTo>
                  <a:cubicBezTo>
                    <a:pt x="228" y="79"/>
                    <a:pt x="200" y="84"/>
                    <a:pt x="184" y="91"/>
                  </a:cubicBezTo>
                  <a:cubicBezTo>
                    <a:pt x="180" y="81"/>
                    <a:pt x="167" y="69"/>
                    <a:pt x="164" y="87"/>
                  </a:cubicBezTo>
                  <a:cubicBezTo>
                    <a:pt x="169" y="87"/>
                    <a:pt x="169" y="85"/>
                    <a:pt x="173" y="84"/>
                  </a:cubicBezTo>
                  <a:cubicBezTo>
                    <a:pt x="176" y="90"/>
                    <a:pt x="180" y="96"/>
                    <a:pt x="189" y="98"/>
                  </a:cubicBezTo>
                  <a:cubicBezTo>
                    <a:pt x="180" y="106"/>
                    <a:pt x="132" y="122"/>
                    <a:pt x="154" y="136"/>
                  </a:cubicBezTo>
                  <a:cubicBezTo>
                    <a:pt x="156" y="122"/>
                    <a:pt x="167" y="115"/>
                    <a:pt x="181" y="118"/>
                  </a:cubicBezTo>
                  <a:cubicBezTo>
                    <a:pt x="187" y="109"/>
                    <a:pt x="192" y="106"/>
                    <a:pt x="206" y="109"/>
                  </a:cubicBezTo>
                  <a:cubicBezTo>
                    <a:pt x="211" y="112"/>
                    <a:pt x="208" y="123"/>
                    <a:pt x="217" y="123"/>
                  </a:cubicBezTo>
                  <a:cubicBezTo>
                    <a:pt x="220" y="113"/>
                    <a:pt x="218" y="106"/>
                    <a:pt x="217" y="96"/>
                  </a:cubicBezTo>
                  <a:cubicBezTo>
                    <a:pt x="218" y="95"/>
                    <a:pt x="219" y="94"/>
                    <a:pt x="223" y="94"/>
                  </a:cubicBezTo>
                  <a:cubicBezTo>
                    <a:pt x="230" y="99"/>
                    <a:pt x="227" y="113"/>
                    <a:pt x="235" y="115"/>
                  </a:cubicBezTo>
                  <a:close/>
                  <a:moveTo>
                    <a:pt x="249" y="119"/>
                  </a:moveTo>
                  <a:cubicBezTo>
                    <a:pt x="253" y="115"/>
                    <a:pt x="252" y="114"/>
                    <a:pt x="251" y="106"/>
                  </a:cubicBezTo>
                  <a:cubicBezTo>
                    <a:pt x="249" y="106"/>
                    <a:pt x="247" y="106"/>
                    <a:pt x="246" y="106"/>
                  </a:cubicBezTo>
                  <a:cubicBezTo>
                    <a:pt x="246" y="112"/>
                    <a:pt x="244" y="119"/>
                    <a:pt x="249" y="119"/>
                  </a:cubicBezTo>
                  <a:close/>
                  <a:moveTo>
                    <a:pt x="290" y="233"/>
                  </a:moveTo>
                  <a:cubicBezTo>
                    <a:pt x="297" y="251"/>
                    <a:pt x="272" y="261"/>
                    <a:pt x="263" y="261"/>
                  </a:cubicBezTo>
                  <a:cubicBezTo>
                    <a:pt x="235" y="262"/>
                    <a:pt x="235" y="227"/>
                    <a:pt x="219" y="217"/>
                  </a:cubicBezTo>
                  <a:cubicBezTo>
                    <a:pt x="206" y="218"/>
                    <a:pt x="190" y="215"/>
                    <a:pt x="185" y="225"/>
                  </a:cubicBezTo>
                  <a:cubicBezTo>
                    <a:pt x="187" y="239"/>
                    <a:pt x="203" y="232"/>
                    <a:pt x="206" y="243"/>
                  </a:cubicBezTo>
                  <a:cubicBezTo>
                    <a:pt x="211" y="266"/>
                    <a:pt x="157" y="273"/>
                    <a:pt x="131" y="267"/>
                  </a:cubicBezTo>
                  <a:cubicBezTo>
                    <a:pt x="113" y="262"/>
                    <a:pt x="104" y="241"/>
                    <a:pt x="98" y="224"/>
                  </a:cubicBezTo>
                  <a:cubicBezTo>
                    <a:pt x="85" y="224"/>
                    <a:pt x="75" y="213"/>
                    <a:pt x="62" y="218"/>
                  </a:cubicBezTo>
                  <a:cubicBezTo>
                    <a:pt x="60" y="232"/>
                    <a:pt x="73" y="233"/>
                    <a:pt x="74" y="247"/>
                  </a:cubicBezTo>
                  <a:cubicBezTo>
                    <a:pt x="77" y="282"/>
                    <a:pt x="35" y="266"/>
                    <a:pt x="10" y="256"/>
                  </a:cubicBezTo>
                  <a:cubicBezTo>
                    <a:pt x="24" y="218"/>
                    <a:pt x="2" y="167"/>
                    <a:pt x="20" y="137"/>
                  </a:cubicBezTo>
                  <a:cubicBezTo>
                    <a:pt x="32" y="118"/>
                    <a:pt x="64" y="108"/>
                    <a:pt x="97" y="113"/>
                  </a:cubicBezTo>
                  <a:cubicBezTo>
                    <a:pt x="107" y="114"/>
                    <a:pt x="136" y="127"/>
                    <a:pt x="145" y="110"/>
                  </a:cubicBezTo>
                  <a:cubicBezTo>
                    <a:pt x="145" y="98"/>
                    <a:pt x="139" y="90"/>
                    <a:pt x="134" y="82"/>
                  </a:cubicBezTo>
                  <a:cubicBezTo>
                    <a:pt x="137" y="63"/>
                    <a:pt x="131" y="50"/>
                    <a:pt x="135" y="36"/>
                  </a:cubicBezTo>
                  <a:cubicBezTo>
                    <a:pt x="143" y="0"/>
                    <a:pt x="173" y="3"/>
                    <a:pt x="207" y="8"/>
                  </a:cubicBezTo>
                  <a:cubicBezTo>
                    <a:pt x="213" y="6"/>
                    <a:pt x="211" y="14"/>
                    <a:pt x="211" y="18"/>
                  </a:cubicBezTo>
                  <a:cubicBezTo>
                    <a:pt x="216" y="18"/>
                    <a:pt x="228" y="22"/>
                    <a:pt x="234" y="27"/>
                  </a:cubicBezTo>
                  <a:cubicBezTo>
                    <a:pt x="224" y="61"/>
                    <a:pt x="251" y="79"/>
                    <a:pt x="269" y="96"/>
                  </a:cubicBezTo>
                  <a:cubicBezTo>
                    <a:pt x="282" y="123"/>
                    <a:pt x="285" y="167"/>
                    <a:pt x="263" y="184"/>
                  </a:cubicBezTo>
                  <a:cubicBezTo>
                    <a:pt x="262" y="204"/>
                    <a:pt x="268" y="218"/>
                    <a:pt x="275" y="229"/>
                  </a:cubicBezTo>
                  <a:cubicBezTo>
                    <a:pt x="282" y="229"/>
                    <a:pt x="289" y="228"/>
                    <a:pt x="290" y="2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0" name="Freeform 35">
              <a:extLst>
                <a:ext uri="{FF2B5EF4-FFF2-40B4-BE49-F238E27FC236}">
                  <a16:creationId xmlns:a16="http://schemas.microsoft.com/office/drawing/2014/main" id="{A66A0811-B010-B46B-D787-EBFBA71EA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098" y="5055235"/>
              <a:ext cx="357187" cy="352425"/>
            </a:xfrm>
            <a:custGeom>
              <a:avLst/>
              <a:gdLst>
                <a:gd name="T0" fmla="*/ 138 w 138"/>
                <a:gd name="T1" fmla="*/ 77 h 136"/>
                <a:gd name="T2" fmla="*/ 125 w 138"/>
                <a:gd name="T3" fmla="*/ 72 h 136"/>
                <a:gd name="T4" fmla="*/ 58 w 138"/>
                <a:gd name="T5" fmla="*/ 136 h 136"/>
                <a:gd name="T6" fmla="*/ 67 w 138"/>
                <a:gd name="T7" fmla="*/ 36 h 136"/>
                <a:gd name="T8" fmla="*/ 29 w 138"/>
                <a:gd name="T9" fmla="*/ 101 h 136"/>
                <a:gd name="T10" fmla="*/ 0 w 138"/>
                <a:gd name="T11" fmla="*/ 72 h 136"/>
                <a:gd name="T12" fmla="*/ 41 w 138"/>
                <a:gd name="T13" fmla="*/ 50 h 136"/>
                <a:gd name="T14" fmla="*/ 62 w 138"/>
                <a:gd name="T15" fmla="*/ 2 h 136"/>
                <a:gd name="T16" fmla="*/ 84 w 138"/>
                <a:gd name="T17" fmla="*/ 20 h 136"/>
                <a:gd name="T18" fmla="*/ 72 w 138"/>
                <a:gd name="T19" fmla="*/ 110 h 136"/>
                <a:gd name="T20" fmla="*/ 113 w 138"/>
                <a:gd name="T21" fmla="*/ 67 h 136"/>
                <a:gd name="T22" fmla="*/ 108 w 138"/>
                <a:gd name="T23" fmla="*/ 49 h 136"/>
                <a:gd name="T24" fmla="*/ 138 w 138"/>
                <a:gd name="T25" fmla="*/ 77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136">
                  <a:moveTo>
                    <a:pt x="138" y="77"/>
                  </a:moveTo>
                  <a:cubicBezTo>
                    <a:pt x="134" y="81"/>
                    <a:pt x="130" y="73"/>
                    <a:pt x="125" y="72"/>
                  </a:cubicBezTo>
                  <a:cubicBezTo>
                    <a:pt x="99" y="88"/>
                    <a:pt x="84" y="117"/>
                    <a:pt x="58" y="136"/>
                  </a:cubicBezTo>
                  <a:cubicBezTo>
                    <a:pt x="56" y="105"/>
                    <a:pt x="66" y="71"/>
                    <a:pt x="67" y="36"/>
                  </a:cubicBezTo>
                  <a:cubicBezTo>
                    <a:pt x="50" y="52"/>
                    <a:pt x="15" y="74"/>
                    <a:pt x="29" y="101"/>
                  </a:cubicBezTo>
                  <a:cubicBezTo>
                    <a:pt x="18" y="98"/>
                    <a:pt x="7" y="83"/>
                    <a:pt x="0" y="72"/>
                  </a:cubicBezTo>
                  <a:cubicBezTo>
                    <a:pt x="15" y="82"/>
                    <a:pt x="26" y="67"/>
                    <a:pt x="41" y="50"/>
                  </a:cubicBezTo>
                  <a:cubicBezTo>
                    <a:pt x="57" y="33"/>
                    <a:pt x="72" y="24"/>
                    <a:pt x="62" y="2"/>
                  </a:cubicBezTo>
                  <a:cubicBezTo>
                    <a:pt x="70" y="0"/>
                    <a:pt x="75" y="16"/>
                    <a:pt x="84" y="20"/>
                  </a:cubicBezTo>
                  <a:cubicBezTo>
                    <a:pt x="79" y="49"/>
                    <a:pt x="78" y="82"/>
                    <a:pt x="72" y="110"/>
                  </a:cubicBezTo>
                  <a:cubicBezTo>
                    <a:pt x="90" y="100"/>
                    <a:pt x="100" y="82"/>
                    <a:pt x="113" y="67"/>
                  </a:cubicBezTo>
                  <a:cubicBezTo>
                    <a:pt x="114" y="58"/>
                    <a:pt x="108" y="57"/>
                    <a:pt x="108" y="49"/>
                  </a:cubicBezTo>
                  <a:cubicBezTo>
                    <a:pt x="117" y="52"/>
                    <a:pt x="136" y="68"/>
                    <a:pt x="138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1" name="Freeform 36">
              <a:extLst>
                <a:ext uri="{FF2B5EF4-FFF2-40B4-BE49-F238E27FC236}">
                  <a16:creationId xmlns:a16="http://schemas.microsoft.com/office/drawing/2014/main" id="{73BCD84A-8793-9DEB-E7B5-D92B950D7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873" y="4920298"/>
              <a:ext cx="265112" cy="242888"/>
            </a:xfrm>
            <a:custGeom>
              <a:avLst/>
              <a:gdLst>
                <a:gd name="T0" fmla="*/ 74 w 102"/>
                <a:gd name="T1" fmla="*/ 0 h 94"/>
                <a:gd name="T2" fmla="*/ 102 w 102"/>
                <a:gd name="T3" fmla="*/ 37 h 94"/>
                <a:gd name="T4" fmla="*/ 87 w 102"/>
                <a:gd name="T5" fmla="*/ 29 h 94"/>
                <a:gd name="T6" fmla="*/ 25 w 102"/>
                <a:gd name="T7" fmla="*/ 80 h 94"/>
                <a:gd name="T8" fmla="*/ 28 w 102"/>
                <a:gd name="T9" fmla="*/ 94 h 94"/>
                <a:gd name="T10" fmla="*/ 0 w 102"/>
                <a:gd name="T11" fmla="*/ 58 h 94"/>
                <a:gd name="T12" fmla="*/ 15 w 102"/>
                <a:gd name="T13" fmla="*/ 64 h 94"/>
                <a:gd name="T14" fmla="*/ 77 w 102"/>
                <a:gd name="T15" fmla="*/ 15 h 94"/>
                <a:gd name="T16" fmla="*/ 74 w 102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94">
                  <a:moveTo>
                    <a:pt x="74" y="0"/>
                  </a:moveTo>
                  <a:cubicBezTo>
                    <a:pt x="85" y="2"/>
                    <a:pt x="99" y="25"/>
                    <a:pt x="102" y="37"/>
                  </a:cubicBezTo>
                  <a:cubicBezTo>
                    <a:pt x="94" y="35"/>
                    <a:pt x="94" y="29"/>
                    <a:pt x="87" y="29"/>
                  </a:cubicBezTo>
                  <a:cubicBezTo>
                    <a:pt x="66" y="44"/>
                    <a:pt x="44" y="61"/>
                    <a:pt x="25" y="80"/>
                  </a:cubicBezTo>
                  <a:cubicBezTo>
                    <a:pt x="25" y="86"/>
                    <a:pt x="32" y="88"/>
                    <a:pt x="28" y="94"/>
                  </a:cubicBezTo>
                  <a:cubicBezTo>
                    <a:pt x="16" y="85"/>
                    <a:pt x="9" y="72"/>
                    <a:pt x="0" y="58"/>
                  </a:cubicBezTo>
                  <a:cubicBezTo>
                    <a:pt x="6" y="53"/>
                    <a:pt x="9" y="64"/>
                    <a:pt x="15" y="64"/>
                  </a:cubicBezTo>
                  <a:cubicBezTo>
                    <a:pt x="36" y="49"/>
                    <a:pt x="59" y="34"/>
                    <a:pt x="77" y="15"/>
                  </a:cubicBezTo>
                  <a:cubicBezTo>
                    <a:pt x="79" y="7"/>
                    <a:pt x="74" y="6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2" name="Freeform 37">
              <a:extLst>
                <a:ext uri="{FF2B5EF4-FFF2-40B4-BE49-F238E27FC236}">
                  <a16:creationId xmlns:a16="http://schemas.microsoft.com/office/drawing/2014/main" id="{4C1F425D-B2DB-D9D4-4120-E430F9A74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710" y="4769485"/>
              <a:ext cx="320675" cy="184150"/>
            </a:xfrm>
            <a:custGeom>
              <a:avLst/>
              <a:gdLst>
                <a:gd name="T0" fmla="*/ 124 w 124"/>
                <a:gd name="T1" fmla="*/ 36 h 71"/>
                <a:gd name="T2" fmla="*/ 113 w 124"/>
                <a:gd name="T3" fmla="*/ 30 h 71"/>
                <a:gd name="T4" fmla="*/ 36 w 124"/>
                <a:gd name="T5" fmla="*/ 64 h 71"/>
                <a:gd name="T6" fmla="*/ 38 w 124"/>
                <a:gd name="T7" fmla="*/ 11 h 71"/>
                <a:gd name="T8" fmla="*/ 43 w 124"/>
                <a:gd name="T9" fmla="*/ 24 h 71"/>
                <a:gd name="T10" fmla="*/ 41 w 124"/>
                <a:gd name="T11" fmla="*/ 28 h 71"/>
                <a:gd name="T12" fmla="*/ 22 w 124"/>
                <a:gd name="T13" fmla="*/ 30 h 71"/>
                <a:gd name="T14" fmla="*/ 27 w 124"/>
                <a:gd name="T15" fmla="*/ 52 h 71"/>
                <a:gd name="T16" fmla="*/ 103 w 124"/>
                <a:gd name="T17" fmla="*/ 14 h 71"/>
                <a:gd name="T18" fmla="*/ 102 w 124"/>
                <a:gd name="T19" fmla="*/ 0 h 71"/>
                <a:gd name="T20" fmla="*/ 124 w 124"/>
                <a:gd name="T21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4" h="71">
                  <a:moveTo>
                    <a:pt x="124" y="36"/>
                  </a:moveTo>
                  <a:cubicBezTo>
                    <a:pt x="119" y="41"/>
                    <a:pt x="119" y="29"/>
                    <a:pt x="113" y="30"/>
                  </a:cubicBezTo>
                  <a:cubicBezTo>
                    <a:pt x="91" y="30"/>
                    <a:pt x="65" y="71"/>
                    <a:pt x="36" y="64"/>
                  </a:cubicBezTo>
                  <a:cubicBezTo>
                    <a:pt x="15" y="59"/>
                    <a:pt x="0" y="14"/>
                    <a:pt x="38" y="11"/>
                  </a:cubicBezTo>
                  <a:cubicBezTo>
                    <a:pt x="39" y="16"/>
                    <a:pt x="43" y="17"/>
                    <a:pt x="43" y="24"/>
                  </a:cubicBezTo>
                  <a:cubicBezTo>
                    <a:pt x="41" y="24"/>
                    <a:pt x="42" y="26"/>
                    <a:pt x="41" y="28"/>
                  </a:cubicBezTo>
                  <a:cubicBezTo>
                    <a:pt x="33" y="31"/>
                    <a:pt x="28" y="31"/>
                    <a:pt x="22" y="30"/>
                  </a:cubicBezTo>
                  <a:cubicBezTo>
                    <a:pt x="17" y="38"/>
                    <a:pt x="23" y="47"/>
                    <a:pt x="27" y="52"/>
                  </a:cubicBezTo>
                  <a:cubicBezTo>
                    <a:pt x="63" y="48"/>
                    <a:pt x="80" y="28"/>
                    <a:pt x="103" y="14"/>
                  </a:cubicBezTo>
                  <a:cubicBezTo>
                    <a:pt x="107" y="6"/>
                    <a:pt x="97" y="2"/>
                    <a:pt x="102" y="0"/>
                  </a:cubicBezTo>
                  <a:cubicBezTo>
                    <a:pt x="110" y="2"/>
                    <a:pt x="121" y="28"/>
                    <a:pt x="124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3" name="Freeform 38">
              <a:extLst>
                <a:ext uri="{FF2B5EF4-FFF2-40B4-BE49-F238E27FC236}">
                  <a16:creationId xmlns:a16="http://schemas.microsoft.com/office/drawing/2014/main" id="{C290AF30-39B5-8A06-559C-28C5571A92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560" y="4437698"/>
              <a:ext cx="307975" cy="287338"/>
            </a:xfrm>
            <a:custGeom>
              <a:avLst/>
              <a:gdLst>
                <a:gd name="T0" fmla="*/ 119 w 119"/>
                <a:gd name="T1" fmla="*/ 107 h 111"/>
                <a:gd name="T2" fmla="*/ 104 w 119"/>
                <a:gd name="T3" fmla="*/ 95 h 111"/>
                <a:gd name="T4" fmla="*/ 19 w 119"/>
                <a:gd name="T5" fmla="*/ 111 h 111"/>
                <a:gd name="T6" fmla="*/ 78 w 119"/>
                <a:gd name="T7" fmla="*/ 32 h 111"/>
                <a:gd name="T8" fmla="*/ 16 w 119"/>
                <a:gd name="T9" fmla="*/ 47 h 111"/>
                <a:gd name="T10" fmla="*/ 12 w 119"/>
                <a:gd name="T11" fmla="*/ 64 h 111"/>
                <a:gd name="T12" fmla="*/ 0 w 119"/>
                <a:gd name="T13" fmla="*/ 23 h 111"/>
                <a:gd name="T14" fmla="*/ 15 w 119"/>
                <a:gd name="T15" fmla="*/ 35 h 111"/>
                <a:gd name="T16" fmla="*/ 94 w 119"/>
                <a:gd name="T17" fmla="*/ 0 h 111"/>
                <a:gd name="T18" fmla="*/ 44 w 119"/>
                <a:gd name="T19" fmla="*/ 99 h 111"/>
                <a:gd name="T20" fmla="*/ 103 w 119"/>
                <a:gd name="T21" fmla="*/ 85 h 111"/>
                <a:gd name="T22" fmla="*/ 107 w 119"/>
                <a:gd name="T23" fmla="*/ 66 h 111"/>
                <a:gd name="T24" fmla="*/ 119 w 119"/>
                <a:gd name="T25" fmla="*/ 107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" h="111">
                  <a:moveTo>
                    <a:pt x="119" y="107"/>
                  </a:moveTo>
                  <a:cubicBezTo>
                    <a:pt x="108" y="109"/>
                    <a:pt x="111" y="96"/>
                    <a:pt x="104" y="95"/>
                  </a:cubicBezTo>
                  <a:cubicBezTo>
                    <a:pt x="77" y="96"/>
                    <a:pt x="45" y="110"/>
                    <a:pt x="19" y="111"/>
                  </a:cubicBezTo>
                  <a:cubicBezTo>
                    <a:pt x="33" y="80"/>
                    <a:pt x="61" y="61"/>
                    <a:pt x="78" y="32"/>
                  </a:cubicBezTo>
                  <a:cubicBezTo>
                    <a:pt x="61" y="33"/>
                    <a:pt x="34" y="39"/>
                    <a:pt x="16" y="47"/>
                  </a:cubicBezTo>
                  <a:cubicBezTo>
                    <a:pt x="14" y="51"/>
                    <a:pt x="16" y="61"/>
                    <a:pt x="12" y="64"/>
                  </a:cubicBezTo>
                  <a:cubicBezTo>
                    <a:pt x="4" y="56"/>
                    <a:pt x="5" y="37"/>
                    <a:pt x="0" y="23"/>
                  </a:cubicBezTo>
                  <a:cubicBezTo>
                    <a:pt x="11" y="21"/>
                    <a:pt x="8" y="34"/>
                    <a:pt x="15" y="35"/>
                  </a:cubicBezTo>
                  <a:cubicBezTo>
                    <a:pt x="45" y="29"/>
                    <a:pt x="88" y="33"/>
                    <a:pt x="94" y="0"/>
                  </a:cubicBezTo>
                  <a:cubicBezTo>
                    <a:pt x="118" y="42"/>
                    <a:pt x="56" y="68"/>
                    <a:pt x="44" y="99"/>
                  </a:cubicBezTo>
                  <a:cubicBezTo>
                    <a:pt x="65" y="95"/>
                    <a:pt x="85" y="91"/>
                    <a:pt x="103" y="85"/>
                  </a:cubicBezTo>
                  <a:cubicBezTo>
                    <a:pt x="105" y="80"/>
                    <a:pt x="103" y="71"/>
                    <a:pt x="107" y="66"/>
                  </a:cubicBezTo>
                  <a:cubicBezTo>
                    <a:pt x="115" y="75"/>
                    <a:pt x="114" y="95"/>
                    <a:pt x="119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4" name="Freeform 39">
              <a:extLst>
                <a:ext uri="{FF2B5EF4-FFF2-40B4-BE49-F238E27FC236}">
                  <a16:creationId xmlns:a16="http://schemas.microsoft.com/office/drawing/2014/main" id="{EC5ABF3C-40F8-0BEF-57C8-CD5583857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635" y="3866198"/>
              <a:ext cx="269875" cy="282575"/>
            </a:xfrm>
            <a:custGeom>
              <a:avLst/>
              <a:gdLst>
                <a:gd name="T0" fmla="*/ 100 w 104"/>
                <a:gd name="T1" fmla="*/ 0 h 109"/>
                <a:gd name="T2" fmla="*/ 100 w 104"/>
                <a:gd name="T3" fmla="*/ 30 h 109"/>
                <a:gd name="T4" fmla="*/ 29 w 104"/>
                <a:gd name="T5" fmla="*/ 83 h 109"/>
                <a:gd name="T6" fmla="*/ 96 w 104"/>
                <a:gd name="T7" fmla="*/ 68 h 109"/>
                <a:gd name="T8" fmla="*/ 99 w 104"/>
                <a:gd name="T9" fmla="*/ 109 h 109"/>
                <a:gd name="T10" fmla="*/ 87 w 104"/>
                <a:gd name="T11" fmla="*/ 92 h 109"/>
                <a:gd name="T12" fmla="*/ 1 w 104"/>
                <a:gd name="T13" fmla="*/ 91 h 109"/>
                <a:gd name="T14" fmla="*/ 78 w 104"/>
                <a:gd name="T15" fmla="*/ 26 h 109"/>
                <a:gd name="T16" fmla="*/ 13 w 104"/>
                <a:gd name="T17" fmla="*/ 28 h 109"/>
                <a:gd name="T18" fmla="*/ 7 w 104"/>
                <a:gd name="T19" fmla="*/ 43 h 109"/>
                <a:gd name="T20" fmla="*/ 5 w 104"/>
                <a:gd name="T21" fmla="*/ 1 h 109"/>
                <a:gd name="T22" fmla="*/ 12 w 104"/>
                <a:gd name="T23" fmla="*/ 15 h 109"/>
                <a:gd name="T24" fmla="*/ 88 w 104"/>
                <a:gd name="T25" fmla="*/ 15 h 109"/>
                <a:gd name="T26" fmla="*/ 95 w 104"/>
                <a:gd name="T27" fmla="*/ 0 h 109"/>
                <a:gd name="T28" fmla="*/ 100 w 104"/>
                <a:gd name="T2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9">
                  <a:moveTo>
                    <a:pt x="100" y="0"/>
                  </a:moveTo>
                  <a:cubicBezTo>
                    <a:pt x="100" y="10"/>
                    <a:pt x="100" y="20"/>
                    <a:pt x="100" y="30"/>
                  </a:cubicBezTo>
                  <a:cubicBezTo>
                    <a:pt x="76" y="47"/>
                    <a:pt x="52" y="66"/>
                    <a:pt x="29" y="83"/>
                  </a:cubicBezTo>
                  <a:cubicBezTo>
                    <a:pt x="52" y="86"/>
                    <a:pt x="95" y="93"/>
                    <a:pt x="96" y="68"/>
                  </a:cubicBezTo>
                  <a:cubicBezTo>
                    <a:pt x="104" y="73"/>
                    <a:pt x="100" y="100"/>
                    <a:pt x="99" y="109"/>
                  </a:cubicBezTo>
                  <a:cubicBezTo>
                    <a:pt x="91" y="107"/>
                    <a:pt x="94" y="93"/>
                    <a:pt x="87" y="92"/>
                  </a:cubicBezTo>
                  <a:cubicBezTo>
                    <a:pt x="58" y="91"/>
                    <a:pt x="27" y="95"/>
                    <a:pt x="1" y="91"/>
                  </a:cubicBezTo>
                  <a:cubicBezTo>
                    <a:pt x="22" y="63"/>
                    <a:pt x="55" y="50"/>
                    <a:pt x="78" y="26"/>
                  </a:cubicBezTo>
                  <a:cubicBezTo>
                    <a:pt x="62" y="28"/>
                    <a:pt x="29" y="24"/>
                    <a:pt x="13" y="28"/>
                  </a:cubicBezTo>
                  <a:cubicBezTo>
                    <a:pt x="10" y="30"/>
                    <a:pt x="11" y="39"/>
                    <a:pt x="7" y="43"/>
                  </a:cubicBezTo>
                  <a:cubicBezTo>
                    <a:pt x="0" y="36"/>
                    <a:pt x="3" y="10"/>
                    <a:pt x="5" y="1"/>
                  </a:cubicBezTo>
                  <a:cubicBezTo>
                    <a:pt x="12" y="1"/>
                    <a:pt x="8" y="12"/>
                    <a:pt x="12" y="15"/>
                  </a:cubicBezTo>
                  <a:cubicBezTo>
                    <a:pt x="35" y="19"/>
                    <a:pt x="66" y="21"/>
                    <a:pt x="88" y="15"/>
                  </a:cubicBezTo>
                  <a:cubicBezTo>
                    <a:pt x="91" y="11"/>
                    <a:pt x="95" y="7"/>
                    <a:pt x="95" y="0"/>
                  </a:cubicBezTo>
                  <a:cubicBezTo>
                    <a:pt x="96" y="0"/>
                    <a:pt x="99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75" name="Freeform 40">
              <a:extLst>
                <a:ext uri="{FF2B5EF4-FFF2-40B4-BE49-F238E27FC236}">
                  <a16:creationId xmlns:a16="http://schemas.microsoft.com/office/drawing/2014/main" id="{71683E3E-7FC7-D87B-D9C4-F28D7FD332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78635" y="4175760"/>
              <a:ext cx="269875" cy="271463"/>
            </a:xfrm>
            <a:custGeom>
              <a:avLst/>
              <a:gdLst>
                <a:gd name="T0" fmla="*/ 46 w 104"/>
                <a:gd name="T1" fmla="*/ 58 h 105"/>
                <a:gd name="T2" fmla="*/ 79 w 104"/>
                <a:gd name="T3" fmla="*/ 40 h 105"/>
                <a:gd name="T4" fmla="*/ 43 w 104"/>
                <a:gd name="T5" fmla="*/ 33 h 105"/>
                <a:gd name="T6" fmla="*/ 46 w 104"/>
                <a:gd name="T7" fmla="*/ 58 h 105"/>
                <a:gd name="T8" fmla="*/ 104 w 104"/>
                <a:gd name="T9" fmla="*/ 41 h 105"/>
                <a:gd name="T10" fmla="*/ 62 w 104"/>
                <a:gd name="T11" fmla="*/ 67 h 105"/>
                <a:gd name="T12" fmla="*/ 19 w 104"/>
                <a:gd name="T13" fmla="*/ 89 h 105"/>
                <a:gd name="T14" fmla="*/ 11 w 104"/>
                <a:gd name="T15" fmla="*/ 105 h 105"/>
                <a:gd name="T16" fmla="*/ 8 w 104"/>
                <a:gd name="T17" fmla="*/ 62 h 105"/>
                <a:gd name="T18" fmla="*/ 16 w 104"/>
                <a:gd name="T19" fmla="*/ 74 h 105"/>
                <a:gd name="T20" fmla="*/ 40 w 104"/>
                <a:gd name="T21" fmla="*/ 63 h 105"/>
                <a:gd name="T22" fmla="*/ 38 w 104"/>
                <a:gd name="T23" fmla="*/ 31 h 105"/>
                <a:gd name="T24" fmla="*/ 13 w 104"/>
                <a:gd name="T25" fmla="*/ 24 h 105"/>
                <a:gd name="T26" fmla="*/ 8 w 104"/>
                <a:gd name="T27" fmla="*/ 38 h 105"/>
                <a:gd name="T28" fmla="*/ 1 w 104"/>
                <a:gd name="T29" fmla="*/ 1 h 105"/>
                <a:gd name="T30" fmla="*/ 12 w 104"/>
                <a:gd name="T31" fmla="*/ 14 h 105"/>
                <a:gd name="T32" fmla="*/ 104 w 104"/>
                <a:gd name="T3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4" h="105">
                  <a:moveTo>
                    <a:pt x="46" y="58"/>
                  </a:moveTo>
                  <a:cubicBezTo>
                    <a:pt x="60" y="54"/>
                    <a:pt x="69" y="48"/>
                    <a:pt x="79" y="40"/>
                  </a:cubicBezTo>
                  <a:cubicBezTo>
                    <a:pt x="67" y="39"/>
                    <a:pt x="55" y="29"/>
                    <a:pt x="43" y="33"/>
                  </a:cubicBezTo>
                  <a:cubicBezTo>
                    <a:pt x="46" y="39"/>
                    <a:pt x="45" y="50"/>
                    <a:pt x="46" y="58"/>
                  </a:cubicBezTo>
                  <a:close/>
                  <a:moveTo>
                    <a:pt x="104" y="41"/>
                  </a:moveTo>
                  <a:cubicBezTo>
                    <a:pt x="95" y="55"/>
                    <a:pt x="77" y="59"/>
                    <a:pt x="62" y="67"/>
                  </a:cubicBezTo>
                  <a:cubicBezTo>
                    <a:pt x="47" y="74"/>
                    <a:pt x="34" y="83"/>
                    <a:pt x="19" y="89"/>
                  </a:cubicBezTo>
                  <a:cubicBezTo>
                    <a:pt x="17" y="96"/>
                    <a:pt x="17" y="105"/>
                    <a:pt x="11" y="105"/>
                  </a:cubicBezTo>
                  <a:cubicBezTo>
                    <a:pt x="12" y="89"/>
                    <a:pt x="5" y="73"/>
                    <a:pt x="8" y="62"/>
                  </a:cubicBezTo>
                  <a:cubicBezTo>
                    <a:pt x="14" y="62"/>
                    <a:pt x="12" y="71"/>
                    <a:pt x="16" y="74"/>
                  </a:cubicBezTo>
                  <a:cubicBezTo>
                    <a:pt x="25" y="72"/>
                    <a:pt x="32" y="67"/>
                    <a:pt x="40" y="63"/>
                  </a:cubicBezTo>
                  <a:cubicBezTo>
                    <a:pt x="41" y="50"/>
                    <a:pt x="38" y="43"/>
                    <a:pt x="38" y="31"/>
                  </a:cubicBezTo>
                  <a:cubicBezTo>
                    <a:pt x="32" y="22"/>
                    <a:pt x="25" y="25"/>
                    <a:pt x="13" y="24"/>
                  </a:cubicBezTo>
                  <a:cubicBezTo>
                    <a:pt x="7" y="24"/>
                    <a:pt x="13" y="36"/>
                    <a:pt x="8" y="38"/>
                  </a:cubicBezTo>
                  <a:cubicBezTo>
                    <a:pt x="0" y="33"/>
                    <a:pt x="3" y="14"/>
                    <a:pt x="1" y="1"/>
                  </a:cubicBezTo>
                  <a:cubicBezTo>
                    <a:pt x="10" y="0"/>
                    <a:pt x="8" y="10"/>
                    <a:pt x="12" y="14"/>
                  </a:cubicBezTo>
                  <a:cubicBezTo>
                    <a:pt x="41" y="24"/>
                    <a:pt x="76" y="29"/>
                    <a:pt x="104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</p:grpSp>
      <p:sp>
        <p:nvSpPr>
          <p:cNvPr id="5" name="椭圆 4">
            <a:extLst>
              <a:ext uri="{FF2B5EF4-FFF2-40B4-BE49-F238E27FC236}">
                <a16:creationId xmlns:a16="http://schemas.microsoft.com/office/drawing/2014/main" id="{32D2C551-1AF0-1441-97EE-1642CDC106F4}"/>
              </a:ext>
            </a:extLst>
          </p:cNvPr>
          <p:cNvSpPr/>
          <p:nvPr/>
        </p:nvSpPr>
        <p:spPr>
          <a:xfrm>
            <a:off x="2028715" y="1357323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1</a:t>
            </a:r>
            <a:endParaRPr lang="zh-CN" altLang="en-US" sz="2400" dirty="0">
              <a:latin typeface="+mn-ea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669015C-A114-5D0A-C7D7-3D68548E11BD}"/>
              </a:ext>
            </a:extLst>
          </p:cNvPr>
          <p:cNvSpPr/>
          <p:nvPr/>
        </p:nvSpPr>
        <p:spPr>
          <a:xfrm>
            <a:off x="2028715" y="2315408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2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B97842C-AB34-2318-FC72-899D0A02FBB1}"/>
              </a:ext>
            </a:extLst>
          </p:cNvPr>
          <p:cNvSpPr/>
          <p:nvPr/>
        </p:nvSpPr>
        <p:spPr>
          <a:xfrm>
            <a:off x="2028715" y="3273494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3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BBCA9DA-C0E3-250E-2607-85F201711D92}"/>
              </a:ext>
            </a:extLst>
          </p:cNvPr>
          <p:cNvSpPr/>
          <p:nvPr/>
        </p:nvSpPr>
        <p:spPr>
          <a:xfrm>
            <a:off x="2028715" y="4250542"/>
            <a:ext cx="377936" cy="377936"/>
          </a:xfrm>
          <a:prstGeom prst="ellipse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4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9F4EA58-2D21-B096-DE43-601EDC08395A}"/>
              </a:ext>
            </a:extLst>
          </p:cNvPr>
          <p:cNvSpPr/>
          <p:nvPr/>
        </p:nvSpPr>
        <p:spPr>
          <a:xfrm>
            <a:off x="2028715" y="5192778"/>
            <a:ext cx="377936" cy="3779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400" dirty="0">
                <a:latin typeface="+mn-ea"/>
              </a:rPr>
              <a:t>5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3" name="文本占位符 22">
            <a:extLst>
              <a:ext uri="{FF2B5EF4-FFF2-40B4-BE49-F238E27FC236}">
                <a16:creationId xmlns:a16="http://schemas.microsoft.com/office/drawing/2014/main" id="{37A6DDFD-E504-8E3D-1AF2-321C9CE5B1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6819" y="1293686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4" name="文本占位符 22">
            <a:extLst>
              <a:ext uri="{FF2B5EF4-FFF2-40B4-BE49-F238E27FC236}">
                <a16:creationId xmlns:a16="http://schemas.microsoft.com/office/drawing/2014/main" id="{2B5AA712-64EC-5C09-FCF6-0225BD3B1B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96819" y="2245518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5" name="文本占位符 22">
            <a:extLst>
              <a:ext uri="{FF2B5EF4-FFF2-40B4-BE49-F238E27FC236}">
                <a16:creationId xmlns:a16="http://schemas.microsoft.com/office/drawing/2014/main" id="{F3C60BF2-0AC4-FA3C-8327-243CEE8C16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96819" y="3197350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6" name="文本占位符 22">
            <a:extLst>
              <a:ext uri="{FF2B5EF4-FFF2-40B4-BE49-F238E27FC236}">
                <a16:creationId xmlns:a16="http://schemas.microsoft.com/office/drawing/2014/main" id="{EE3E7D4F-980F-4A62-ECC7-94D085ACBA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96819" y="4149182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>
                    <a:alpha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7" name="文本占位符 22">
            <a:extLst>
              <a:ext uri="{FF2B5EF4-FFF2-40B4-BE49-F238E27FC236}">
                <a16:creationId xmlns:a16="http://schemas.microsoft.com/office/drawing/2014/main" id="{A61553FE-DC04-10B5-6D4A-0465CE167B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96819" y="5101013"/>
            <a:ext cx="4538840" cy="5302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9144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371600" indent="0">
              <a:buNone/>
              <a:defRPr lang="zh-CN" alt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1828800" indent="0">
              <a:buNone/>
              <a:defRPr lang="zh-CN" altLang="en-US" sz="2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632533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0894D371-59FF-0D99-F57D-27CA445809FC}"/>
              </a:ext>
            </a:extLst>
          </p:cNvPr>
          <p:cNvSpPr/>
          <p:nvPr userDrawn="1"/>
        </p:nvSpPr>
        <p:spPr>
          <a:xfrm>
            <a:off x="-1" y="479320"/>
            <a:ext cx="12192001" cy="617959"/>
          </a:xfrm>
          <a:prstGeom prst="rect">
            <a:avLst/>
          </a:prstGeom>
          <a:ln>
            <a:noFill/>
          </a:ln>
          <a:effectLst>
            <a:outerShdw blurRad="127000" dist="63500" dir="5400000" algn="t" rotWithShape="0">
              <a:schemeClr val="accent1">
                <a:lumMod val="75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76B31C-484D-1243-346E-0D8FEF10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36020" y="6538913"/>
            <a:ext cx="601472" cy="319088"/>
          </a:xfrm>
        </p:spPr>
        <p:txBody>
          <a:bodyPr/>
          <a:lstStyle>
            <a:lvl1pPr>
              <a:defRPr lang="en-US" altLang="zh-CN" sz="1600" kern="1200" dirty="0" smtClean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05389D-C31E-4256-1684-8F4385C7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2112" y="6538913"/>
            <a:ext cx="673608" cy="319088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C87181AA-4DAD-42D9-B724-3F8AD1554AD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4" name="内容占位符 13">
            <a:extLst>
              <a:ext uri="{FF2B5EF4-FFF2-40B4-BE49-F238E27FC236}">
                <a16:creationId xmlns:a16="http://schemas.microsoft.com/office/drawing/2014/main" id="{F3CCA5ED-9F0D-EC59-7F20-BFD49ABF22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0400" y="479429"/>
            <a:ext cx="5636491" cy="6179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EFA5507-70AD-BED1-AFE4-F394B888A6A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0399" y="1559770"/>
            <a:ext cx="10374745" cy="4260928"/>
          </a:xfrm>
        </p:spPr>
        <p:txBody>
          <a:bodyPr>
            <a:normAutofit/>
          </a:bodyPr>
          <a:lstStyle>
            <a:lvl1pPr marL="324000" indent="-324000">
              <a:lnSpc>
                <a:spcPct val="110000"/>
              </a:lnSpc>
              <a:spcBef>
                <a:spcPts val="1000"/>
              </a:spcBef>
              <a:defRPr sz="2400"/>
            </a:lvl1pPr>
            <a:lvl2pPr>
              <a:lnSpc>
                <a:spcPct val="110000"/>
              </a:lnSpc>
              <a:spcBef>
                <a:spcPts val="1000"/>
              </a:spcBef>
              <a:defRPr sz="2000"/>
            </a:lvl2pPr>
            <a:lvl3pPr>
              <a:lnSpc>
                <a:spcPct val="110000"/>
              </a:lnSpc>
              <a:spcBef>
                <a:spcPts val="1000"/>
              </a:spcBef>
              <a:defRPr sz="1800"/>
            </a:lvl3pPr>
            <a:lvl4pPr>
              <a:lnSpc>
                <a:spcPct val="110000"/>
              </a:lnSpc>
              <a:spcBef>
                <a:spcPts val="1000"/>
              </a:spcBef>
              <a:defRPr sz="1600"/>
            </a:lvl4pPr>
            <a:lvl5pPr>
              <a:lnSpc>
                <a:spcPct val="110000"/>
              </a:lnSpc>
              <a:spcBef>
                <a:spcPts val="1000"/>
              </a:spcBef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1C72B3D-2DC5-B2AF-8ED9-13739EBB8543}"/>
              </a:ext>
            </a:extLst>
          </p:cNvPr>
          <p:cNvGrpSpPr/>
          <p:nvPr userDrawn="1"/>
        </p:nvGrpSpPr>
        <p:grpSpPr>
          <a:xfrm>
            <a:off x="11311890" y="548640"/>
            <a:ext cx="369570" cy="469720"/>
            <a:chOff x="1508760" y="1972310"/>
            <a:chExt cx="3309937" cy="4206875"/>
          </a:xfrm>
          <a:solidFill>
            <a:schemeClr val="bg1"/>
          </a:solidFill>
        </p:grpSpPr>
        <p:sp>
          <p:nvSpPr>
            <p:cNvPr id="7" name="Freeform 16">
              <a:extLst>
                <a:ext uri="{FF2B5EF4-FFF2-40B4-BE49-F238E27FC236}">
                  <a16:creationId xmlns:a16="http://schemas.microsoft.com/office/drawing/2014/main" id="{9654E497-AE1B-92A9-4116-F55E03FA11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08760" y="1972310"/>
              <a:ext cx="3309937" cy="4206875"/>
            </a:xfrm>
            <a:custGeom>
              <a:avLst/>
              <a:gdLst>
                <a:gd name="T0" fmla="*/ 1226 w 1275"/>
                <a:gd name="T1" fmla="*/ 588 h 1621"/>
                <a:gd name="T2" fmla="*/ 1228 w 1275"/>
                <a:gd name="T3" fmla="*/ 60 h 1621"/>
                <a:gd name="T4" fmla="*/ 935 w 1275"/>
                <a:gd name="T5" fmla="*/ 117 h 1621"/>
                <a:gd name="T6" fmla="*/ 644 w 1275"/>
                <a:gd name="T7" fmla="*/ 51 h 1621"/>
                <a:gd name="T8" fmla="*/ 88 w 1275"/>
                <a:gd name="T9" fmla="*/ 72 h 1621"/>
                <a:gd name="T10" fmla="*/ 59 w 1275"/>
                <a:gd name="T11" fmla="*/ 63 h 1621"/>
                <a:gd name="T12" fmla="*/ 61 w 1275"/>
                <a:gd name="T13" fmla="*/ 589 h 1621"/>
                <a:gd name="T14" fmla="*/ 96 w 1275"/>
                <a:gd name="T15" fmla="*/ 1079 h 1621"/>
                <a:gd name="T16" fmla="*/ 308 w 1275"/>
                <a:gd name="T17" fmla="*/ 1392 h 1621"/>
                <a:gd name="T18" fmla="*/ 646 w 1275"/>
                <a:gd name="T19" fmla="*/ 1572 h 1621"/>
                <a:gd name="T20" fmla="*/ 980 w 1275"/>
                <a:gd name="T21" fmla="*/ 1392 h 1621"/>
                <a:gd name="T22" fmla="*/ 1190 w 1275"/>
                <a:gd name="T23" fmla="*/ 1079 h 1621"/>
                <a:gd name="T24" fmla="*/ 1226 w 1275"/>
                <a:gd name="T25" fmla="*/ 588 h 1621"/>
                <a:gd name="T26" fmla="*/ 1267 w 1275"/>
                <a:gd name="T27" fmla="*/ 3 h 1621"/>
                <a:gd name="T28" fmla="*/ 1265 w 1275"/>
                <a:gd name="T29" fmla="*/ 566 h 1621"/>
                <a:gd name="T30" fmla="*/ 1228 w 1275"/>
                <a:gd name="T31" fmla="*/ 1092 h 1621"/>
                <a:gd name="T32" fmla="*/ 996 w 1275"/>
                <a:gd name="T33" fmla="*/ 1418 h 1621"/>
                <a:gd name="T34" fmla="*/ 643 w 1275"/>
                <a:gd name="T35" fmla="*/ 1621 h 1621"/>
                <a:gd name="T36" fmla="*/ 336 w 1275"/>
                <a:gd name="T37" fmla="*/ 1452 h 1621"/>
                <a:gd name="T38" fmla="*/ 107 w 1275"/>
                <a:gd name="T39" fmla="*/ 1203 h 1621"/>
                <a:gd name="T40" fmla="*/ 41 w 1275"/>
                <a:gd name="T41" fmla="*/ 1028 h 1621"/>
                <a:gd name="T42" fmla="*/ 17 w 1275"/>
                <a:gd name="T43" fmla="*/ 318 h 1621"/>
                <a:gd name="T44" fmla="*/ 17 w 1275"/>
                <a:gd name="T45" fmla="*/ 0 h 1621"/>
                <a:gd name="T46" fmla="*/ 331 w 1275"/>
                <a:gd name="T47" fmla="*/ 82 h 1621"/>
                <a:gd name="T48" fmla="*/ 644 w 1275"/>
                <a:gd name="T49" fmla="*/ 7 h 1621"/>
                <a:gd name="T50" fmla="*/ 962 w 1275"/>
                <a:gd name="T51" fmla="*/ 82 h 1621"/>
                <a:gd name="T52" fmla="*/ 1238 w 1275"/>
                <a:gd name="T53" fmla="*/ 17 h 1621"/>
                <a:gd name="T54" fmla="*/ 1267 w 1275"/>
                <a:gd name="T55" fmla="*/ 3 h 1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5" h="1621">
                  <a:moveTo>
                    <a:pt x="1226" y="588"/>
                  </a:moveTo>
                  <a:cubicBezTo>
                    <a:pt x="1226" y="410"/>
                    <a:pt x="1227" y="232"/>
                    <a:pt x="1228" y="60"/>
                  </a:cubicBezTo>
                  <a:cubicBezTo>
                    <a:pt x="1146" y="96"/>
                    <a:pt x="1049" y="120"/>
                    <a:pt x="935" y="117"/>
                  </a:cubicBezTo>
                  <a:cubicBezTo>
                    <a:pt x="827" y="116"/>
                    <a:pt x="720" y="94"/>
                    <a:pt x="644" y="51"/>
                  </a:cubicBezTo>
                  <a:cubicBezTo>
                    <a:pt x="511" y="134"/>
                    <a:pt x="242" y="136"/>
                    <a:pt x="88" y="72"/>
                  </a:cubicBezTo>
                  <a:cubicBezTo>
                    <a:pt x="79" y="68"/>
                    <a:pt x="68" y="60"/>
                    <a:pt x="59" y="63"/>
                  </a:cubicBezTo>
                  <a:cubicBezTo>
                    <a:pt x="57" y="236"/>
                    <a:pt x="61" y="413"/>
                    <a:pt x="61" y="589"/>
                  </a:cubicBezTo>
                  <a:cubicBezTo>
                    <a:pt x="61" y="769"/>
                    <a:pt x="50" y="941"/>
                    <a:pt x="96" y="1079"/>
                  </a:cubicBezTo>
                  <a:cubicBezTo>
                    <a:pt x="140" y="1211"/>
                    <a:pt x="213" y="1316"/>
                    <a:pt x="308" y="1392"/>
                  </a:cubicBezTo>
                  <a:cubicBezTo>
                    <a:pt x="404" y="1466"/>
                    <a:pt x="529" y="1507"/>
                    <a:pt x="646" y="1572"/>
                  </a:cubicBezTo>
                  <a:cubicBezTo>
                    <a:pt x="760" y="1505"/>
                    <a:pt x="885" y="1467"/>
                    <a:pt x="980" y="1392"/>
                  </a:cubicBezTo>
                  <a:cubicBezTo>
                    <a:pt x="1074" y="1314"/>
                    <a:pt x="1148" y="1212"/>
                    <a:pt x="1190" y="1079"/>
                  </a:cubicBezTo>
                  <a:cubicBezTo>
                    <a:pt x="1233" y="940"/>
                    <a:pt x="1226" y="768"/>
                    <a:pt x="1226" y="588"/>
                  </a:cubicBezTo>
                  <a:close/>
                  <a:moveTo>
                    <a:pt x="1267" y="3"/>
                  </a:moveTo>
                  <a:cubicBezTo>
                    <a:pt x="1275" y="189"/>
                    <a:pt x="1259" y="379"/>
                    <a:pt x="1265" y="566"/>
                  </a:cubicBezTo>
                  <a:cubicBezTo>
                    <a:pt x="1270" y="752"/>
                    <a:pt x="1275" y="946"/>
                    <a:pt x="1228" y="1092"/>
                  </a:cubicBezTo>
                  <a:cubicBezTo>
                    <a:pt x="1183" y="1231"/>
                    <a:pt x="1098" y="1340"/>
                    <a:pt x="996" y="1418"/>
                  </a:cubicBezTo>
                  <a:cubicBezTo>
                    <a:pt x="891" y="1499"/>
                    <a:pt x="760" y="1545"/>
                    <a:pt x="643" y="1621"/>
                  </a:cubicBezTo>
                  <a:cubicBezTo>
                    <a:pt x="543" y="1551"/>
                    <a:pt x="430" y="1514"/>
                    <a:pt x="336" y="1452"/>
                  </a:cubicBezTo>
                  <a:cubicBezTo>
                    <a:pt x="242" y="1390"/>
                    <a:pt x="165" y="1307"/>
                    <a:pt x="107" y="1203"/>
                  </a:cubicBezTo>
                  <a:cubicBezTo>
                    <a:pt x="78" y="1150"/>
                    <a:pt x="54" y="1092"/>
                    <a:pt x="41" y="1028"/>
                  </a:cubicBezTo>
                  <a:cubicBezTo>
                    <a:pt x="0" y="825"/>
                    <a:pt x="33" y="554"/>
                    <a:pt x="17" y="318"/>
                  </a:cubicBezTo>
                  <a:cubicBezTo>
                    <a:pt x="17" y="212"/>
                    <a:pt x="17" y="106"/>
                    <a:pt x="17" y="0"/>
                  </a:cubicBezTo>
                  <a:cubicBezTo>
                    <a:pt x="98" y="48"/>
                    <a:pt x="205" y="82"/>
                    <a:pt x="331" y="82"/>
                  </a:cubicBezTo>
                  <a:cubicBezTo>
                    <a:pt x="452" y="82"/>
                    <a:pt x="563" y="60"/>
                    <a:pt x="644" y="7"/>
                  </a:cubicBezTo>
                  <a:cubicBezTo>
                    <a:pt x="720" y="60"/>
                    <a:pt x="837" y="82"/>
                    <a:pt x="962" y="82"/>
                  </a:cubicBezTo>
                  <a:cubicBezTo>
                    <a:pt x="1067" y="82"/>
                    <a:pt x="1166" y="55"/>
                    <a:pt x="1238" y="17"/>
                  </a:cubicBezTo>
                  <a:cubicBezTo>
                    <a:pt x="1250" y="11"/>
                    <a:pt x="1260" y="2"/>
                    <a:pt x="1267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8" name="Freeform 17">
              <a:extLst>
                <a:ext uri="{FF2B5EF4-FFF2-40B4-BE49-F238E27FC236}">
                  <a16:creationId xmlns:a16="http://schemas.microsoft.com/office/drawing/2014/main" id="{96566D43-F57A-6EAF-54A6-C206CC823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7523" y="3866198"/>
              <a:ext cx="269875" cy="249238"/>
            </a:xfrm>
            <a:custGeom>
              <a:avLst/>
              <a:gdLst>
                <a:gd name="T0" fmla="*/ 98 w 104"/>
                <a:gd name="T1" fmla="*/ 26 h 96"/>
                <a:gd name="T2" fmla="*/ 98 w 104"/>
                <a:gd name="T3" fmla="*/ 73 h 96"/>
                <a:gd name="T4" fmla="*/ 93 w 104"/>
                <a:gd name="T5" fmla="*/ 58 h 96"/>
                <a:gd name="T6" fmla="*/ 15 w 104"/>
                <a:gd name="T7" fmla="*/ 82 h 96"/>
                <a:gd name="T8" fmla="*/ 6 w 104"/>
                <a:gd name="T9" fmla="*/ 96 h 96"/>
                <a:gd name="T10" fmla="*/ 5 w 104"/>
                <a:gd name="T11" fmla="*/ 53 h 96"/>
                <a:gd name="T12" fmla="*/ 10 w 104"/>
                <a:gd name="T13" fmla="*/ 66 h 96"/>
                <a:gd name="T14" fmla="*/ 51 w 104"/>
                <a:gd name="T15" fmla="*/ 47 h 96"/>
                <a:gd name="T16" fmla="*/ 15 w 104"/>
                <a:gd name="T17" fmla="*/ 22 h 96"/>
                <a:gd name="T18" fmla="*/ 6 w 104"/>
                <a:gd name="T19" fmla="*/ 35 h 96"/>
                <a:gd name="T20" fmla="*/ 5 w 104"/>
                <a:gd name="T21" fmla="*/ 0 h 96"/>
                <a:gd name="T22" fmla="*/ 10 w 104"/>
                <a:gd name="T23" fmla="*/ 0 h 96"/>
                <a:gd name="T24" fmla="*/ 92 w 104"/>
                <a:gd name="T25" fmla="*/ 40 h 96"/>
                <a:gd name="T26" fmla="*/ 98 w 104"/>
                <a:gd name="T27" fmla="*/ 2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96">
                  <a:moveTo>
                    <a:pt x="98" y="26"/>
                  </a:moveTo>
                  <a:cubicBezTo>
                    <a:pt x="104" y="35"/>
                    <a:pt x="99" y="57"/>
                    <a:pt x="98" y="73"/>
                  </a:cubicBezTo>
                  <a:cubicBezTo>
                    <a:pt x="92" y="73"/>
                    <a:pt x="97" y="62"/>
                    <a:pt x="93" y="58"/>
                  </a:cubicBezTo>
                  <a:cubicBezTo>
                    <a:pt x="56" y="49"/>
                    <a:pt x="38" y="72"/>
                    <a:pt x="15" y="82"/>
                  </a:cubicBezTo>
                  <a:cubicBezTo>
                    <a:pt x="11" y="84"/>
                    <a:pt x="10" y="92"/>
                    <a:pt x="6" y="96"/>
                  </a:cubicBezTo>
                  <a:cubicBezTo>
                    <a:pt x="0" y="90"/>
                    <a:pt x="2" y="63"/>
                    <a:pt x="5" y="53"/>
                  </a:cubicBezTo>
                  <a:cubicBezTo>
                    <a:pt x="10" y="53"/>
                    <a:pt x="9" y="62"/>
                    <a:pt x="10" y="66"/>
                  </a:cubicBezTo>
                  <a:cubicBezTo>
                    <a:pt x="26" y="62"/>
                    <a:pt x="35" y="50"/>
                    <a:pt x="51" y="47"/>
                  </a:cubicBezTo>
                  <a:cubicBezTo>
                    <a:pt x="42" y="36"/>
                    <a:pt x="28" y="29"/>
                    <a:pt x="15" y="22"/>
                  </a:cubicBezTo>
                  <a:cubicBezTo>
                    <a:pt x="6" y="20"/>
                    <a:pt x="13" y="35"/>
                    <a:pt x="6" y="35"/>
                  </a:cubicBezTo>
                  <a:cubicBezTo>
                    <a:pt x="0" y="30"/>
                    <a:pt x="7" y="11"/>
                    <a:pt x="5" y="0"/>
                  </a:cubicBezTo>
                  <a:cubicBezTo>
                    <a:pt x="6" y="0"/>
                    <a:pt x="9" y="0"/>
                    <a:pt x="10" y="0"/>
                  </a:cubicBezTo>
                  <a:cubicBezTo>
                    <a:pt x="24" y="25"/>
                    <a:pt x="53" y="47"/>
                    <a:pt x="92" y="40"/>
                  </a:cubicBezTo>
                  <a:cubicBezTo>
                    <a:pt x="97" y="39"/>
                    <a:pt x="93" y="28"/>
                    <a:pt x="98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9" name="Freeform 18">
              <a:extLst>
                <a:ext uri="{FF2B5EF4-FFF2-40B4-BE49-F238E27FC236}">
                  <a16:creationId xmlns:a16="http://schemas.microsoft.com/office/drawing/2014/main" id="{16B2607C-3D7D-3C34-6CFB-E9440366B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348" y="4140835"/>
              <a:ext cx="265112" cy="244475"/>
            </a:xfrm>
            <a:custGeom>
              <a:avLst/>
              <a:gdLst>
                <a:gd name="T0" fmla="*/ 98 w 102"/>
                <a:gd name="T1" fmla="*/ 27 h 94"/>
                <a:gd name="T2" fmla="*/ 98 w 102"/>
                <a:gd name="T3" fmla="*/ 72 h 94"/>
                <a:gd name="T4" fmla="*/ 93 w 102"/>
                <a:gd name="T5" fmla="*/ 58 h 94"/>
                <a:gd name="T6" fmla="*/ 10 w 102"/>
                <a:gd name="T7" fmla="*/ 53 h 94"/>
                <a:gd name="T8" fmla="*/ 28 w 102"/>
                <a:gd name="T9" fmla="*/ 89 h 94"/>
                <a:gd name="T10" fmla="*/ 0 w 102"/>
                <a:gd name="T11" fmla="*/ 89 h 94"/>
                <a:gd name="T12" fmla="*/ 3 w 102"/>
                <a:gd name="T13" fmla="*/ 3 h 94"/>
                <a:gd name="T14" fmla="*/ 30 w 102"/>
                <a:gd name="T15" fmla="*/ 5 h 94"/>
                <a:gd name="T16" fmla="*/ 10 w 102"/>
                <a:gd name="T17" fmla="*/ 37 h 94"/>
                <a:gd name="T18" fmla="*/ 89 w 102"/>
                <a:gd name="T19" fmla="*/ 40 h 94"/>
                <a:gd name="T20" fmla="*/ 98 w 102"/>
                <a:gd name="T21" fmla="*/ 2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94">
                  <a:moveTo>
                    <a:pt x="98" y="27"/>
                  </a:moveTo>
                  <a:cubicBezTo>
                    <a:pt x="102" y="33"/>
                    <a:pt x="99" y="61"/>
                    <a:pt x="98" y="72"/>
                  </a:cubicBezTo>
                  <a:cubicBezTo>
                    <a:pt x="91" y="72"/>
                    <a:pt x="93" y="65"/>
                    <a:pt x="93" y="58"/>
                  </a:cubicBezTo>
                  <a:cubicBezTo>
                    <a:pt x="67" y="53"/>
                    <a:pt x="35" y="57"/>
                    <a:pt x="10" y="53"/>
                  </a:cubicBezTo>
                  <a:cubicBezTo>
                    <a:pt x="0" y="73"/>
                    <a:pt x="21" y="78"/>
                    <a:pt x="28" y="89"/>
                  </a:cubicBezTo>
                  <a:cubicBezTo>
                    <a:pt x="21" y="94"/>
                    <a:pt x="10" y="89"/>
                    <a:pt x="0" y="89"/>
                  </a:cubicBezTo>
                  <a:cubicBezTo>
                    <a:pt x="2" y="61"/>
                    <a:pt x="2" y="32"/>
                    <a:pt x="3" y="3"/>
                  </a:cubicBezTo>
                  <a:cubicBezTo>
                    <a:pt x="12" y="4"/>
                    <a:pt x="24" y="0"/>
                    <a:pt x="30" y="5"/>
                  </a:cubicBezTo>
                  <a:cubicBezTo>
                    <a:pt x="23" y="15"/>
                    <a:pt x="3" y="14"/>
                    <a:pt x="10" y="37"/>
                  </a:cubicBezTo>
                  <a:cubicBezTo>
                    <a:pt x="35" y="40"/>
                    <a:pt x="57" y="40"/>
                    <a:pt x="89" y="40"/>
                  </a:cubicBezTo>
                  <a:cubicBezTo>
                    <a:pt x="95" y="39"/>
                    <a:pt x="91" y="28"/>
                    <a:pt x="98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06000998-551C-4727-06A2-3370E09152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2223" y="2431098"/>
              <a:ext cx="765175" cy="695325"/>
            </a:xfrm>
            <a:custGeom>
              <a:avLst/>
              <a:gdLst>
                <a:gd name="T0" fmla="*/ 47 w 295"/>
                <a:gd name="T1" fmla="*/ 102 h 268"/>
                <a:gd name="T2" fmla="*/ 56 w 295"/>
                <a:gd name="T3" fmla="*/ 77 h 268"/>
                <a:gd name="T4" fmla="*/ 56 w 295"/>
                <a:gd name="T5" fmla="*/ 77 h 268"/>
                <a:gd name="T6" fmla="*/ 92 w 295"/>
                <a:gd name="T7" fmla="*/ 116 h 268"/>
                <a:gd name="T8" fmla="*/ 107 w 295"/>
                <a:gd name="T9" fmla="*/ 124 h 268"/>
                <a:gd name="T10" fmla="*/ 83 w 295"/>
                <a:gd name="T11" fmla="*/ 69 h 268"/>
                <a:gd name="T12" fmla="*/ 119 w 295"/>
                <a:gd name="T13" fmla="*/ 55 h 268"/>
                <a:gd name="T14" fmla="*/ 119 w 295"/>
                <a:gd name="T15" fmla="*/ 55 h 268"/>
                <a:gd name="T16" fmla="*/ 114 w 295"/>
                <a:gd name="T17" fmla="*/ 16 h 268"/>
                <a:gd name="T18" fmla="*/ 143 w 295"/>
                <a:gd name="T19" fmla="*/ 133 h 268"/>
                <a:gd name="T20" fmla="*/ 130 w 295"/>
                <a:gd name="T21" fmla="*/ 84 h 268"/>
                <a:gd name="T22" fmla="*/ 107 w 295"/>
                <a:gd name="T23" fmla="*/ 88 h 268"/>
                <a:gd name="T24" fmla="*/ 60 w 295"/>
                <a:gd name="T25" fmla="*/ 111 h 268"/>
                <a:gd name="T26" fmla="*/ 77 w 295"/>
                <a:gd name="T27" fmla="*/ 97 h 268"/>
                <a:gd name="T28" fmla="*/ 88 w 295"/>
                <a:gd name="T29" fmla="*/ 106 h 268"/>
                <a:gd name="T30" fmla="*/ 143 w 295"/>
                <a:gd name="T31" fmla="*/ 133 h 268"/>
                <a:gd name="T32" fmla="*/ 146 w 295"/>
                <a:gd name="T33" fmla="*/ 25 h 268"/>
                <a:gd name="T34" fmla="*/ 147 w 295"/>
                <a:gd name="T35" fmla="*/ 34 h 268"/>
                <a:gd name="T36" fmla="*/ 151 w 295"/>
                <a:gd name="T37" fmla="*/ 183 h 268"/>
                <a:gd name="T38" fmla="*/ 109 w 295"/>
                <a:gd name="T39" fmla="*/ 147 h 268"/>
                <a:gd name="T40" fmla="*/ 97 w 295"/>
                <a:gd name="T41" fmla="*/ 133 h 268"/>
                <a:gd name="T42" fmla="*/ 97 w 295"/>
                <a:gd name="T43" fmla="*/ 158 h 268"/>
                <a:gd name="T44" fmla="*/ 148 w 295"/>
                <a:gd name="T45" fmla="*/ 201 h 268"/>
                <a:gd name="T46" fmla="*/ 134 w 295"/>
                <a:gd name="T47" fmla="*/ 214 h 268"/>
                <a:gd name="T48" fmla="*/ 109 w 295"/>
                <a:gd name="T49" fmla="*/ 240 h 268"/>
                <a:gd name="T50" fmla="*/ 140 w 295"/>
                <a:gd name="T51" fmla="*/ 224 h 268"/>
                <a:gd name="T52" fmla="*/ 158 w 295"/>
                <a:gd name="T53" fmla="*/ 215 h 268"/>
                <a:gd name="T54" fmla="*/ 146 w 295"/>
                <a:gd name="T55" fmla="*/ 153 h 268"/>
                <a:gd name="T56" fmla="*/ 159 w 295"/>
                <a:gd name="T57" fmla="*/ 159 h 268"/>
                <a:gd name="T58" fmla="*/ 164 w 295"/>
                <a:gd name="T59" fmla="*/ 136 h 268"/>
                <a:gd name="T60" fmla="*/ 200 w 295"/>
                <a:gd name="T61" fmla="*/ 129 h 268"/>
                <a:gd name="T62" fmla="*/ 193 w 295"/>
                <a:gd name="T63" fmla="*/ 120 h 268"/>
                <a:gd name="T64" fmla="*/ 200 w 295"/>
                <a:gd name="T65" fmla="*/ 129 h 268"/>
                <a:gd name="T66" fmla="*/ 242 w 295"/>
                <a:gd name="T67" fmla="*/ 133 h 268"/>
                <a:gd name="T68" fmla="*/ 263 w 295"/>
                <a:gd name="T69" fmla="*/ 206 h 268"/>
                <a:gd name="T70" fmla="*/ 244 w 295"/>
                <a:gd name="T71" fmla="*/ 168 h 268"/>
                <a:gd name="T72" fmla="*/ 241 w 295"/>
                <a:gd name="T73" fmla="*/ 177 h 268"/>
                <a:gd name="T74" fmla="*/ 270 w 295"/>
                <a:gd name="T75" fmla="*/ 155 h 268"/>
                <a:gd name="T76" fmla="*/ 255 w 295"/>
                <a:gd name="T77" fmla="*/ 155 h 268"/>
                <a:gd name="T78" fmla="*/ 270 w 295"/>
                <a:gd name="T79" fmla="*/ 183 h 268"/>
                <a:gd name="T80" fmla="*/ 270 w 295"/>
                <a:gd name="T81" fmla="*/ 183 h 268"/>
                <a:gd name="T82" fmla="*/ 283 w 295"/>
                <a:gd name="T83" fmla="*/ 252 h 268"/>
                <a:gd name="T84" fmla="*/ 231 w 295"/>
                <a:gd name="T85" fmla="*/ 217 h 268"/>
                <a:gd name="T86" fmla="*/ 160 w 295"/>
                <a:gd name="T87" fmla="*/ 264 h 268"/>
                <a:gd name="T88" fmla="*/ 107 w 295"/>
                <a:gd name="T89" fmla="*/ 224 h 268"/>
                <a:gd name="T90" fmla="*/ 30 w 295"/>
                <a:gd name="T91" fmla="*/ 258 h 268"/>
                <a:gd name="T92" fmla="*/ 19 w 295"/>
                <a:gd name="T93" fmla="*/ 224 h 268"/>
                <a:gd name="T94" fmla="*/ 64 w 295"/>
                <a:gd name="T95" fmla="*/ 48 h 268"/>
                <a:gd name="T96" fmla="*/ 85 w 295"/>
                <a:gd name="T97" fmla="*/ 5 h 268"/>
                <a:gd name="T98" fmla="*/ 160 w 295"/>
                <a:gd name="T99" fmla="*/ 76 h 268"/>
                <a:gd name="T100" fmla="*/ 208 w 295"/>
                <a:gd name="T101" fmla="*/ 107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95" h="268">
                  <a:moveTo>
                    <a:pt x="42" y="115"/>
                  </a:moveTo>
                  <a:cubicBezTo>
                    <a:pt x="49" y="117"/>
                    <a:pt x="50" y="105"/>
                    <a:pt x="47" y="102"/>
                  </a:cubicBezTo>
                  <a:cubicBezTo>
                    <a:pt x="44" y="106"/>
                    <a:pt x="41" y="109"/>
                    <a:pt x="42" y="115"/>
                  </a:cubicBezTo>
                  <a:close/>
                  <a:moveTo>
                    <a:pt x="56" y="77"/>
                  </a:moveTo>
                  <a:cubicBezTo>
                    <a:pt x="63" y="76"/>
                    <a:pt x="68" y="73"/>
                    <a:pt x="68" y="64"/>
                  </a:cubicBezTo>
                  <a:cubicBezTo>
                    <a:pt x="61" y="60"/>
                    <a:pt x="55" y="68"/>
                    <a:pt x="56" y="77"/>
                  </a:cubicBezTo>
                  <a:close/>
                  <a:moveTo>
                    <a:pt x="107" y="124"/>
                  </a:moveTo>
                  <a:cubicBezTo>
                    <a:pt x="107" y="116"/>
                    <a:pt x="98" y="112"/>
                    <a:pt x="92" y="116"/>
                  </a:cubicBezTo>
                  <a:cubicBezTo>
                    <a:pt x="91" y="122"/>
                    <a:pt x="97" y="124"/>
                    <a:pt x="97" y="129"/>
                  </a:cubicBezTo>
                  <a:cubicBezTo>
                    <a:pt x="102" y="129"/>
                    <a:pt x="103" y="125"/>
                    <a:pt x="107" y="124"/>
                  </a:cubicBezTo>
                  <a:close/>
                  <a:moveTo>
                    <a:pt x="105" y="69"/>
                  </a:moveTo>
                  <a:cubicBezTo>
                    <a:pt x="107" y="59"/>
                    <a:pt x="83" y="59"/>
                    <a:pt x="83" y="69"/>
                  </a:cubicBezTo>
                  <a:cubicBezTo>
                    <a:pt x="90" y="72"/>
                    <a:pt x="97" y="67"/>
                    <a:pt x="105" y="69"/>
                  </a:cubicBezTo>
                  <a:close/>
                  <a:moveTo>
                    <a:pt x="119" y="55"/>
                  </a:moveTo>
                  <a:cubicBezTo>
                    <a:pt x="116" y="38"/>
                    <a:pt x="103" y="31"/>
                    <a:pt x="90" y="25"/>
                  </a:cubicBezTo>
                  <a:cubicBezTo>
                    <a:pt x="96" y="39"/>
                    <a:pt x="108" y="48"/>
                    <a:pt x="119" y="55"/>
                  </a:cubicBezTo>
                  <a:close/>
                  <a:moveTo>
                    <a:pt x="123" y="38"/>
                  </a:moveTo>
                  <a:cubicBezTo>
                    <a:pt x="118" y="33"/>
                    <a:pt x="120" y="20"/>
                    <a:pt x="114" y="16"/>
                  </a:cubicBezTo>
                  <a:cubicBezTo>
                    <a:pt x="109" y="25"/>
                    <a:pt x="115" y="36"/>
                    <a:pt x="123" y="38"/>
                  </a:cubicBezTo>
                  <a:close/>
                  <a:moveTo>
                    <a:pt x="143" y="133"/>
                  </a:moveTo>
                  <a:cubicBezTo>
                    <a:pt x="157" y="112"/>
                    <a:pt x="114" y="109"/>
                    <a:pt x="105" y="93"/>
                  </a:cubicBezTo>
                  <a:cubicBezTo>
                    <a:pt x="120" y="96"/>
                    <a:pt x="116" y="74"/>
                    <a:pt x="130" y="84"/>
                  </a:cubicBezTo>
                  <a:cubicBezTo>
                    <a:pt x="129" y="78"/>
                    <a:pt x="125" y="74"/>
                    <a:pt x="121" y="72"/>
                  </a:cubicBezTo>
                  <a:cubicBezTo>
                    <a:pt x="116" y="78"/>
                    <a:pt x="115" y="86"/>
                    <a:pt x="107" y="88"/>
                  </a:cubicBezTo>
                  <a:cubicBezTo>
                    <a:pt x="92" y="79"/>
                    <a:pt x="65" y="77"/>
                    <a:pt x="55" y="91"/>
                  </a:cubicBezTo>
                  <a:cubicBezTo>
                    <a:pt x="56" y="98"/>
                    <a:pt x="53" y="111"/>
                    <a:pt x="60" y="111"/>
                  </a:cubicBezTo>
                  <a:cubicBezTo>
                    <a:pt x="66" y="106"/>
                    <a:pt x="64" y="93"/>
                    <a:pt x="72" y="91"/>
                  </a:cubicBezTo>
                  <a:cubicBezTo>
                    <a:pt x="75" y="92"/>
                    <a:pt x="77" y="95"/>
                    <a:pt x="77" y="97"/>
                  </a:cubicBezTo>
                  <a:cubicBezTo>
                    <a:pt x="74" y="103"/>
                    <a:pt x="75" y="112"/>
                    <a:pt x="77" y="120"/>
                  </a:cubicBezTo>
                  <a:cubicBezTo>
                    <a:pt x="86" y="120"/>
                    <a:pt x="82" y="109"/>
                    <a:pt x="88" y="106"/>
                  </a:cubicBezTo>
                  <a:cubicBezTo>
                    <a:pt x="107" y="98"/>
                    <a:pt x="108" y="120"/>
                    <a:pt x="125" y="112"/>
                  </a:cubicBezTo>
                  <a:cubicBezTo>
                    <a:pt x="132" y="119"/>
                    <a:pt x="137" y="126"/>
                    <a:pt x="143" y="133"/>
                  </a:cubicBezTo>
                  <a:close/>
                  <a:moveTo>
                    <a:pt x="147" y="34"/>
                  </a:moveTo>
                  <a:cubicBezTo>
                    <a:pt x="148" y="30"/>
                    <a:pt x="147" y="28"/>
                    <a:pt x="146" y="25"/>
                  </a:cubicBezTo>
                  <a:cubicBezTo>
                    <a:pt x="143" y="25"/>
                    <a:pt x="142" y="25"/>
                    <a:pt x="140" y="25"/>
                  </a:cubicBezTo>
                  <a:cubicBezTo>
                    <a:pt x="141" y="29"/>
                    <a:pt x="142" y="34"/>
                    <a:pt x="147" y="34"/>
                  </a:cubicBezTo>
                  <a:close/>
                  <a:moveTo>
                    <a:pt x="148" y="201"/>
                  </a:moveTo>
                  <a:cubicBezTo>
                    <a:pt x="152" y="195"/>
                    <a:pt x="151" y="191"/>
                    <a:pt x="151" y="183"/>
                  </a:cubicBezTo>
                  <a:cubicBezTo>
                    <a:pt x="132" y="176"/>
                    <a:pt x="103" y="179"/>
                    <a:pt x="102" y="154"/>
                  </a:cubicBezTo>
                  <a:cubicBezTo>
                    <a:pt x="101" y="149"/>
                    <a:pt x="110" y="154"/>
                    <a:pt x="109" y="147"/>
                  </a:cubicBezTo>
                  <a:cubicBezTo>
                    <a:pt x="104" y="143"/>
                    <a:pt x="99" y="154"/>
                    <a:pt x="93" y="149"/>
                  </a:cubicBezTo>
                  <a:cubicBezTo>
                    <a:pt x="93" y="143"/>
                    <a:pt x="102" y="138"/>
                    <a:pt x="97" y="133"/>
                  </a:cubicBezTo>
                  <a:cubicBezTo>
                    <a:pt x="96" y="139"/>
                    <a:pt x="85" y="135"/>
                    <a:pt x="77" y="136"/>
                  </a:cubicBezTo>
                  <a:cubicBezTo>
                    <a:pt x="77" y="150"/>
                    <a:pt x="82" y="159"/>
                    <a:pt x="97" y="158"/>
                  </a:cubicBezTo>
                  <a:cubicBezTo>
                    <a:pt x="101" y="167"/>
                    <a:pt x="105" y="176"/>
                    <a:pt x="114" y="181"/>
                  </a:cubicBezTo>
                  <a:cubicBezTo>
                    <a:pt x="129" y="177"/>
                    <a:pt x="136" y="196"/>
                    <a:pt x="148" y="201"/>
                  </a:cubicBezTo>
                  <a:close/>
                  <a:moveTo>
                    <a:pt x="158" y="215"/>
                  </a:moveTo>
                  <a:cubicBezTo>
                    <a:pt x="148" y="221"/>
                    <a:pt x="143" y="207"/>
                    <a:pt x="134" y="214"/>
                  </a:cubicBezTo>
                  <a:cubicBezTo>
                    <a:pt x="129" y="211"/>
                    <a:pt x="136" y="198"/>
                    <a:pt x="127" y="198"/>
                  </a:cubicBezTo>
                  <a:cubicBezTo>
                    <a:pt x="130" y="219"/>
                    <a:pt x="121" y="231"/>
                    <a:pt x="109" y="240"/>
                  </a:cubicBezTo>
                  <a:cubicBezTo>
                    <a:pt x="119" y="244"/>
                    <a:pt x="125" y="244"/>
                    <a:pt x="135" y="240"/>
                  </a:cubicBezTo>
                  <a:cubicBezTo>
                    <a:pt x="138" y="236"/>
                    <a:pt x="135" y="225"/>
                    <a:pt x="140" y="224"/>
                  </a:cubicBezTo>
                  <a:cubicBezTo>
                    <a:pt x="151" y="224"/>
                    <a:pt x="140" y="245"/>
                    <a:pt x="151" y="244"/>
                  </a:cubicBezTo>
                  <a:cubicBezTo>
                    <a:pt x="149" y="227"/>
                    <a:pt x="149" y="224"/>
                    <a:pt x="158" y="215"/>
                  </a:cubicBezTo>
                  <a:close/>
                  <a:moveTo>
                    <a:pt x="159" y="159"/>
                  </a:moveTo>
                  <a:cubicBezTo>
                    <a:pt x="162" y="150"/>
                    <a:pt x="151" y="148"/>
                    <a:pt x="146" y="153"/>
                  </a:cubicBezTo>
                  <a:cubicBezTo>
                    <a:pt x="146" y="154"/>
                    <a:pt x="146" y="155"/>
                    <a:pt x="146" y="158"/>
                  </a:cubicBezTo>
                  <a:cubicBezTo>
                    <a:pt x="149" y="159"/>
                    <a:pt x="153" y="160"/>
                    <a:pt x="159" y="159"/>
                  </a:cubicBezTo>
                  <a:close/>
                  <a:moveTo>
                    <a:pt x="167" y="147"/>
                  </a:moveTo>
                  <a:cubicBezTo>
                    <a:pt x="170" y="145"/>
                    <a:pt x="170" y="136"/>
                    <a:pt x="164" y="136"/>
                  </a:cubicBezTo>
                  <a:cubicBezTo>
                    <a:pt x="163" y="138"/>
                    <a:pt x="159" y="149"/>
                    <a:pt x="167" y="147"/>
                  </a:cubicBezTo>
                  <a:close/>
                  <a:moveTo>
                    <a:pt x="200" y="129"/>
                  </a:moveTo>
                  <a:cubicBezTo>
                    <a:pt x="200" y="126"/>
                    <a:pt x="200" y="124"/>
                    <a:pt x="200" y="120"/>
                  </a:cubicBezTo>
                  <a:cubicBezTo>
                    <a:pt x="197" y="120"/>
                    <a:pt x="196" y="120"/>
                    <a:pt x="193" y="120"/>
                  </a:cubicBezTo>
                  <a:cubicBezTo>
                    <a:pt x="191" y="125"/>
                    <a:pt x="190" y="125"/>
                    <a:pt x="192" y="131"/>
                  </a:cubicBezTo>
                  <a:cubicBezTo>
                    <a:pt x="196" y="131"/>
                    <a:pt x="196" y="129"/>
                    <a:pt x="200" y="129"/>
                  </a:cubicBezTo>
                  <a:close/>
                  <a:moveTo>
                    <a:pt x="214" y="122"/>
                  </a:moveTo>
                  <a:cubicBezTo>
                    <a:pt x="217" y="134"/>
                    <a:pt x="233" y="140"/>
                    <a:pt x="242" y="133"/>
                  </a:cubicBezTo>
                  <a:cubicBezTo>
                    <a:pt x="237" y="120"/>
                    <a:pt x="228" y="122"/>
                    <a:pt x="214" y="122"/>
                  </a:cubicBezTo>
                  <a:close/>
                  <a:moveTo>
                    <a:pt x="263" y="206"/>
                  </a:moveTo>
                  <a:cubicBezTo>
                    <a:pt x="268" y="215"/>
                    <a:pt x="253" y="222"/>
                    <a:pt x="259" y="231"/>
                  </a:cubicBezTo>
                  <a:cubicBezTo>
                    <a:pt x="295" y="210"/>
                    <a:pt x="242" y="195"/>
                    <a:pt x="244" y="168"/>
                  </a:cubicBezTo>
                  <a:cubicBezTo>
                    <a:pt x="235" y="177"/>
                    <a:pt x="228" y="160"/>
                    <a:pt x="220" y="171"/>
                  </a:cubicBezTo>
                  <a:cubicBezTo>
                    <a:pt x="226" y="176"/>
                    <a:pt x="230" y="181"/>
                    <a:pt x="241" y="177"/>
                  </a:cubicBezTo>
                  <a:cubicBezTo>
                    <a:pt x="244" y="191"/>
                    <a:pt x="250" y="203"/>
                    <a:pt x="263" y="206"/>
                  </a:cubicBezTo>
                  <a:close/>
                  <a:moveTo>
                    <a:pt x="270" y="155"/>
                  </a:moveTo>
                  <a:cubicBezTo>
                    <a:pt x="270" y="147"/>
                    <a:pt x="262" y="145"/>
                    <a:pt x="256" y="141"/>
                  </a:cubicBezTo>
                  <a:cubicBezTo>
                    <a:pt x="257" y="148"/>
                    <a:pt x="256" y="152"/>
                    <a:pt x="255" y="155"/>
                  </a:cubicBezTo>
                  <a:cubicBezTo>
                    <a:pt x="259" y="155"/>
                    <a:pt x="264" y="155"/>
                    <a:pt x="270" y="155"/>
                  </a:cubicBezTo>
                  <a:close/>
                  <a:moveTo>
                    <a:pt x="270" y="183"/>
                  </a:moveTo>
                  <a:cubicBezTo>
                    <a:pt x="273" y="177"/>
                    <a:pt x="272" y="169"/>
                    <a:pt x="264" y="168"/>
                  </a:cubicBezTo>
                  <a:cubicBezTo>
                    <a:pt x="266" y="174"/>
                    <a:pt x="263" y="184"/>
                    <a:pt x="270" y="183"/>
                  </a:cubicBezTo>
                  <a:close/>
                  <a:moveTo>
                    <a:pt x="273" y="136"/>
                  </a:moveTo>
                  <a:cubicBezTo>
                    <a:pt x="291" y="164"/>
                    <a:pt x="274" y="217"/>
                    <a:pt x="283" y="252"/>
                  </a:cubicBezTo>
                  <a:cubicBezTo>
                    <a:pt x="269" y="260"/>
                    <a:pt x="246" y="268"/>
                    <a:pt x="225" y="264"/>
                  </a:cubicBezTo>
                  <a:cubicBezTo>
                    <a:pt x="211" y="248"/>
                    <a:pt x="228" y="230"/>
                    <a:pt x="231" y="217"/>
                  </a:cubicBezTo>
                  <a:cubicBezTo>
                    <a:pt x="221" y="207"/>
                    <a:pt x="207" y="222"/>
                    <a:pt x="193" y="222"/>
                  </a:cubicBezTo>
                  <a:cubicBezTo>
                    <a:pt x="190" y="244"/>
                    <a:pt x="176" y="254"/>
                    <a:pt x="160" y="264"/>
                  </a:cubicBezTo>
                  <a:cubicBezTo>
                    <a:pt x="138" y="265"/>
                    <a:pt x="88" y="268"/>
                    <a:pt x="88" y="244"/>
                  </a:cubicBezTo>
                  <a:cubicBezTo>
                    <a:pt x="88" y="230"/>
                    <a:pt x="102" y="236"/>
                    <a:pt x="107" y="224"/>
                  </a:cubicBezTo>
                  <a:cubicBezTo>
                    <a:pt x="101" y="212"/>
                    <a:pt x="83" y="211"/>
                    <a:pt x="76" y="214"/>
                  </a:cubicBezTo>
                  <a:cubicBezTo>
                    <a:pt x="55" y="220"/>
                    <a:pt x="60" y="260"/>
                    <a:pt x="30" y="258"/>
                  </a:cubicBezTo>
                  <a:cubicBezTo>
                    <a:pt x="19" y="258"/>
                    <a:pt x="0" y="249"/>
                    <a:pt x="1" y="230"/>
                  </a:cubicBezTo>
                  <a:cubicBezTo>
                    <a:pt x="5" y="225"/>
                    <a:pt x="14" y="227"/>
                    <a:pt x="19" y="224"/>
                  </a:cubicBezTo>
                  <a:cubicBezTo>
                    <a:pt x="35" y="207"/>
                    <a:pt x="35" y="169"/>
                    <a:pt x="15" y="158"/>
                  </a:cubicBezTo>
                  <a:cubicBezTo>
                    <a:pt x="5" y="95"/>
                    <a:pt x="44" y="81"/>
                    <a:pt x="64" y="48"/>
                  </a:cubicBezTo>
                  <a:cubicBezTo>
                    <a:pt x="65" y="39"/>
                    <a:pt x="60" y="35"/>
                    <a:pt x="60" y="25"/>
                  </a:cubicBezTo>
                  <a:cubicBezTo>
                    <a:pt x="66" y="16"/>
                    <a:pt x="85" y="16"/>
                    <a:pt x="85" y="5"/>
                  </a:cubicBezTo>
                  <a:cubicBezTo>
                    <a:pt x="101" y="3"/>
                    <a:pt x="115" y="3"/>
                    <a:pt x="131" y="0"/>
                  </a:cubicBezTo>
                  <a:cubicBezTo>
                    <a:pt x="152" y="11"/>
                    <a:pt x="165" y="47"/>
                    <a:pt x="160" y="76"/>
                  </a:cubicBezTo>
                  <a:cubicBezTo>
                    <a:pt x="159" y="88"/>
                    <a:pt x="147" y="96"/>
                    <a:pt x="148" y="110"/>
                  </a:cubicBezTo>
                  <a:cubicBezTo>
                    <a:pt x="168" y="125"/>
                    <a:pt x="190" y="109"/>
                    <a:pt x="208" y="107"/>
                  </a:cubicBezTo>
                  <a:cubicBezTo>
                    <a:pt x="231" y="106"/>
                    <a:pt x="261" y="117"/>
                    <a:pt x="273" y="1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D53D0014-50C5-CEE6-4B90-CD31E52DE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6248" y="4424998"/>
              <a:ext cx="282575" cy="149225"/>
            </a:xfrm>
            <a:custGeom>
              <a:avLst/>
              <a:gdLst>
                <a:gd name="T0" fmla="*/ 104 w 109"/>
                <a:gd name="T1" fmla="*/ 12 h 58"/>
                <a:gd name="T2" fmla="*/ 98 w 109"/>
                <a:gd name="T3" fmla="*/ 57 h 58"/>
                <a:gd name="T4" fmla="*/ 95 w 109"/>
                <a:gd name="T5" fmla="*/ 43 h 58"/>
                <a:gd name="T6" fmla="*/ 17 w 109"/>
                <a:gd name="T7" fmla="*/ 31 h 58"/>
                <a:gd name="T8" fmla="*/ 9 w 109"/>
                <a:gd name="T9" fmla="*/ 44 h 58"/>
                <a:gd name="T10" fmla="*/ 10 w 109"/>
                <a:gd name="T11" fmla="*/ 0 h 58"/>
                <a:gd name="T12" fmla="*/ 15 w 109"/>
                <a:gd name="T13" fmla="*/ 0 h 58"/>
                <a:gd name="T14" fmla="*/ 17 w 109"/>
                <a:gd name="T15" fmla="*/ 14 h 58"/>
                <a:gd name="T16" fmla="*/ 92 w 109"/>
                <a:gd name="T17" fmla="*/ 26 h 58"/>
                <a:gd name="T18" fmla="*/ 104 w 109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58">
                  <a:moveTo>
                    <a:pt x="104" y="12"/>
                  </a:moveTo>
                  <a:cubicBezTo>
                    <a:pt x="109" y="20"/>
                    <a:pt x="103" y="48"/>
                    <a:pt x="98" y="57"/>
                  </a:cubicBezTo>
                  <a:cubicBezTo>
                    <a:pt x="92" y="58"/>
                    <a:pt x="100" y="45"/>
                    <a:pt x="95" y="43"/>
                  </a:cubicBezTo>
                  <a:cubicBezTo>
                    <a:pt x="70" y="38"/>
                    <a:pt x="44" y="34"/>
                    <a:pt x="17" y="31"/>
                  </a:cubicBezTo>
                  <a:cubicBezTo>
                    <a:pt x="11" y="33"/>
                    <a:pt x="12" y="42"/>
                    <a:pt x="9" y="44"/>
                  </a:cubicBezTo>
                  <a:cubicBezTo>
                    <a:pt x="0" y="34"/>
                    <a:pt x="11" y="14"/>
                    <a:pt x="10" y="0"/>
                  </a:cubicBezTo>
                  <a:cubicBezTo>
                    <a:pt x="12" y="0"/>
                    <a:pt x="14" y="0"/>
                    <a:pt x="15" y="0"/>
                  </a:cubicBezTo>
                  <a:cubicBezTo>
                    <a:pt x="16" y="5"/>
                    <a:pt x="15" y="11"/>
                    <a:pt x="17" y="14"/>
                  </a:cubicBezTo>
                  <a:cubicBezTo>
                    <a:pt x="39" y="20"/>
                    <a:pt x="69" y="20"/>
                    <a:pt x="92" y="26"/>
                  </a:cubicBezTo>
                  <a:cubicBezTo>
                    <a:pt x="100" y="26"/>
                    <a:pt x="99" y="16"/>
                    <a:pt x="10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4517ED5D-3850-CB6C-51ED-96BDA14FB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985" y="4577398"/>
              <a:ext cx="312737" cy="236538"/>
            </a:xfrm>
            <a:custGeom>
              <a:avLst/>
              <a:gdLst>
                <a:gd name="T0" fmla="*/ 71 w 120"/>
                <a:gd name="T1" fmla="*/ 80 h 91"/>
                <a:gd name="T2" fmla="*/ 109 w 120"/>
                <a:gd name="T3" fmla="*/ 48 h 91"/>
                <a:gd name="T4" fmla="*/ 98 w 120"/>
                <a:gd name="T5" fmla="*/ 33 h 91"/>
                <a:gd name="T6" fmla="*/ 52 w 120"/>
                <a:gd name="T7" fmla="*/ 70 h 91"/>
                <a:gd name="T8" fmla="*/ 26 w 120"/>
                <a:gd name="T9" fmla="*/ 15 h 91"/>
                <a:gd name="T10" fmla="*/ 24 w 120"/>
                <a:gd name="T11" fmla="*/ 5 h 91"/>
                <a:gd name="T12" fmla="*/ 55 w 120"/>
                <a:gd name="T13" fmla="*/ 14 h 91"/>
                <a:gd name="T14" fmla="*/ 31 w 120"/>
                <a:gd name="T15" fmla="*/ 23 h 91"/>
                <a:gd name="T16" fmla="*/ 38 w 120"/>
                <a:gd name="T17" fmla="*/ 57 h 91"/>
                <a:gd name="T18" fmla="*/ 102 w 120"/>
                <a:gd name="T19" fmla="*/ 21 h 91"/>
                <a:gd name="T20" fmla="*/ 102 w 120"/>
                <a:gd name="T21" fmla="*/ 80 h 91"/>
                <a:gd name="T22" fmla="*/ 103 w 120"/>
                <a:gd name="T23" fmla="*/ 91 h 91"/>
                <a:gd name="T24" fmla="*/ 71 w 120"/>
                <a:gd name="T25" fmla="*/ 8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1">
                  <a:moveTo>
                    <a:pt x="71" y="80"/>
                  </a:moveTo>
                  <a:cubicBezTo>
                    <a:pt x="88" y="71"/>
                    <a:pt x="113" y="76"/>
                    <a:pt x="109" y="48"/>
                  </a:cubicBezTo>
                  <a:cubicBezTo>
                    <a:pt x="108" y="43"/>
                    <a:pt x="104" y="36"/>
                    <a:pt x="98" y="33"/>
                  </a:cubicBezTo>
                  <a:cubicBezTo>
                    <a:pt x="72" y="26"/>
                    <a:pt x="77" y="60"/>
                    <a:pt x="52" y="70"/>
                  </a:cubicBezTo>
                  <a:cubicBezTo>
                    <a:pt x="19" y="83"/>
                    <a:pt x="0" y="37"/>
                    <a:pt x="26" y="15"/>
                  </a:cubicBezTo>
                  <a:cubicBezTo>
                    <a:pt x="26" y="12"/>
                    <a:pt x="22" y="10"/>
                    <a:pt x="24" y="5"/>
                  </a:cubicBezTo>
                  <a:cubicBezTo>
                    <a:pt x="33" y="8"/>
                    <a:pt x="52" y="10"/>
                    <a:pt x="55" y="14"/>
                  </a:cubicBezTo>
                  <a:cubicBezTo>
                    <a:pt x="51" y="24"/>
                    <a:pt x="40" y="18"/>
                    <a:pt x="31" y="23"/>
                  </a:cubicBezTo>
                  <a:cubicBezTo>
                    <a:pt x="19" y="31"/>
                    <a:pt x="14" y="59"/>
                    <a:pt x="38" y="57"/>
                  </a:cubicBezTo>
                  <a:cubicBezTo>
                    <a:pt x="58" y="56"/>
                    <a:pt x="69" y="0"/>
                    <a:pt x="102" y="21"/>
                  </a:cubicBezTo>
                  <a:cubicBezTo>
                    <a:pt x="117" y="29"/>
                    <a:pt x="120" y="65"/>
                    <a:pt x="102" y="80"/>
                  </a:cubicBezTo>
                  <a:cubicBezTo>
                    <a:pt x="98" y="84"/>
                    <a:pt x="109" y="85"/>
                    <a:pt x="103" y="91"/>
                  </a:cubicBezTo>
                  <a:cubicBezTo>
                    <a:pt x="92" y="88"/>
                    <a:pt x="76" y="89"/>
                    <a:pt x="71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5" name="Freeform 22">
              <a:extLst>
                <a:ext uri="{FF2B5EF4-FFF2-40B4-BE49-F238E27FC236}">
                  <a16:creationId xmlns:a16="http://schemas.microsoft.com/office/drawing/2014/main" id="{88E89906-9E27-01A8-5BE6-356E10CBB7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0198" y="4723448"/>
              <a:ext cx="334962" cy="347663"/>
            </a:xfrm>
            <a:custGeom>
              <a:avLst/>
              <a:gdLst>
                <a:gd name="T0" fmla="*/ 56 w 129"/>
                <a:gd name="T1" fmla="*/ 85 h 134"/>
                <a:gd name="T2" fmla="*/ 32 w 129"/>
                <a:gd name="T3" fmla="*/ 44 h 134"/>
                <a:gd name="T4" fmla="*/ 19 w 129"/>
                <a:gd name="T5" fmla="*/ 66 h 134"/>
                <a:gd name="T6" fmla="*/ 56 w 129"/>
                <a:gd name="T7" fmla="*/ 85 h 134"/>
                <a:gd name="T8" fmla="*/ 128 w 129"/>
                <a:gd name="T9" fmla="*/ 48 h 134"/>
                <a:gd name="T10" fmla="*/ 115 w 129"/>
                <a:gd name="T11" fmla="*/ 75 h 134"/>
                <a:gd name="T12" fmla="*/ 61 w 129"/>
                <a:gd name="T13" fmla="*/ 85 h 134"/>
                <a:gd name="T14" fmla="*/ 90 w 129"/>
                <a:gd name="T15" fmla="*/ 105 h 134"/>
                <a:gd name="T16" fmla="*/ 102 w 129"/>
                <a:gd name="T17" fmla="*/ 96 h 134"/>
                <a:gd name="T18" fmla="*/ 83 w 129"/>
                <a:gd name="T19" fmla="*/ 134 h 134"/>
                <a:gd name="T20" fmla="*/ 83 w 129"/>
                <a:gd name="T21" fmla="*/ 121 h 134"/>
                <a:gd name="T22" fmla="*/ 16 w 129"/>
                <a:gd name="T23" fmla="*/ 82 h 134"/>
                <a:gd name="T24" fmla="*/ 0 w 129"/>
                <a:gd name="T25" fmla="*/ 89 h 134"/>
                <a:gd name="T26" fmla="*/ 70 w 129"/>
                <a:gd name="T27" fmla="*/ 46 h 134"/>
                <a:gd name="T28" fmla="*/ 68 w 129"/>
                <a:gd name="T29" fmla="*/ 63 h 134"/>
                <a:gd name="T30" fmla="*/ 128 w 129"/>
                <a:gd name="T31" fmla="*/ 48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9" h="134">
                  <a:moveTo>
                    <a:pt x="56" y="85"/>
                  </a:moveTo>
                  <a:cubicBezTo>
                    <a:pt x="67" y="67"/>
                    <a:pt x="59" y="39"/>
                    <a:pt x="32" y="44"/>
                  </a:cubicBezTo>
                  <a:cubicBezTo>
                    <a:pt x="27" y="51"/>
                    <a:pt x="21" y="56"/>
                    <a:pt x="19" y="66"/>
                  </a:cubicBezTo>
                  <a:cubicBezTo>
                    <a:pt x="32" y="72"/>
                    <a:pt x="43" y="80"/>
                    <a:pt x="56" y="85"/>
                  </a:cubicBezTo>
                  <a:close/>
                  <a:moveTo>
                    <a:pt x="128" y="48"/>
                  </a:moveTo>
                  <a:cubicBezTo>
                    <a:pt x="129" y="56"/>
                    <a:pt x="121" y="68"/>
                    <a:pt x="115" y="75"/>
                  </a:cubicBezTo>
                  <a:cubicBezTo>
                    <a:pt x="94" y="77"/>
                    <a:pt x="68" y="73"/>
                    <a:pt x="61" y="85"/>
                  </a:cubicBezTo>
                  <a:cubicBezTo>
                    <a:pt x="66" y="97"/>
                    <a:pt x="81" y="97"/>
                    <a:pt x="90" y="105"/>
                  </a:cubicBezTo>
                  <a:cubicBezTo>
                    <a:pt x="98" y="105"/>
                    <a:pt x="96" y="96"/>
                    <a:pt x="102" y="96"/>
                  </a:cubicBezTo>
                  <a:cubicBezTo>
                    <a:pt x="102" y="108"/>
                    <a:pt x="89" y="129"/>
                    <a:pt x="83" y="134"/>
                  </a:cubicBezTo>
                  <a:cubicBezTo>
                    <a:pt x="76" y="134"/>
                    <a:pt x="87" y="128"/>
                    <a:pt x="83" y="121"/>
                  </a:cubicBezTo>
                  <a:cubicBezTo>
                    <a:pt x="63" y="105"/>
                    <a:pt x="39" y="95"/>
                    <a:pt x="16" y="82"/>
                  </a:cubicBezTo>
                  <a:cubicBezTo>
                    <a:pt x="7" y="80"/>
                    <a:pt x="10" y="91"/>
                    <a:pt x="0" y="89"/>
                  </a:cubicBezTo>
                  <a:cubicBezTo>
                    <a:pt x="8" y="61"/>
                    <a:pt x="43" y="0"/>
                    <a:pt x="70" y="46"/>
                  </a:cubicBezTo>
                  <a:cubicBezTo>
                    <a:pt x="70" y="52"/>
                    <a:pt x="71" y="61"/>
                    <a:pt x="68" y="63"/>
                  </a:cubicBezTo>
                  <a:cubicBezTo>
                    <a:pt x="90" y="61"/>
                    <a:pt x="116" y="61"/>
                    <a:pt x="128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6" name="Freeform 23">
              <a:extLst>
                <a:ext uri="{FF2B5EF4-FFF2-40B4-BE49-F238E27FC236}">
                  <a16:creationId xmlns:a16="http://schemas.microsoft.com/office/drawing/2014/main" id="{9BFFB7F1-B13F-5D47-732E-817C752D49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7323" y="4993323"/>
              <a:ext cx="327025" cy="312738"/>
            </a:xfrm>
            <a:custGeom>
              <a:avLst/>
              <a:gdLst>
                <a:gd name="T0" fmla="*/ 103 w 126"/>
                <a:gd name="T1" fmla="*/ 40 h 121"/>
                <a:gd name="T2" fmla="*/ 126 w 126"/>
                <a:gd name="T3" fmla="*/ 58 h 121"/>
                <a:gd name="T4" fmla="*/ 71 w 126"/>
                <a:gd name="T5" fmla="*/ 121 h 121"/>
                <a:gd name="T6" fmla="*/ 74 w 126"/>
                <a:gd name="T7" fmla="*/ 107 h 121"/>
                <a:gd name="T8" fmla="*/ 16 w 126"/>
                <a:gd name="T9" fmla="*/ 55 h 121"/>
                <a:gd name="T10" fmla="*/ 0 w 126"/>
                <a:gd name="T11" fmla="*/ 60 h 121"/>
                <a:gd name="T12" fmla="*/ 46 w 126"/>
                <a:gd name="T13" fmla="*/ 0 h 121"/>
                <a:gd name="T14" fmla="*/ 63 w 126"/>
                <a:gd name="T15" fmla="*/ 15 h 121"/>
                <a:gd name="T16" fmla="*/ 43 w 126"/>
                <a:gd name="T17" fmla="*/ 17 h 121"/>
                <a:gd name="T18" fmla="*/ 22 w 126"/>
                <a:gd name="T19" fmla="*/ 39 h 121"/>
                <a:gd name="T20" fmla="*/ 50 w 126"/>
                <a:gd name="T21" fmla="*/ 64 h 121"/>
                <a:gd name="T22" fmla="*/ 57 w 126"/>
                <a:gd name="T23" fmla="*/ 31 h 121"/>
                <a:gd name="T24" fmla="*/ 90 w 126"/>
                <a:gd name="T25" fmla="*/ 55 h 121"/>
                <a:gd name="T26" fmla="*/ 57 w 126"/>
                <a:gd name="T27" fmla="*/ 67 h 121"/>
                <a:gd name="T28" fmla="*/ 87 w 126"/>
                <a:gd name="T29" fmla="*/ 92 h 121"/>
                <a:gd name="T30" fmla="*/ 103 w 126"/>
                <a:gd name="T31" fmla="*/ 4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6" h="121">
                  <a:moveTo>
                    <a:pt x="103" y="40"/>
                  </a:moveTo>
                  <a:cubicBezTo>
                    <a:pt x="111" y="39"/>
                    <a:pt x="116" y="55"/>
                    <a:pt x="126" y="58"/>
                  </a:cubicBezTo>
                  <a:cubicBezTo>
                    <a:pt x="107" y="78"/>
                    <a:pt x="92" y="110"/>
                    <a:pt x="71" y="121"/>
                  </a:cubicBezTo>
                  <a:cubicBezTo>
                    <a:pt x="71" y="115"/>
                    <a:pt x="78" y="111"/>
                    <a:pt x="74" y="107"/>
                  </a:cubicBezTo>
                  <a:cubicBezTo>
                    <a:pt x="57" y="87"/>
                    <a:pt x="35" y="72"/>
                    <a:pt x="16" y="55"/>
                  </a:cubicBezTo>
                  <a:cubicBezTo>
                    <a:pt x="8" y="54"/>
                    <a:pt x="6" y="66"/>
                    <a:pt x="0" y="60"/>
                  </a:cubicBezTo>
                  <a:cubicBezTo>
                    <a:pt x="13" y="38"/>
                    <a:pt x="33" y="21"/>
                    <a:pt x="46" y="0"/>
                  </a:cubicBezTo>
                  <a:cubicBezTo>
                    <a:pt x="52" y="4"/>
                    <a:pt x="63" y="11"/>
                    <a:pt x="63" y="15"/>
                  </a:cubicBezTo>
                  <a:cubicBezTo>
                    <a:pt x="62" y="24"/>
                    <a:pt x="51" y="14"/>
                    <a:pt x="43" y="17"/>
                  </a:cubicBezTo>
                  <a:cubicBezTo>
                    <a:pt x="41" y="20"/>
                    <a:pt x="22" y="34"/>
                    <a:pt x="22" y="39"/>
                  </a:cubicBezTo>
                  <a:cubicBezTo>
                    <a:pt x="23" y="49"/>
                    <a:pt x="44" y="54"/>
                    <a:pt x="50" y="64"/>
                  </a:cubicBezTo>
                  <a:cubicBezTo>
                    <a:pt x="63" y="60"/>
                    <a:pt x="65" y="41"/>
                    <a:pt x="57" y="31"/>
                  </a:cubicBezTo>
                  <a:cubicBezTo>
                    <a:pt x="68" y="31"/>
                    <a:pt x="78" y="49"/>
                    <a:pt x="90" y="55"/>
                  </a:cubicBezTo>
                  <a:cubicBezTo>
                    <a:pt x="81" y="58"/>
                    <a:pt x="61" y="52"/>
                    <a:pt x="57" y="67"/>
                  </a:cubicBezTo>
                  <a:cubicBezTo>
                    <a:pt x="66" y="76"/>
                    <a:pt x="74" y="93"/>
                    <a:pt x="87" y="92"/>
                  </a:cubicBezTo>
                  <a:cubicBezTo>
                    <a:pt x="105" y="92"/>
                    <a:pt x="116" y="60"/>
                    <a:pt x="103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7" name="Freeform 24">
              <a:extLst>
                <a:ext uri="{FF2B5EF4-FFF2-40B4-BE49-F238E27FC236}">
                  <a16:creationId xmlns:a16="http://schemas.microsoft.com/office/drawing/2014/main" id="{4A1C7C1D-52A6-7923-781C-F1C706F639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1535" y="3228023"/>
              <a:ext cx="2111375" cy="2195513"/>
            </a:xfrm>
            <a:custGeom>
              <a:avLst/>
              <a:gdLst>
                <a:gd name="T0" fmla="*/ 316 w 813"/>
                <a:gd name="T1" fmla="*/ 720 h 846"/>
                <a:gd name="T2" fmla="*/ 313 w 813"/>
                <a:gd name="T3" fmla="*/ 652 h 846"/>
                <a:gd name="T4" fmla="*/ 294 w 813"/>
                <a:gd name="T5" fmla="*/ 673 h 846"/>
                <a:gd name="T6" fmla="*/ 309 w 813"/>
                <a:gd name="T7" fmla="*/ 671 h 846"/>
                <a:gd name="T8" fmla="*/ 313 w 813"/>
                <a:gd name="T9" fmla="*/ 720 h 846"/>
                <a:gd name="T10" fmla="*/ 316 w 813"/>
                <a:gd name="T11" fmla="*/ 720 h 846"/>
                <a:gd name="T12" fmla="*/ 377 w 813"/>
                <a:gd name="T13" fmla="*/ 720 h 846"/>
                <a:gd name="T14" fmla="*/ 391 w 813"/>
                <a:gd name="T15" fmla="*/ 671 h 846"/>
                <a:gd name="T16" fmla="*/ 349 w 813"/>
                <a:gd name="T17" fmla="*/ 667 h 846"/>
                <a:gd name="T18" fmla="*/ 384 w 813"/>
                <a:gd name="T19" fmla="*/ 692 h 846"/>
                <a:gd name="T20" fmla="*/ 366 w 813"/>
                <a:gd name="T21" fmla="*/ 715 h 846"/>
                <a:gd name="T22" fmla="*/ 353 w 813"/>
                <a:gd name="T23" fmla="*/ 704 h 846"/>
                <a:gd name="T24" fmla="*/ 377 w 813"/>
                <a:gd name="T25" fmla="*/ 720 h 846"/>
                <a:gd name="T26" fmla="*/ 417 w 813"/>
                <a:gd name="T27" fmla="*/ 716 h 846"/>
                <a:gd name="T28" fmla="*/ 419 w 813"/>
                <a:gd name="T29" fmla="*/ 656 h 846"/>
                <a:gd name="T30" fmla="*/ 417 w 813"/>
                <a:gd name="T31" fmla="*/ 716 h 846"/>
                <a:gd name="T32" fmla="*/ 481 w 813"/>
                <a:gd name="T33" fmla="*/ 714 h 846"/>
                <a:gd name="T34" fmla="*/ 514 w 813"/>
                <a:gd name="T35" fmla="*/ 668 h 846"/>
                <a:gd name="T36" fmla="*/ 475 w 813"/>
                <a:gd name="T37" fmla="*/ 672 h 846"/>
                <a:gd name="T38" fmla="*/ 490 w 813"/>
                <a:gd name="T39" fmla="*/ 659 h 846"/>
                <a:gd name="T40" fmla="*/ 506 w 813"/>
                <a:gd name="T41" fmla="*/ 668 h 846"/>
                <a:gd name="T42" fmla="*/ 470 w 813"/>
                <a:gd name="T43" fmla="*/ 720 h 846"/>
                <a:gd name="T44" fmla="*/ 514 w 813"/>
                <a:gd name="T45" fmla="*/ 715 h 846"/>
                <a:gd name="T46" fmla="*/ 481 w 813"/>
                <a:gd name="T47" fmla="*/ 714 h 846"/>
                <a:gd name="T48" fmla="*/ 415 w 813"/>
                <a:gd name="T49" fmla="*/ 465 h 846"/>
                <a:gd name="T50" fmla="*/ 628 w 813"/>
                <a:gd name="T51" fmla="*/ 461 h 846"/>
                <a:gd name="T52" fmla="*/ 478 w 813"/>
                <a:gd name="T53" fmla="*/ 353 h 846"/>
                <a:gd name="T54" fmla="*/ 545 w 813"/>
                <a:gd name="T55" fmla="*/ 362 h 846"/>
                <a:gd name="T56" fmla="*/ 441 w 813"/>
                <a:gd name="T57" fmla="*/ 229 h 846"/>
                <a:gd name="T58" fmla="*/ 483 w 813"/>
                <a:gd name="T59" fmla="*/ 237 h 846"/>
                <a:gd name="T60" fmla="*/ 441 w 813"/>
                <a:gd name="T61" fmla="*/ 162 h 846"/>
                <a:gd name="T62" fmla="*/ 408 w 813"/>
                <a:gd name="T63" fmla="*/ 80 h 846"/>
                <a:gd name="T64" fmla="*/ 346 w 813"/>
                <a:gd name="T65" fmla="*/ 220 h 846"/>
                <a:gd name="T66" fmla="*/ 340 w 813"/>
                <a:gd name="T67" fmla="*/ 237 h 846"/>
                <a:gd name="T68" fmla="*/ 381 w 813"/>
                <a:gd name="T69" fmla="*/ 229 h 846"/>
                <a:gd name="T70" fmla="*/ 275 w 813"/>
                <a:gd name="T71" fmla="*/ 360 h 846"/>
                <a:gd name="T72" fmla="*/ 344 w 813"/>
                <a:gd name="T73" fmla="*/ 353 h 846"/>
                <a:gd name="T74" fmla="*/ 344 w 813"/>
                <a:gd name="T75" fmla="*/ 355 h 846"/>
                <a:gd name="T76" fmla="*/ 342 w 813"/>
                <a:gd name="T77" fmla="*/ 357 h 846"/>
                <a:gd name="T78" fmla="*/ 211 w 813"/>
                <a:gd name="T79" fmla="*/ 446 h 846"/>
                <a:gd name="T80" fmla="*/ 192 w 813"/>
                <a:gd name="T81" fmla="*/ 461 h 846"/>
                <a:gd name="T82" fmla="*/ 415 w 813"/>
                <a:gd name="T83" fmla="*/ 465 h 846"/>
                <a:gd name="T84" fmla="*/ 450 w 813"/>
                <a:gd name="T85" fmla="*/ 532 h 846"/>
                <a:gd name="T86" fmla="*/ 677 w 813"/>
                <a:gd name="T87" fmla="*/ 532 h 846"/>
                <a:gd name="T88" fmla="*/ 649 w 813"/>
                <a:gd name="T89" fmla="*/ 492 h 846"/>
                <a:gd name="T90" fmla="*/ 413 w 813"/>
                <a:gd name="T91" fmla="*/ 482 h 846"/>
                <a:gd name="T92" fmla="*/ 217 w 813"/>
                <a:gd name="T93" fmla="*/ 489 h 846"/>
                <a:gd name="T94" fmla="*/ 172 w 813"/>
                <a:gd name="T95" fmla="*/ 495 h 846"/>
                <a:gd name="T96" fmla="*/ 145 w 813"/>
                <a:gd name="T97" fmla="*/ 532 h 846"/>
                <a:gd name="T98" fmla="*/ 377 w 813"/>
                <a:gd name="T99" fmla="*/ 532 h 846"/>
                <a:gd name="T100" fmla="*/ 375 w 813"/>
                <a:gd name="T101" fmla="*/ 551 h 846"/>
                <a:gd name="T102" fmla="*/ 450 w 813"/>
                <a:gd name="T103" fmla="*/ 551 h 846"/>
                <a:gd name="T104" fmla="*/ 450 w 813"/>
                <a:gd name="T105" fmla="*/ 532 h 846"/>
                <a:gd name="T106" fmla="*/ 794 w 813"/>
                <a:gd name="T107" fmla="*/ 0 h 846"/>
                <a:gd name="T108" fmla="*/ 749 w 813"/>
                <a:gd name="T109" fmla="*/ 575 h 846"/>
                <a:gd name="T110" fmla="*/ 408 w 813"/>
                <a:gd name="T111" fmla="*/ 846 h 846"/>
                <a:gd name="T112" fmla="*/ 66 w 813"/>
                <a:gd name="T113" fmla="*/ 579 h 846"/>
                <a:gd name="T114" fmla="*/ 18 w 813"/>
                <a:gd name="T115" fmla="*/ 5 h 846"/>
                <a:gd name="T116" fmla="*/ 22 w 813"/>
                <a:gd name="T117" fmla="*/ 0 h 846"/>
                <a:gd name="T118" fmla="*/ 794 w 813"/>
                <a:gd name="T119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13" h="846">
                  <a:moveTo>
                    <a:pt x="316" y="720"/>
                  </a:moveTo>
                  <a:cubicBezTo>
                    <a:pt x="318" y="703"/>
                    <a:pt x="324" y="665"/>
                    <a:pt x="313" y="652"/>
                  </a:cubicBezTo>
                  <a:cubicBezTo>
                    <a:pt x="310" y="663"/>
                    <a:pt x="297" y="662"/>
                    <a:pt x="294" y="673"/>
                  </a:cubicBezTo>
                  <a:cubicBezTo>
                    <a:pt x="299" y="681"/>
                    <a:pt x="307" y="666"/>
                    <a:pt x="309" y="671"/>
                  </a:cubicBezTo>
                  <a:cubicBezTo>
                    <a:pt x="311" y="686"/>
                    <a:pt x="305" y="711"/>
                    <a:pt x="313" y="720"/>
                  </a:cubicBezTo>
                  <a:cubicBezTo>
                    <a:pt x="314" y="720"/>
                    <a:pt x="315" y="720"/>
                    <a:pt x="316" y="720"/>
                  </a:cubicBezTo>
                  <a:close/>
                  <a:moveTo>
                    <a:pt x="377" y="720"/>
                  </a:moveTo>
                  <a:cubicBezTo>
                    <a:pt x="392" y="716"/>
                    <a:pt x="395" y="684"/>
                    <a:pt x="391" y="671"/>
                  </a:cubicBezTo>
                  <a:cubicBezTo>
                    <a:pt x="385" y="644"/>
                    <a:pt x="353" y="653"/>
                    <a:pt x="349" y="667"/>
                  </a:cubicBezTo>
                  <a:cubicBezTo>
                    <a:pt x="340" y="705"/>
                    <a:pt x="376" y="699"/>
                    <a:pt x="384" y="692"/>
                  </a:cubicBezTo>
                  <a:cubicBezTo>
                    <a:pt x="382" y="704"/>
                    <a:pt x="380" y="715"/>
                    <a:pt x="366" y="715"/>
                  </a:cubicBezTo>
                  <a:cubicBezTo>
                    <a:pt x="358" y="716"/>
                    <a:pt x="362" y="704"/>
                    <a:pt x="353" y="704"/>
                  </a:cubicBezTo>
                  <a:cubicBezTo>
                    <a:pt x="349" y="720"/>
                    <a:pt x="364" y="724"/>
                    <a:pt x="377" y="720"/>
                  </a:cubicBezTo>
                  <a:close/>
                  <a:moveTo>
                    <a:pt x="417" y="716"/>
                  </a:moveTo>
                  <a:cubicBezTo>
                    <a:pt x="454" y="753"/>
                    <a:pt x="475" y="629"/>
                    <a:pt x="419" y="656"/>
                  </a:cubicBezTo>
                  <a:cubicBezTo>
                    <a:pt x="409" y="668"/>
                    <a:pt x="404" y="705"/>
                    <a:pt x="417" y="716"/>
                  </a:cubicBezTo>
                  <a:close/>
                  <a:moveTo>
                    <a:pt x="481" y="714"/>
                  </a:moveTo>
                  <a:cubicBezTo>
                    <a:pt x="489" y="696"/>
                    <a:pt x="517" y="692"/>
                    <a:pt x="514" y="668"/>
                  </a:cubicBezTo>
                  <a:cubicBezTo>
                    <a:pt x="511" y="646"/>
                    <a:pt x="469" y="648"/>
                    <a:pt x="475" y="672"/>
                  </a:cubicBezTo>
                  <a:cubicBezTo>
                    <a:pt x="485" y="671"/>
                    <a:pt x="481" y="661"/>
                    <a:pt x="490" y="659"/>
                  </a:cubicBezTo>
                  <a:cubicBezTo>
                    <a:pt x="497" y="658"/>
                    <a:pt x="503" y="661"/>
                    <a:pt x="506" y="668"/>
                  </a:cubicBezTo>
                  <a:cubicBezTo>
                    <a:pt x="511" y="690"/>
                    <a:pt x="468" y="699"/>
                    <a:pt x="470" y="720"/>
                  </a:cubicBezTo>
                  <a:cubicBezTo>
                    <a:pt x="484" y="718"/>
                    <a:pt x="509" y="727"/>
                    <a:pt x="514" y="715"/>
                  </a:cubicBezTo>
                  <a:cubicBezTo>
                    <a:pt x="506" y="711"/>
                    <a:pt x="491" y="714"/>
                    <a:pt x="481" y="714"/>
                  </a:cubicBezTo>
                  <a:close/>
                  <a:moveTo>
                    <a:pt x="415" y="465"/>
                  </a:moveTo>
                  <a:cubicBezTo>
                    <a:pt x="469" y="406"/>
                    <a:pt x="550" y="477"/>
                    <a:pt x="628" y="461"/>
                  </a:cubicBezTo>
                  <a:cubicBezTo>
                    <a:pt x="577" y="425"/>
                    <a:pt x="517" y="400"/>
                    <a:pt x="478" y="353"/>
                  </a:cubicBezTo>
                  <a:cubicBezTo>
                    <a:pt x="496" y="360"/>
                    <a:pt x="518" y="363"/>
                    <a:pt x="545" y="362"/>
                  </a:cubicBezTo>
                  <a:cubicBezTo>
                    <a:pt x="511" y="318"/>
                    <a:pt x="456" y="287"/>
                    <a:pt x="441" y="229"/>
                  </a:cubicBezTo>
                  <a:cubicBezTo>
                    <a:pt x="454" y="233"/>
                    <a:pt x="465" y="237"/>
                    <a:pt x="483" y="237"/>
                  </a:cubicBezTo>
                  <a:cubicBezTo>
                    <a:pt x="468" y="213"/>
                    <a:pt x="453" y="189"/>
                    <a:pt x="441" y="162"/>
                  </a:cubicBezTo>
                  <a:cubicBezTo>
                    <a:pt x="429" y="137"/>
                    <a:pt x="420" y="108"/>
                    <a:pt x="408" y="80"/>
                  </a:cubicBezTo>
                  <a:cubicBezTo>
                    <a:pt x="397" y="134"/>
                    <a:pt x="370" y="184"/>
                    <a:pt x="346" y="220"/>
                  </a:cubicBezTo>
                  <a:cubicBezTo>
                    <a:pt x="343" y="225"/>
                    <a:pt x="337" y="231"/>
                    <a:pt x="340" y="237"/>
                  </a:cubicBezTo>
                  <a:cubicBezTo>
                    <a:pt x="357" y="237"/>
                    <a:pt x="368" y="233"/>
                    <a:pt x="381" y="229"/>
                  </a:cubicBezTo>
                  <a:cubicBezTo>
                    <a:pt x="359" y="287"/>
                    <a:pt x="313" y="319"/>
                    <a:pt x="275" y="360"/>
                  </a:cubicBezTo>
                  <a:cubicBezTo>
                    <a:pt x="302" y="361"/>
                    <a:pt x="325" y="360"/>
                    <a:pt x="344" y="353"/>
                  </a:cubicBezTo>
                  <a:cubicBezTo>
                    <a:pt x="344" y="355"/>
                    <a:pt x="344" y="355"/>
                    <a:pt x="344" y="355"/>
                  </a:cubicBezTo>
                  <a:cubicBezTo>
                    <a:pt x="343" y="355"/>
                    <a:pt x="342" y="355"/>
                    <a:pt x="342" y="357"/>
                  </a:cubicBezTo>
                  <a:cubicBezTo>
                    <a:pt x="304" y="391"/>
                    <a:pt x="258" y="423"/>
                    <a:pt x="211" y="446"/>
                  </a:cubicBezTo>
                  <a:cubicBezTo>
                    <a:pt x="204" y="449"/>
                    <a:pt x="195" y="453"/>
                    <a:pt x="192" y="461"/>
                  </a:cubicBezTo>
                  <a:cubicBezTo>
                    <a:pt x="266" y="473"/>
                    <a:pt x="357" y="410"/>
                    <a:pt x="415" y="465"/>
                  </a:cubicBezTo>
                  <a:close/>
                  <a:moveTo>
                    <a:pt x="450" y="532"/>
                  </a:moveTo>
                  <a:cubicBezTo>
                    <a:pt x="525" y="532"/>
                    <a:pt x="601" y="532"/>
                    <a:pt x="677" y="532"/>
                  </a:cubicBezTo>
                  <a:cubicBezTo>
                    <a:pt x="670" y="517"/>
                    <a:pt x="659" y="505"/>
                    <a:pt x="649" y="492"/>
                  </a:cubicBezTo>
                  <a:cubicBezTo>
                    <a:pt x="572" y="496"/>
                    <a:pt x="480" y="424"/>
                    <a:pt x="413" y="482"/>
                  </a:cubicBezTo>
                  <a:cubicBezTo>
                    <a:pt x="357" y="433"/>
                    <a:pt x="277" y="479"/>
                    <a:pt x="217" y="489"/>
                  </a:cubicBezTo>
                  <a:cubicBezTo>
                    <a:pt x="201" y="492"/>
                    <a:pt x="183" y="490"/>
                    <a:pt x="172" y="495"/>
                  </a:cubicBezTo>
                  <a:cubicBezTo>
                    <a:pt x="159" y="500"/>
                    <a:pt x="151" y="523"/>
                    <a:pt x="145" y="532"/>
                  </a:cubicBezTo>
                  <a:cubicBezTo>
                    <a:pt x="222" y="532"/>
                    <a:pt x="299" y="532"/>
                    <a:pt x="377" y="532"/>
                  </a:cubicBezTo>
                  <a:cubicBezTo>
                    <a:pt x="377" y="539"/>
                    <a:pt x="374" y="542"/>
                    <a:pt x="375" y="551"/>
                  </a:cubicBezTo>
                  <a:cubicBezTo>
                    <a:pt x="401" y="551"/>
                    <a:pt x="425" y="551"/>
                    <a:pt x="450" y="551"/>
                  </a:cubicBezTo>
                  <a:cubicBezTo>
                    <a:pt x="451" y="544"/>
                    <a:pt x="445" y="537"/>
                    <a:pt x="450" y="532"/>
                  </a:cubicBezTo>
                  <a:close/>
                  <a:moveTo>
                    <a:pt x="794" y="0"/>
                  </a:moveTo>
                  <a:cubicBezTo>
                    <a:pt x="794" y="208"/>
                    <a:pt x="813" y="432"/>
                    <a:pt x="749" y="575"/>
                  </a:cubicBezTo>
                  <a:cubicBezTo>
                    <a:pt x="686" y="721"/>
                    <a:pt x="550" y="780"/>
                    <a:pt x="408" y="846"/>
                  </a:cubicBezTo>
                  <a:cubicBezTo>
                    <a:pt x="265" y="782"/>
                    <a:pt x="132" y="721"/>
                    <a:pt x="66" y="579"/>
                  </a:cubicBezTo>
                  <a:cubicBezTo>
                    <a:pt x="0" y="437"/>
                    <a:pt x="23" y="215"/>
                    <a:pt x="18" y="5"/>
                  </a:cubicBezTo>
                  <a:cubicBezTo>
                    <a:pt x="18" y="1"/>
                    <a:pt x="19" y="0"/>
                    <a:pt x="22" y="0"/>
                  </a:cubicBezTo>
                  <a:cubicBezTo>
                    <a:pt x="280" y="0"/>
                    <a:pt x="538" y="0"/>
                    <a:pt x="79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8" name="Freeform 25">
              <a:extLst>
                <a:ext uri="{FF2B5EF4-FFF2-40B4-BE49-F238E27FC236}">
                  <a16:creationId xmlns:a16="http://schemas.microsoft.com/office/drawing/2014/main" id="{E0297085-41AA-15ED-1EA8-C71AFE14FB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3010" y="5166360"/>
              <a:ext cx="269875" cy="298450"/>
            </a:xfrm>
            <a:custGeom>
              <a:avLst/>
              <a:gdLst>
                <a:gd name="T0" fmla="*/ 74 w 104"/>
                <a:gd name="T1" fmla="*/ 15 h 115"/>
                <a:gd name="T2" fmla="*/ 96 w 104"/>
                <a:gd name="T3" fmla="*/ 115 h 115"/>
                <a:gd name="T4" fmla="*/ 17 w 104"/>
                <a:gd name="T5" fmla="*/ 64 h 115"/>
                <a:gd name="T6" fmla="*/ 0 w 104"/>
                <a:gd name="T7" fmla="*/ 67 h 115"/>
                <a:gd name="T8" fmla="*/ 25 w 104"/>
                <a:gd name="T9" fmla="*/ 50 h 115"/>
                <a:gd name="T10" fmla="*/ 84 w 104"/>
                <a:gd name="T11" fmla="*/ 88 h 115"/>
                <a:gd name="T12" fmla="*/ 66 w 104"/>
                <a:gd name="T13" fmla="*/ 21 h 115"/>
                <a:gd name="T14" fmla="*/ 50 w 104"/>
                <a:gd name="T15" fmla="*/ 28 h 115"/>
                <a:gd name="T16" fmla="*/ 75 w 104"/>
                <a:gd name="T17" fmla="*/ 0 h 115"/>
                <a:gd name="T18" fmla="*/ 74 w 104"/>
                <a:gd name="T19" fmla="*/ 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5">
                  <a:moveTo>
                    <a:pt x="74" y="15"/>
                  </a:moveTo>
                  <a:cubicBezTo>
                    <a:pt x="73" y="47"/>
                    <a:pt x="104" y="86"/>
                    <a:pt x="96" y="115"/>
                  </a:cubicBezTo>
                  <a:cubicBezTo>
                    <a:pt x="71" y="99"/>
                    <a:pt x="43" y="82"/>
                    <a:pt x="17" y="64"/>
                  </a:cubicBezTo>
                  <a:cubicBezTo>
                    <a:pt x="8" y="63"/>
                    <a:pt x="5" y="71"/>
                    <a:pt x="0" y="67"/>
                  </a:cubicBezTo>
                  <a:cubicBezTo>
                    <a:pt x="6" y="54"/>
                    <a:pt x="46" y="26"/>
                    <a:pt x="25" y="50"/>
                  </a:cubicBezTo>
                  <a:cubicBezTo>
                    <a:pt x="43" y="66"/>
                    <a:pt x="64" y="77"/>
                    <a:pt x="84" y="88"/>
                  </a:cubicBezTo>
                  <a:cubicBezTo>
                    <a:pt x="84" y="67"/>
                    <a:pt x="73" y="42"/>
                    <a:pt x="66" y="21"/>
                  </a:cubicBezTo>
                  <a:cubicBezTo>
                    <a:pt x="60" y="23"/>
                    <a:pt x="56" y="26"/>
                    <a:pt x="50" y="28"/>
                  </a:cubicBezTo>
                  <a:cubicBezTo>
                    <a:pt x="50" y="16"/>
                    <a:pt x="69" y="10"/>
                    <a:pt x="75" y="0"/>
                  </a:cubicBezTo>
                  <a:cubicBezTo>
                    <a:pt x="83" y="6"/>
                    <a:pt x="74" y="7"/>
                    <a:pt x="7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9" name="Freeform 26">
              <a:extLst>
                <a:ext uri="{FF2B5EF4-FFF2-40B4-BE49-F238E27FC236}">
                  <a16:creationId xmlns:a16="http://schemas.microsoft.com/office/drawing/2014/main" id="{EBB78F13-E2EB-CC62-A6DF-4B59D1A4C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010" y="5358448"/>
              <a:ext cx="204787" cy="273050"/>
            </a:xfrm>
            <a:custGeom>
              <a:avLst/>
              <a:gdLst>
                <a:gd name="T0" fmla="*/ 62 w 79"/>
                <a:gd name="T1" fmla="*/ 84 h 105"/>
                <a:gd name="T2" fmla="*/ 79 w 79"/>
                <a:gd name="T3" fmla="*/ 87 h 105"/>
                <a:gd name="T4" fmla="*/ 40 w 79"/>
                <a:gd name="T5" fmla="*/ 105 h 105"/>
                <a:gd name="T6" fmla="*/ 50 w 79"/>
                <a:gd name="T7" fmla="*/ 93 h 105"/>
                <a:gd name="T8" fmla="*/ 16 w 79"/>
                <a:gd name="T9" fmla="*/ 19 h 105"/>
                <a:gd name="T10" fmla="*/ 0 w 79"/>
                <a:gd name="T11" fmla="*/ 19 h 105"/>
                <a:gd name="T12" fmla="*/ 40 w 79"/>
                <a:gd name="T13" fmla="*/ 0 h 105"/>
                <a:gd name="T14" fmla="*/ 29 w 79"/>
                <a:gd name="T15" fmla="*/ 12 h 105"/>
                <a:gd name="T16" fmla="*/ 62 w 79"/>
                <a:gd name="T17" fmla="*/ 8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105">
                  <a:moveTo>
                    <a:pt x="62" y="84"/>
                  </a:moveTo>
                  <a:cubicBezTo>
                    <a:pt x="68" y="89"/>
                    <a:pt x="76" y="81"/>
                    <a:pt x="79" y="87"/>
                  </a:cubicBezTo>
                  <a:cubicBezTo>
                    <a:pt x="71" y="95"/>
                    <a:pt x="52" y="104"/>
                    <a:pt x="40" y="105"/>
                  </a:cubicBezTo>
                  <a:cubicBezTo>
                    <a:pt x="40" y="98"/>
                    <a:pt x="50" y="100"/>
                    <a:pt x="50" y="93"/>
                  </a:cubicBezTo>
                  <a:cubicBezTo>
                    <a:pt x="40" y="68"/>
                    <a:pt x="28" y="43"/>
                    <a:pt x="16" y="19"/>
                  </a:cubicBezTo>
                  <a:cubicBezTo>
                    <a:pt x="10" y="17"/>
                    <a:pt x="3" y="25"/>
                    <a:pt x="0" y="19"/>
                  </a:cubicBezTo>
                  <a:cubicBezTo>
                    <a:pt x="10" y="11"/>
                    <a:pt x="28" y="0"/>
                    <a:pt x="40" y="0"/>
                  </a:cubicBezTo>
                  <a:cubicBezTo>
                    <a:pt x="38" y="6"/>
                    <a:pt x="32" y="7"/>
                    <a:pt x="29" y="12"/>
                  </a:cubicBezTo>
                  <a:cubicBezTo>
                    <a:pt x="40" y="36"/>
                    <a:pt x="52" y="60"/>
                    <a:pt x="6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0" name="Freeform 27">
              <a:extLst>
                <a:ext uri="{FF2B5EF4-FFF2-40B4-BE49-F238E27FC236}">
                  <a16:creationId xmlns:a16="http://schemas.microsoft.com/office/drawing/2014/main" id="{DB06C1E2-2BF8-422A-92C5-422B0EAAE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148" y="5423535"/>
              <a:ext cx="314325" cy="342900"/>
            </a:xfrm>
            <a:custGeom>
              <a:avLst/>
              <a:gdLst>
                <a:gd name="T0" fmla="*/ 121 w 121"/>
                <a:gd name="T1" fmla="*/ 98 h 132"/>
                <a:gd name="T2" fmla="*/ 78 w 121"/>
                <a:gd name="T3" fmla="*/ 79 h 132"/>
                <a:gd name="T4" fmla="*/ 33 w 121"/>
                <a:gd name="T5" fmla="*/ 54 h 132"/>
                <a:gd name="T6" fmla="*/ 59 w 121"/>
                <a:gd name="T7" fmla="*/ 115 h 132"/>
                <a:gd name="T8" fmla="*/ 78 w 121"/>
                <a:gd name="T9" fmla="*/ 116 h 132"/>
                <a:gd name="T10" fmla="*/ 39 w 121"/>
                <a:gd name="T11" fmla="*/ 132 h 132"/>
                <a:gd name="T12" fmla="*/ 48 w 121"/>
                <a:gd name="T13" fmla="*/ 118 h 132"/>
                <a:gd name="T14" fmla="*/ 17 w 121"/>
                <a:gd name="T15" fmla="*/ 46 h 132"/>
                <a:gd name="T16" fmla="*/ 1 w 121"/>
                <a:gd name="T17" fmla="*/ 46 h 132"/>
                <a:gd name="T18" fmla="*/ 25 w 121"/>
                <a:gd name="T19" fmla="*/ 32 h 132"/>
                <a:gd name="T20" fmla="*/ 102 w 121"/>
                <a:gd name="T21" fmla="*/ 77 h 132"/>
                <a:gd name="T22" fmla="*/ 78 w 121"/>
                <a:gd name="T23" fmla="*/ 20 h 132"/>
                <a:gd name="T24" fmla="*/ 60 w 121"/>
                <a:gd name="T25" fmla="*/ 20 h 132"/>
                <a:gd name="T26" fmla="*/ 95 w 121"/>
                <a:gd name="T27" fmla="*/ 0 h 132"/>
                <a:gd name="T28" fmla="*/ 88 w 121"/>
                <a:gd name="T29" fmla="*/ 16 h 132"/>
                <a:gd name="T30" fmla="*/ 121 w 121"/>
                <a:gd name="T31" fmla="*/ 9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1" h="132">
                  <a:moveTo>
                    <a:pt x="121" y="98"/>
                  </a:moveTo>
                  <a:cubicBezTo>
                    <a:pt x="105" y="103"/>
                    <a:pt x="92" y="87"/>
                    <a:pt x="78" y="79"/>
                  </a:cubicBezTo>
                  <a:cubicBezTo>
                    <a:pt x="62" y="70"/>
                    <a:pt x="47" y="62"/>
                    <a:pt x="33" y="54"/>
                  </a:cubicBezTo>
                  <a:cubicBezTo>
                    <a:pt x="39" y="77"/>
                    <a:pt x="48" y="96"/>
                    <a:pt x="59" y="115"/>
                  </a:cubicBezTo>
                  <a:cubicBezTo>
                    <a:pt x="65" y="116"/>
                    <a:pt x="73" y="113"/>
                    <a:pt x="78" y="116"/>
                  </a:cubicBezTo>
                  <a:cubicBezTo>
                    <a:pt x="67" y="124"/>
                    <a:pt x="50" y="132"/>
                    <a:pt x="39" y="132"/>
                  </a:cubicBezTo>
                  <a:cubicBezTo>
                    <a:pt x="39" y="126"/>
                    <a:pt x="48" y="126"/>
                    <a:pt x="48" y="118"/>
                  </a:cubicBezTo>
                  <a:cubicBezTo>
                    <a:pt x="51" y="98"/>
                    <a:pt x="23" y="63"/>
                    <a:pt x="17" y="46"/>
                  </a:cubicBezTo>
                  <a:cubicBezTo>
                    <a:pt x="11" y="44"/>
                    <a:pt x="5" y="51"/>
                    <a:pt x="1" y="46"/>
                  </a:cubicBezTo>
                  <a:cubicBezTo>
                    <a:pt x="0" y="39"/>
                    <a:pt x="18" y="37"/>
                    <a:pt x="25" y="32"/>
                  </a:cubicBezTo>
                  <a:cubicBezTo>
                    <a:pt x="51" y="45"/>
                    <a:pt x="75" y="63"/>
                    <a:pt x="102" y="77"/>
                  </a:cubicBezTo>
                  <a:cubicBezTo>
                    <a:pt x="97" y="55"/>
                    <a:pt x="87" y="37"/>
                    <a:pt x="78" y="20"/>
                  </a:cubicBezTo>
                  <a:cubicBezTo>
                    <a:pt x="70" y="17"/>
                    <a:pt x="65" y="24"/>
                    <a:pt x="60" y="20"/>
                  </a:cubicBezTo>
                  <a:cubicBezTo>
                    <a:pt x="67" y="8"/>
                    <a:pt x="86" y="8"/>
                    <a:pt x="95" y="0"/>
                  </a:cubicBezTo>
                  <a:cubicBezTo>
                    <a:pt x="104" y="7"/>
                    <a:pt x="88" y="7"/>
                    <a:pt x="88" y="16"/>
                  </a:cubicBezTo>
                  <a:cubicBezTo>
                    <a:pt x="97" y="46"/>
                    <a:pt x="110" y="72"/>
                    <a:pt x="121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174B0154-51A6-08DE-C1E0-52573FE1C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198" y="2524760"/>
              <a:ext cx="238125" cy="295275"/>
            </a:xfrm>
            <a:custGeom>
              <a:avLst/>
              <a:gdLst>
                <a:gd name="T0" fmla="*/ 74 w 92"/>
                <a:gd name="T1" fmla="*/ 19 h 114"/>
                <a:gd name="T2" fmla="*/ 71 w 92"/>
                <a:gd name="T3" fmla="*/ 114 h 114"/>
                <a:gd name="T4" fmla="*/ 65 w 92"/>
                <a:gd name="T5" fmla="*/ 100 h 114"/>
                <a:gd name="T6" fmla="*/ 3 w 92"/>
                <a:gd name="T7" fmla="*/ 79 h 114"/>
                <a:gd name="T8" fmla="*/ 69 w 92"/>
                <a:gd name="T9" fmla="*/ 83 h 114"/>
                <a:gd name="T10" fmla="*/ 51 w 92"/>
                <a:gd name="T11" fmla="*/ 66 h 114"/>
                <a:gd name="T12" fmla="*/ 2 w 92"/>
                <a:gd name="T13" fmla="*/ 52 h 114"/>
                <a:gd name="T14" fmla="*/ 69 w 92"/>
                <a:gd name="T15" fmla="*/ 54 h 114"/>
                <a:gd name="T16" fmla="*/ 2 w 92"/>
                <a:gd name="T17" fmla="*/ 24 h 114"/>
                <a:gd name="T18" fmla="*/ 62 w 92"/>
                <a:gd name="T19" fmla="*/ 23 h 114"/>
                <a:gd name="T20" fmla="*/ 74 w 92"/>
                <a:gd name="T21" fmla="*/ 1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4">
                  <a:moveTo>
                    <a:pt x="74" y="19"/>
                  </a:moveTo>
                  <a:cubicBezTo>
                    <a:pt x="88" y="36"/>
                    <a:pt x="92" y="103"/>
                    <a:pt x="71" y="114"/>
                  </a:cubicBezTo>
                  <a:cubicBezTo>
                    <a:pt x="63" y="114"/>
                    <a:pt x="64" y="107"/>
                    <a:pt x="65" y="100"/>
                  </a:cubicBezTo>
                  <a:cubicBezTo>
                    <a:pt x="51" y="86"/>
                    <a:pt x="14" y="99"/>
                    <a:pt x="3" y="79"/>
                  </a:cubicBezTo>
                  <a:cubicBezTo>
                    <a:pt x="24" y="65"/>
                    <a:pt x="49" y="83"/>
                    <a:pt x="69" y="83"/>
                  </a:cubicBezTo>
                  <a:cubicBezTo>
                    <a:pt x="73" y="69"/>
                    <a:pt x="58" y="69"/>
                    <a:pt x="51" y="66"/>
                  </a:cubicBezTo>
                  <a:cubicBezTo>
                    <a:pt x="36" y="61"/>
                    <a:pt x="14" y="62"/>
                    <a:pt x="2" y="52"/>
                  </a:cubicBezTo>
                  <a:cubicBezTo>
                    <a:pt x="14" y="31"/>
                    <a:pt x="49" y="52"/>
                    <a:pt x="69" y="54"/>
                  </a:cubicBezTo>
                  <a:cubicBezTo>
                    <a:pt x="65" y="24"/>
                    <a:pt x="22" y="36"/>
                    <a:pt x="2" y="24"/>
                  </a:cubicBezTo>
                  <a:cubicBezTo>
                    <a:pt x="0" y="0"/>
                    <a:pt x="48" y="18"/>
                    <a:pt x="62" y="23"/>
                  </a:cubicBezTo>
                  <a:cubicBezTo>
                    <a:pt x="68" y="24"/>
                    <a:pt x="70" y="13"/>
                    <a:pt x="74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F69CE534-E3E4-5AD8-B667-DE7ABE6498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0185" y="2210435"/>
              <a:ext cx="796925" cy="906463"/>
            </a:xfrm>
            <a:custGeom>
              <a:avLst/>
              <a:gdLst>
                <a:gd name="T0" fmla="*/ 220 w 307"/>
                <a:gd name="T1" fmla="*/ 268 h 349"/>
                <a:gd name="T2" fmla="*/ 111 w 307"/>
                <a:gd name="T3" fmla="*/ 268 h 349"/>
                <a:gd name="T4" fmla="*/ 220 w 307"/>
                <a:gd name="T5" fmla="*/ 268 h 349"/>
                <a:gd name="T6" fmla="*/ 173 w 307"/>
                <a:gd name="T7" fmla="*/ 123 h 349"/>
                <a:gd name="T8" fmla="*/ 194 w 307"/>
                <a:gd name="T9" fmla="*/ 123 h 349"/>
                <a:gd name="T10" fmla="*/ 162 w 307"/>
                <a:gd name="T11" fmla="*/ 45 h 349"/>
                <a:gd name="T12" fmla="*/ 137 w 307"/>
                <a:gd name="T13" fmla="*/ 123 h 349"/>
                <a:gd name="T14" fmla="*/ 156 w 307"/>
                <a:gd name="T15" fmla="*/ 123 h 349"/>
                <a:gd name="T16" fmla="*/ 168 w 307"/>
                <a:gd name="T17" fmla="*/ 105 h 349"/>
                <a:gd name="T18" fmla="*/ 173 w 307"/>
                <a:gd name="T19" fmla="*/ 123 h 349"/>
                <a:gd name="T20" fmla="*/ 253 w 307"/>
                <a:gd name="T21" fmla="*/ 300 h 349"/>
                <a:gd name="T22" fmla="*/ 286 w 307"/>
                <a:gd name="T23" fmla="*/ 257 h 349"/>
                <a:gd name="T24" fmla="*/ 45 w 307"/>
                <a:gd name="T25" fmla="*/ 259 h 349"/>
                <a:gd name="T26" fmla="*/ 79 w 307"/>
                <a:gd name="T27" fmla="*/ 300 h 349"/>
                <a:gd name="T28" fmla="*/ 109 w 307"/>
                <a:gd name="T29" fmla="*/ 294 h 349"/>
                <a:gd name="T30" fmla="*/ 83 w 307"/>
                <a:gd name="T31" fmla="*/ 264 h 349"/>
                <a:gd name="T32" fmla="*/ 178 w 307"/>
                <a:gd name="T33" fmla="*/ 244 h 349"/>
                <a:gd name="T34" fmla="*/ 248 w 307"/>
                <a:gd name="T35" fmla="*/ 266 h 349"/>
                <a:gd name="T36" fmla="*/ 222 w 307"/>
                <a:gd name="T37" fmla="*/ 291 h 349"/>
                <a:gd name="T38" fmla="*/ 253 w 307"/>
                <a:gd name="T39" fmla="*/ 300 h 349"/>
                <a:gd name="T40" fmla="*/ 274 w 307"/>
                <a:gd name="T41" fmla="*/ 75 h 349"/>
                <a:gd name="T42" fmla="*/ 302 w 307"/>
                <a:gd name="T43" fmla="*/ 133 h 349"/>
                <a:gd name="T44" fmla="*/ 264 w 307"/>
                <a:gd name="T45" fmla="*/ 85 h 349"/>
                <a:gd name="T46" fmla="*/ 187 w 307"/>
                <a:gd name="T47" fmla="*/ 47 h 349"/>
                <a:gd name="T48" fmla="*/ 210 w 307"/>
                <a:gd name="T49" fmla="*/ 121 h 349"/>
                <a:gd name="T50" fmla="*/ 175 w 307"/>
                <a:gd name="T51" fmla="*/ 139 h 349"/>
                <a:gd name="T52" fmla="*/ 173 w 307"/>
                <a:gd name="T53" fmla="*/ 173 h 349"/>
                <a:gd name="T54" fmla="*/ 225 w 307"/>
                <a:gd name="T55" fmla="*/ 175 h 349"/>
                <a:gd name="T56" fmla="*/ 173 w 307"/>
                <a:gd name="T57" fmla="*/ 188 h 349"/>
                <a:gd name="T58" fmla="*/ 166 w 307"/>
                <a:gd name="T59" fmla="*/ 219 h 349"/>
                <a:gd name="T60" fmla="*/ 305 w 307"/>
                <a:gd name="T61" fmla="*/ 250 h 349"/>
                <a:gd name="T62" fmla="*/ 256 w 307"/>
                <a:gd name="T63" fmla="*/ 318 h 349"/>
                <a:gd name="T64" fmla="*/ 192 w 307"/>
                <a:gd name="T65" fmla="*/ 338 h 349"/>
                <a:gd name="T66" fmla="*/ 232 w 307"/>
                <a:gd name="T67" fmla="*/ 312 h 349"/>
                <a:gd name="T68" fmla="*/ 183 w 307"/>
                <a:gd name="T69" fmla="*/ 304 h 349"/>
                <a:gd name="T70" fmla="*/ 181 w 307"/>
                <a:gd name="T71" fmla="*/ 343 h 349"/>
                <a:gd name="T72" fmla="*/ 132 w 307"/>
                <a:gd name="T73" fmla="*/ 334 h 349"/>
                <a:gd name="T74" fmla="*/ 168 w 307"/>
                <a:gd name="T75" fmla="*/ 330 h 349"/>
                <a:gd name="T76" fmla="*/ 166 w 307"/>
                <a:gd name="T77" fmla="*/ 304 h 349"/>
                <a:gd name="T78" fmla="*/ 100 w 307"/>
                <a:gd name="T79" fmla="*/ 311 h 349"/>
                <a:gd name="T80" fmla="*/ 123 w 307"/>
                <a:gd name="T81" fmla="*/ 334 h 349"/>
                <a:gd name="T82" fmla="*/ 25 w 307"/>
                <a:gd name="T83" fmla="*/ 252 h 349"/>
                <a:gd name="T84" fmla="*/ 161 w 307"/>
                <a:gd name="T85" fmla="*/ 221 h 349"/>
                <a:gd name="T86" fmla="*/ 157 w 307"/>
                <a:gd name="T87" fmla="*/ 191 h 349"/>
                <a:gd name="T88" fmla="*/ 104 w 307"/>
                <a:gd name="T89" fmla="*/ 182 h 349"/>
                <a:gd name="T90" fmla="*/ 156 w 307"/>
                <a:gd name="T91" fmla="*/ 173 h 349"/>
                <a:gd name="T92" fmla="*/ 157 w 307"/>
                <a:gd name="T93" fmla="*/ 140 h 349"/>
                <a:gd name="T94" fmla="*/ 104 w 307"/>
                <a:gd name="T95" fmla="*/ 132 h 349"/>
                <a:gd name="T96" fmla="*/ 121 w 307"/>
                <a:gd name="T97" fmla="*/ 123 h 349"/>
                <a:gd name="T98" fmla="*/ 144 w 307"/>
                <a:gd name="T99" fmla="*/ 51 h 349"/>
                <a:gd name="T100" fmla="*/ 34 w 307"/>
                <a:gd name="T101" fmla="*/ 143 h 349"/>
                <a:gd name="T102" fmla="*/ 95 w 307"/>
                <a:gd name="T103" fmla="*/ 140 h 349"/>
                <a:gd name="T104" fmla="*/ 28 w 307"/>
                <a:gd name="T105" fmla="*/ 173 h 349"/>
                <a:gd name="T106" fmla="*/ 95 w 307"/>
                <a:gd name="T107" fmla="*/ 171 h 349"/>
                <a:gd name="T108" fmla="*/ 28 w 307"/>
                <a:gd name="T109" fmla="*/ 204 h 349"/>
                <a:gd name="T110" fmla="*/ 91 w 307"/>
                <a:gd name="T111" fmla="*/ 201 h 349"/>
                <a:gd name="T112" fmla="*/ 33 w 307"/>
                <a:gd name="T113" fmla="*/ 221 h 349"/>
                <a:gd name="T114" fmla="*/ 28 w 307"/>
                <a:gd name="T115" fmla="*/ 239 h 349"/>
                <a:gd name="T116" fmla="*/ 12 w 307"/>
                <a:gd name="T117" fmla="*/ 213 h 349"/>
                <a:gd name="T118" fmla="*/ 150 w 307"/>
                <a:gd name="T119" fmla="*/ 29 h 349"/>
                <a:gd name="T120" fmla="*/ 177 w 307"/>
                <a:gd name="T121" fmla="*/ 29 h 349"/>
                <a:gd name="T122" fmla="*/ 274 w 307"/>
                <a:gd name="T123" fmla="*/ 75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7" h="349">
                  <a:moveTo>
                    <a:pt x="220" y="268"/>
                  </a:moveTo>
                  <a:cubicBezTo>
                    <a:pt x="190" y="258"/>
                    <a:pt x="144" y="258"/>
                    <a:pt x="111" y="268"/>
                  </a:cubicBezTo>
                  <a:cubicBezTo>
                    <a:pt x="129" y="292"/>
                    <a:pt x="201" y="292"/>
                    <a:pt x="220" y="268"/>
                  </a:cubicBezTo>
                  <a:close/>
                  <a:moveTo>
                    <a:pt x="173" y="123"/>
                  </a:moveTo>
                  <a:cubicBezTo>
                    <a:pt x="181" y="123"/>
                    <a:pt x="187" y="123"/>
                    <a:pt x="194" y="123"/>
                  </a:cubicBezTo>
                  <a:cubicBezTo>
                    <a:pt x="184" y="96"/>
                    <a:pt x="181" y="64"/>
                    <a:pt x="162" y="45"/>
                  </a:cubicBezTo>
                  <a:cubicBezTo>
                    <a:pt x="154" y="71"/>
                    <a:pt x="143" y="95"/>
                    <a:pt x="137" y="123"/>
                  </a:cubicBezTo>
                  <a:cubicBezTo>
                    <a:pt x="143" y="123"/>
                    <a:pt x="149" y="123"/>
                    <a:pt x="156" y="123"/>
                  </a:cubicBezTo>
                  <a:cubicBezTo>
                    <a:pt x="156" y="113"/>
                    <a:pt x="159" y="106"/>
                    <a:pt x="168" y="105"/>
                  </a:cubicBezTo>
                  <a:cubicBezTo>
                    <a:pt x="173" y="107"/>
                    <a:pt x="173" y="114"/>
                    <a:pt x="173" y="123"/>
                  </a:cubicBezTo>
                  <a:close/>
                  <a:moveTo>
                    <a:pt x="253" y="300"/>
                  </a:moveTo>
                  <a:cubicBezTo>
                    <a:pt x="266" y="288"/>
                    <a:pt x="278" y="276"/>
                    <a:pt x="286" y="257"/>
                  </a:cubicBezTo>
                  <a:cubicBezTo>
                    <a:pt x="219" y="230"/>
                    <a:pt x="105" y="229"/>
                    <a:pt x="45" y="259"/>
                  </a:cubicBezTo>
                  <a:cubicBezTo>
                    <a:pt x="54" y="276"/>
                    <a:pt x="67" y="287"/>
                    <a:pt x="79" y="300"/>
                  </a:cubicBezTo>
                  <a:cubicBezTo>
                    <a:pt x="90" y="299"/>
                    <a:pt x="96" y="292"/>
                    <a:pt x="109" y="294"/>
                  </a:cubicBezTo>
                  <a:cubicBezTo>
                    <a:pt x="105" y="280"/>
                    <a:pt x="85" y="281"/>
                    <a:pt x="83" y="264"/>
                  </a:cubicBezTo>
                  <a:cubicBezTo>
                    <a:pt x="100" y="247"/>
                    <a:pt x="143" y="242"/>
                    <a:pt x="178" y="244"/>
                  </a:cubicBezTo>
                  <a:cubicBezTo>
                    <a:pt x="205" y="247"/>
                    <a:pt x="238" y="249"/>
                    <a:pt x="248" y="266"/>
                  </a:cubicBezTo>
                  <a:cubicBezTo>
                    <a:pt x="244" y="280"/>
                    <a:pt x="228" y="281"/>
                    <a:pt x="222" y="291"/>
                  </a:cubicBezTo>
                  <a:cubicBezTo>
                    <a:pt x="232" y="294"/>
                    <a:pt x="243" y="297"/>
                    <a:pt x="253" y="300"/>
                  </a:cubicBezTo>
                  <a:close/>
                  <a:moveTo>
                    <a:pt x="274" y="75"/>
                  </a:moveTo>
                  <a:cubicBezTo>
                    <a:pt x="287" y="88"/>
                    <a:pt x="307" y="110"/>
                    <a:pt x="302" y="133"/>
                  </a:cubicBezTo>
                  <a:cubicBezTo>
                    <a:pt x="283" y="125"/>
                    <a:pt x="278" y="100"/>
                    <a:pt x="264" y="85"/>
                  </a:cubicBezTo>
                  <a:cubicBezTo>
                    <a:pt x="244" y="64"/>
                    <a:pt x="217" y="57"/>
                    <a:pt x="187" y="47"/>
                  </a:cubicBezTo>
                  <a:cubicBezTo>
                    <a:pt x="192" y="75"/>
                    <a:pt x="204" y="94"/>
                    <a:pt x="210" y="121"/>
                  </a:cubicBezTo>
                  <a:cubicBezTo>
                    <a:pt x="252" y="134"/>
                    <a:pt x="201" y="145"/>
                    <a:pt x="175" y="139"/>
                  </a:cubicBezTo>
                  <a:cubicBezTo>
                    <a:pt x="171" y="147"/>
                    <a:pt x="175" y="162"/>
                    <a:pt x="173" y="173"/>
                  </a:cubicBezTo>
                  <a:cubicBezTo>
                    <a:pt x="187" y="177"/>
                    <a:pt x="210" y="168"/>
                    <a:pt x="225" y="175"/>
                  </a:cubicBezTo>
                  <a:cubicBezTo>
                    <a:pt x="225" y="202"/>
                    <a:pt x="197" y="185"/>
                    <a:pt x="173" y="188"/>
                  </a:cubicBezTo>
                  <a:cubicBezTo>
                    <a:pt x="173" y="202"/>
                    <a:pt x="175" y="215"/>
                    <a:pt x="166" y="219"/>
                  </a:cubicBezTo>
                  <a:cubicBezTo>
                    <a:pt x="220" y="223"/>
                    <a:pt x="271" y="226"/>
                    <a:pt x="305" y="250"/>
                  </a:cubicBezTo>
                  <a:cubicBezTo>
                    <a:pt x="297" y="277"/>
                    <a:pt x="278" y="302"/>
                    <a:pt x="256" y="318"/>
                  </a:cubicBezTo>
                  <a:cubicBezTo>
                    <a:pt x="239" y="330"/>
                    <a:pt x="215" y="342"/>
                    <a:pt x="192" y="338"/>
                  </a:cubicBezTo>
                  <a:cubicBezTo>
                    <a:pt x="192" y="315"/>
                    <a:pt x="222" y="325"/>
                    <a:pt x="232" y="312"/>
                  </a:cubicBezTo>
                  <a:cubicBezTo>
                    <a:pt x="220" y="305"/>
                    <a:pt x="201" y="305"/>
                    <a:pt x="183" y="304"/>
                  </a:cubicBezTo>
                  <a:cubicBezTo>
                    <a:pt x="182" y="311"/>
                    <a:pt x="187" y="335"/>
                    <a:pt x="181" y="343"/>
                  </a:cubicBezTo>
                  <a:cubicBezTo>
                    <a:pt x="166" y="349"/>
                    <a:pt x="129" y="347"/>
                    <a:pt x="132" y="334"/>
                  </a:cubicBezTo>
                  <a:cubicBezTo>
                    <a:pt x="134" y="323"/>
                    <a:pt x="154" y="330"/>
                    <a:pt x="168" y="330"/>
                  </a:cubicBezTo>
                  <a:cubicBezTo>
                    <a:pt x="168" y="321"/>
                    <a:pt x="168" y="311"/>
                    <a:pt x="166" y="304"/>
                  </a:cubicBezTo>
                  <a:cubicBezTo>
                    <a:pt x="140" y="302"/>
                    <a:pt x="120" y="306"/>
                    <a:pt x="100" y="311"/>
                  </a:cubicBezTo>
                  <a:cubicBezTo>
                    <a:pt x="105" y="321"/>
                    <a:pt x="129" y="318"/>
                    <a:pt x="123" y="334"/>
                  </a:cubicBezTo>
                  <a:cubicBezTo>
                    <a:pt x="76" y="330"/>
                    <a:pt x="44" y="294"/>
                    <a:pt x="25" y="252"/>
                  </a:cubicBezTo>
                  <a:cubicBezTo>
                    <a:pt x="57" y="228"/>
                    <a:pt x="109" y="224"/>
                    <a:pt x="161" y="221"/>
                  </a:cubicBezTo>
                  <a:cubicBezTo>
                    <a:pt x="161" y="216"/>
                    <a:pt x="155" y="204"/>
                    <a:pt x="157" y="191"/>
                  </a:cubicBezTo>
                  <a:cubicBezTo>
                    <a:pt x="142" y="182"/>
                    <a:pt x="111" y="200"/>
                    <a:pt x="104" y="182"/>
                  </a:cubicBezTo>
                  <a:cubicBezTo>
                    <a:pt x="109" y="164"/>
                    <a:pt x="139" y="178"/>
                    <a:pt x="156" y="173"/>
                  </a:cubicBezTo>
                  <a:cubicBezTo>
                    <a:pt x="160" y="166"/>
                    <a:pt x="156" y="151"/>
                    <a:pt x="157" y="140"/>
                  </a:cubicBezTo>
                  <a:cubicBezTo>
                    <a:pt x="138" y="133"/>
                    <a:pt x="113" y="151"/>
                    <a:pt x="104" y="132"/>
                  </a:cubicBezTo>
                  <a:cubicBezTo>
                    <a:pt x="105" y="124"/>
                    <a:pt x="112" y="123"/>
                    <a:pt x="121" y="123"/>
                  </a:cubicBezTo>
                  <a:cubicBezTo>
                    <a:pt x="124" y="95"/>
                    <a:pt x="137" y="76"/>
                    <a:pt x="144" y="51"/>
                  </a:cubicBezTo>
                  <a:cubicBezTo>
                    <a:pt x="88" y="54"/>
                    <a:pt x="52" y="94"/>
                    <a:pt x="34" y="143"/>
                  </a:cubicBezTo>
                  <a:cubicBezTo>
                    <a:pt x="52" y="142"/>
                    <a:pt x="83" y="124"/>
                    <a:pt x="95" y="140"/>
                  </a:cubicBezTo>
                  <a:cubicBezTo>
                    <a:pt x="83" y="162"/>
                    <a:pt x="34" y="142"/>
                    <a:pt x="28" y="173"/>
                  </a:cubicBezTo>
                  <a:cubicBezTo>
                    <a:pt x="41" y="177"/>
                    <a:pt x="79" y="152"/>
                    <a:pt x="95" y="171"/>
                  </a:cubicBezTo>
                  <a:cubicBezTo>
                    <a:pt x="83" y="192"/>
                    <a:pt x="30" y="172"/>
                    <a:pt x="28" y="204"/>
                  </a:cubicBezTo>
                  <a:cubicBezTo>
                    <a:pt x="43" y="206"/>
                    <a:pt x="76" y="183"/>
                    <a:pt x="91" y="201"/>
                  </a:cubicBezTo>
                  <a:cubicBezTo>
                    <a:pt x="84" y="220"/>
                    <a:pt x="45" y="207"/>
                    <a:pt x="33" y="221"/>
                  </a:cubicBezTo>
                  <a:cubicBezTo>
                    <a:pt x="30" y="225"/>
                    <a:pt x="35" y="238"/>
                    <a:pt x="28" y="239"/>
                  </a:cubicBezTo>
                  <a:cubicBezTo>
                    <a:pt x="16" y="237"/>
                    <a:pt x="13" y="223"/>
                    <a:pt x="12" y="213"/>
                  </a:cubicBezTo>
                  <a:cubicBezTo>
                    <a:pt x="0" y="105"/>
                    <a:pt x="69" y="44"/>
                    <a:pt x="150" y="29"/>
                  </a:cubicBezTo>
                  <a:cubicBezTo>
                    <a:pt x="155" y="9"/>
                    <a:pt x="176" y="0"/>
                    <a:pt x="177" y="29"/>
                  </a:cubicBezTo>
                  <a:cubicBezTo>
                    <a:pt x="214" y="35"/>
                    <a:pt x="250" y="51"/>
                    <a:pt x="274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5F1C4576-0636-257B-45FF-96DDF954E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698" y="5542598"/>
              <a:ext cx="265112" cy="306388"/>
            </a:xfrm>
            <a:custGeom>
              <a:avLst/>
              <a:gdLst>
                <a:gd name="T0" fmla="*/ 100 w 102"/>
                <a:gd name="T1" fmla="*/ 5 h 118"/>
                <a:gd name="T2" fmla="*/ 89 w 102"/>
                <a:gd name="T3" fmla="*/ 13 h 118"/>
                <a:gd name="T4" fmla="*/ 86 w 102"/>
                <a:gd name="T5" fmla="*/ 83 h 118"/>
                <a:gd name="T6" fmla="*/ 21 w 102"/>
                <a:gd name="T7" fmla="*/ 99 h 118"/>
                <a:gd name="T8" fmla="*/ 12 w 102"/>
                <a:gd name="T9" fmla="*/ 16 h 118"/>
                <a:gd name="T10" fmla="*/ 0 w 102"/>
                <a:gd name="T11" fmla="*/ 8 h 118"/>
                <a:gd name="T12" fmla="*/ 42 w 102"/>
                <a:gd name="T13" fmla="*/ 5 h 118"/>
                <a:gd name="T14" fmla="*/ 30 w 102"/>
                <a:gd name="T15" fmla="*/ 13 h 118"/>
                <a:gd name="T16" fmla="*/ 48 w 102"/>
                <a:gd name="T17" fmla="*/ 99 h 118"/>
                <a:gd name="T18" fmla="*/ 74 w 102"/>
                <a:gd name="T19" fmla="*/ 13 h 118"/>
                <a:gd name="T20" fmla="*/ 61 w 102"/>
                <a:gd name="T21" fmla="*/ 8 h 118"/>
                <a:gd name="T22" fmla="*/ 100 w 102"/>
                <a:gd name="T23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" h="118">
                  <a:moveTo>
                    <a:pt x="100" y="5"/>
                  </a:moveTo>
                  <a:cubicBezTo>
                    <a:pt x="102" y="13"/>
                    <a:pt x="91" y="9"/>
                    <a:pt x="89" y="13"/>
                  </a:cubicBezTo>
                  <a:cubicBezTo>
                    <a:pt x="78" y="33"/>
                    <a:pt x="91" y="61"/>
                    <a:pt x="86" y="83"/>
                  </a:cubicBezTo>
                  <a:cubicBezTo>
                    <a:pt x="80" y="107"/>
                    <a:pt x="39" y="118"/>
                    <a:pt x="21" y="99"/>
                  </a:cubicBezTo>
                  <a:cubicBezTo>
                    <a:pt x="1" y="80"/>
                    <a:pt x="23" y="45"/>
                    <a:pt x="12" y="16"/>
                  </a:cubicBezTo>
                  <a:cubicBezTo>
                    <a:pt x="11" y="9"/>
                    <a:pt x="3" y="12"/>
                    <a:pt x="0" y="8"/>
                  </a:cubicBezTo>
                  <a:cubicBezTo>
                    <a:pt x="8" y="0"/>
                    <a:pt x="33" y="4"/>
                    <a:pt x="42" y="5"/>
                  </a:cubicBezTo>
                  <a:cubicBezTo>
                    <a:pt x="43" y="13"/>
                    <a:pt x="32" y="9"/>
                    <a:pt x="30" y="13"/>
                  </a:cubicBezTo>
                  <a:cubicBezTo>
                    <a:pt x="28" y="43"/>
                    <a:pt x="20" y="95"/>
                    <a:pt x="48" y="99"/>
                  </a:cubicBezTo>
                  <a:cubicBezTo>
                    <a:pt x="83" y="105"/>
                    <a:pt x="85" y="48"/>
                    <a:pt x="74" y="13"/>
                  </a:cubicBezTo>
                  <a:cubicBezTo>
                    <a:pt x="71" y="9"/>
                    <a:pt x="61" y="13"/>
                    <a:pt x="61" y="8"/>
                  </a:cubicBezTo>
                  <a:cubicBezTo>
                    <a:pt x="67" y="0"/>
                    <a:pt x="92" y="4"/>
                    <a:pt x="10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76B1A253-2401-611D-0EE7-364F22CED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685" y="4912360"/>
              <a:ext cx="98425" cy="196850"/>
            </a:xfrm>
            <a:custGeom>
              <a:avLst/>
              <a:gdLst>
                <a:gd name="T0" fmla="*/ 27 w 38"/>
                <a:gd name="T1" fmla="*/ 12 h 76"/>
                <a:gd name="T2" fmla="*/ 11 w 38"/>
                <a:gd name="T3" fmla="*/ 65 h 76"/>
                <a:gd name="T4" fmla="*/ 27 w 38"/>
                <a:gd name="T5" fmla="*/ 1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6">
                  <a:moveTo>
                    <a:pt x="27" y="12"/>
                  </a:moveTo>
                  <a:cubicBezTo>
                    <a:pt x="35" y="26"/>
                    <a:pt x="38" y="76"/>
                    <a:pt x="11" y="65"/>
                  </a:cubicBezTo>
                  <a:cubicBezTo>
                    <a:pt x="2" y="51"/>
                    <a:pt x="0" y="0"/>
                    <a:pt x="2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B7D2A7F2-BC50-DBB0-B39C-6D5F5D6A1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235" y="4909185"/>
              <a:ext cx="98425" cy="127000"/>
            </a:xfrm>
            <a:custGeom>
              <a:avLst/>
              <a:gdLst>
                <a:gd name="T0" fmla="*/ 32 w 38"/>
                <a:gd name="T1" fmla="*/ 13 h 49"/>
                <a:gd name="T2" fmla="*/ 30 w 38"/>
                <a:gd name="T3" fmla="*/ 42 h 49"/>
                <a:gd name="T4" fmla="*/ 32 w 38"/>
                <a:gd name="T5" fmla="*/ 1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49">
                  <a:moveTo>
                    <a:pt x="32" y="13"/>
                  </a:moveTo>
                  <a:cubicBezTo>
                    <a:pt x="38" y="23"/>
                    <a:pt x="38" y="34"/>
                    <a:pt x="30" y="42"/>
                  </a:cubicBezTo>
                  <a:cubicBezTo>
                    <a:pt x="0" y="49"/>
                    <a:pt x="7" y="0"/>
                    <a:pt x="32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F056DE5F-1258-3E5D-2E11-0993011CC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735" y="5240973"/>
              <a:ext cx="273050" cy="349250"/>
            </a:xfrm>
            <a:custGeom>
              <a:avLst/>
              <a:gdLst>
                <a:gd name="T0" fmla="*/ 96 w 105"/>
                <a:gd name="T1" fmla="*/ 51 h 134"/>
                <a:gd name="T2" fmla="*/ 105 w 105"/>
                <a:gd name="T3" fmla="*/ 51 h 134"/>
                <a:gd name="T4" fmla="*/ 85 w 105"/>
                <a:gd name="T5" fmla="*/ 81 h 134"/>
                <a:gd name="T6" fmla="*/ 73 w 105"/>
                <a:gd name="T7" fmla="*/ 33 h 134"/>
                <a:gd name="T8" fmla="*/ 15 w 105"/>
                <a:gd name="T9" fmla="*/ 81 h 134"/>
                <a:gd name="T10" fmla="*/ 60 w 105"/>
                <a:gd name="T11" fmla="*/ 97 h 134"/>
                <a:gd name="T12" fmla="*/ 51 w 105"/>
                <a:gd name="T13" fmla="*/ 81 h 134"/>
                <a:gd name="T14" fmla="*/ 87 w 105"/>
                <a:gd name="T15" fmla="*/ 107 h 134"/>
                <a:gd name="T16" fmla="*/ 76 w 105"/>
                <a:gd name="T17" fmla="*/ 106 h 134"/>
                <a:gd name="T18" fmla="*/ 56 w 105"/>
                <a:gd name="T19" fmla="*/ 132 h 134"/>
                <a:gd name="T20" fmla="*/ 1 w 105"/>
                <a:gd name="T21" fmla="*/ 77 h 134"/>
                <a:gd name="T22" fmla="*/ 96 w 105"/>
                <a:gd name="T23" fmla="*/ 5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5" h="134">
                  <a:moveTo>
                    <a:pt x="96" y="51"/>
                  </a:moveTo>
                  <a:cubicBezTo>
                    <a:pt x="100" y="51"/>
                    <a:pt x="101" y="47"/>
                    <a:pt x="105" y="51"/>
                  </a:cubicBezTo>
                  <a:cubicBezTo>
                    <a:pt x="104" y="59"/>
                    <a:pt x="95" y="75"/>
                    <a:pt x="85" y="81"/>
                  </a:cubicBezTo>
                  <a:cubicBezTo>
                    <a:pt x="88" y="64"/>
                    <a:pt x="89" y="39"/>
                    <a:pt x="73" y="33"/>
                  </a:cubicBezTo>
                  <a:cubicBezTo>
                    <a:pt x="51" y="23"/>
                    <a:pt x="17" y="52"/>
                    <a:pt x="15" y="81"/>
                  </a:cubicBezTo>
                  <a:cubicBezTo>
                    <a:pt x="12" y="114"/>
                    <a:pt x="51" y="134"/>
                    <a:pt x="60" y="97"/>
                  </a:cubicBezTo>
                  <a:cubicBezTo>
                    <a:pt x="60" y="88"/>
                    <a:pt x="49" y="91"/>
                    <a:pt x="51" y="81"/>
                  </a:cubicBezTo>
                  <a:cubicBezTo>
                    <a:pt x="63" y="88"/>
                    <a:pt x="78" y="95"/>
                    <a:pt x="87" y="107"/>
                  </a:cubicBezTo>
                  <a:cubicBezTo>
                    <a:pt x="83" y="113"/>
                    <a:pt x="81" y="105"/>
                    <a:pt x="76" y="106"/>
                  </a:cubicBezTo>
                  <a:cubicBezTo>
                    <a:pt x="66" y="111"/>
                    <a:pt x="62" y="123"/>
                    <a:pt x="56" y="132"/>
                  </a:cubicBezTo>
                  <a:cubicBezTo>
                    <a:pt x="27" y="124"/>
                    <a:pt x="1" y="110"/>
                    <a:pt x="1" y="77"/>
                  </a:cubicBezTo>
                  <a:cubicBezTo>
                    <a:pt x="0" y="25"/>
                    <a:pt x="73" y="0"/>
                    <a:pt x="96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FFD95E98-9BC0-DDC0-F69B-DC7437BF71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15148" y="2423160"/>
              <a:ext cx="771525" cy="731838"/>
            </a:xfrm>
            <a:custGeom>
              <a:avLst/>
              <a:gdLst>
                <a:gd name="T0" fmla="*/ 26 w 297"/>
                <a:gd name="T1" fmla="*/ 174 h 282"/>
                <a:gd name="T2" fmla="*/ 40 w 297"/>
                <a:gd name="T3" fmla="*/ 158 h 282"/>
                <a:gd name="T4" fmla="*/ 24 w 297"/>
                <a:gd name="T5" fmla="*/ 158 h 282"/>
                <a:gd name="T6" fmla="*/ 73 w 297"/>
                <a:gd name="T7" fmla="*/ 171 h 282"/>
                <a:gd name="T8" fmla="*/ 35 w 297"/>
                <a:gd name="T9" fmla="*/ 234 h 282"/>
                <a:gd name="T10" fmla="*/ 53 w 297"/>
                <a:gd name="T11" fmla="*/ 180 h 282"/>
                <a:gd name="T12" fmla="*/ 80 w 297"/>
                <a:gd name="T13" fmla="*/ 127 h 282"/>
                <a:gd name="T14" fmla="*/ 59 w 297"/>
                <a:gd name="T15" fmla="*/ 141 h 282"/>
                <a:gd name="T16" fmla="*/ 101 w 297"/>
                <a:gd name="T17" fmla="*/ 136 h 282"/>
                <a:gd name="T18" fmla="*/ 101 w 297"/>
                <a:gd name="T19" fmla="*/ 136 h 282"/>
                <a:gd name="T20" fmla="*/ 126 w 297"/>
                <a:gd name="T21" fmla="*/ 139 h 282"/>
                <a:gd name="T22" fmla="*/ 134 w 297"/>
                <a:gd name="T23" fmla="*/ 161 h 282"/>
                <a:gd name="T24" fmla="*/ 134 w 297"/>
                <a:gd name="T25" fmla="*/ 161 h 282"/>
                <a:gd name="T26" fmla="*/ 151 w 297"/>
                <a:gd name="T27" fmla="*/ 27 h 282"/>
                <a:gd name="T28" fmla="*/ 157 w 297"/>
                <a:gd name="T29" fmla="*/ 239 h 282"/>
                <a:gd name="T30" fmla="*/ 163 w 297"/>
                <a:gd name="T31" fmla="*/ 200 h 282"/>
                <a:gd name="T32" fmla="*/ 139 w 297"/>
                <a:gd name="T33" fmla="*/ 218 h 282"/>
                <a:gd name="T34" fmla="*/ 156 w 297"/>
                <a:gd name="T35" fmla="*/ 227 h 282"/>
                <a:gd name="T36" fmla="*/ 173 w 297"/>
                <a:gd name="T37" fmla="*/ 39 h 282"/>
                <a:gd name="T38" fmla="*/ 173 w 297"/>
                <a:gd name="T39" fmla="*/ 39 h 282"/>
                <a:gd name="T40" fmla="*/ 173 w 297"/>
                <a:gd name="T41" fmla="*/ 58 h 282"/>
                <a:gd name="T42" fmla="*/ 157 w 297"/>
                <a:gd name="T43" fmla="*/ 191 h 282"/>
                <a:gd name="T44" fmla="*/ 143 w 297"/>
                <a:gd name="T45" fmla="*/ 186 h 282"/>
                <a:gd name="T46" fmla="*/ 157 w 297"/>
                <a:gd name="T47" fmla="*/ 191 h 282"/>
                <a:gd name="T48" fmla="*/ 186 w 297"/>
                <a:gd name="T49" fmla="*/ 127 h 282"/>
                <a:gd name="T50" fmla="*/ 202 w 297"/>
                <a:gd name="T51" fmla="*/ 119 h 282"/>
                <a:gd name="T52" fmla="*/ 198 w 297"/>
                <a:gd name="T53" fmla="*/ 67 h 282"/>
                <a:gd name="T54" fmla="*/ 189 w 297"/>
                <a:gd name="T55" fmla="*/ 72 h 282"/>
                <a:gd name="T56" fmla="*/ 209 w 297"/>
                <a:gd name="T57" fmla="*/ 66 h 282"/>
                <a:gd name="T58" fmla="*/ 211 w 297"/>
                <a:gd name="T59" fmla="*/ 72 h 282"/>
                <a:gd name="T60" fmla="*/ 217 w 297"/>
                <a:gd name="T61" fmla="*/ 139 h 282"/>
                <a:gd name="T62" fmla="*/ 201 w 297"/>
                <a:gd name="T63" fmla="*/ 150 h 282"/>
                <a:gd name="T64" fmla="*/ 192 w 297"/>
                <a:gd name="T65" fmla="*/ 166 h 282"/>
                <a:gd name="T66" fmla="*/ 227 w 297"/>
                <a:gd name="T67" fmla="*/ 67 h 282"/>
                <a:gd name="T68" fmla="*/ 235 w 297"/>
                <a:gd name="T69" fmla="*/ 115 h 282"/>
                <a:gd name="T70" fmla="*/ 184 w 297"/>
                <a:gd name="T71" fmla="*/ 91 h 282"/>
                <a:gd name="T72" fmla="*/ 173 w 297"/>
                <a:gd name="T73" fmla="*/ 84 h 282"/>
                <a:gd name="T74" fmla="*/ 154 w 297"/>
                <a:gd name="T75" fmla="*/ 136 h 282"/>
                <a:gd name="T76" fmla="*/ 206 w 297"/>
                <a:gd name="T77" fmla="*/ 109 h 282"/>
                <a:gd name="T78" fmla="*/ 217 w 297"/>
                <a:gd name="T79" fmla="*/ 96 h 282"/>
                <a:gd name="T80" fmla="*/ 235 w 297"/>
                <a:gd name="T81" fmla="*/ 115 h 282"/>
                <a:gd name="T82" fmla="*/ 251 w 297"/>
                <a:gd name="T83" fmla="*/ 106 h 282"/>
                <a:gd name="T84" fmla="*/ 249 w 297"/>
                <a:gd name="T85" fmla="*/ 119 h 282"/>
                <a:gd name="T86" fmla="*/ 263 w 297"/>
                <a:gd name="T87" fmla="*/ 261 h 282"/>
                <a:gd name="T88" fmla="*/ 185 w 297"/>
                <a:gd name="T89" fmla="*/ 225 h 282"/>
                <a:gd name="T90" fmla="*/ 131 w 297"/>
                <a:gd name="T91" fmla="*/ 267 h 282"/>
                <a:gd name="T92" fmla="*/ 62 w 297"/>
                <a:gd name="T93" fmla="*/ 218 h 282"/>
                <a:gd name="T94" fmla="*/ 10 w 297"/>
                <a:gd name="T95" fmla="*/ 256 h 282"/>
                <a:gd name="T96" fmla="*/ 97 w 297"/>
                <a:gd name="T97" fmla="*/ 113 h 282"/>
                <a:gd name="T98" fmla="*/ 134 w 297"/>
                <a:gd name="T99" fmla="*/ 82 h 282"/>
                <a:gd name="T100" fmla="*/ 207 w 297"/>
                <a:gd name="T101" fmla="*/ 8 h 282"/>
                <a:gd name="T102" fmla="*/ 234 w 297"/>
                <a:gd name="T103" fmla="*/ 27 h 282"/>
                <a:gd name="T104" fmla="*/ 263 w 297"/>
                <a:gd name="T105" fmla="*/ 184 h 282"/>
                <a:gd name="T106" fmla="*/ 290 w 297"/>
                <a:gd name="T107" fmla="*/ 23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7" h="282">
                  <a:moveTo>
                    <a:pt x="24" y="186"/>
                  </a:moveTo>
                  <a:cubicBezTo>
                    <a:pt x="30" y="187"/>
                    <a:pt x="32" y="172"/>
                    <a:pt x="26" y="174"/>
                  </a:cubicBezTo>
                  <a:cubicBezTo>
                    <a:pt x="22" y="175"/>
                    <a:pt x="21" y="182"/>
                    <a:pt x="24" y="186"/>
                  </a:cubicBezTo>
                  <a:close/>
                  <a:moveTo>
                    <a:pt x="40" y="158"/>
                  </a:moveTo>
                  <a:cubicBezTo>
                    <a:pt x="40" y="155"/>
                    <a:pt x="37" y="152"/>
                    <a:pt x="38" y="147"/>
                  </a:cubicBezTo>
                  <a:cubicBezTo>
                    <a:pt x="30" y="147"/>
                    <a:pt x="24" y="151"/>
                    <a:pt x="24" y="158"/>
                  </a:cubicBezTo>
                  <a:cubicBezTo>
                    <a:pt x="32" y="160"/>
                    <a:pt x="31" y="160"/>
                    <a:pt x="40" y="158"/>
                  </a:cubicBezTo>
                  <a:close/>
                  <a:moveTo>
                    <a:pt x="73" y="171"/>
                  </a:moveTo>
                  <a:cubicBezTo>
                    <a:pt x="64" y="166"/>
                    <a:pt x="59" y="180"/>
                    <a:pt x="52" y="171"/>
                  </a:cubicBezTo>
                  <a:cubicBezTo>
                    <a:pt x="51" y="195"/>
                    <a:pt x="0" y="214"/>
                    <a:pt x="35" y="234"/>
                  </a:cubicBezTo>
                  <a:cubicBezTo>
                    <a:pt x="41" y="225"/>
                    <a:pt x="30" y="220"/>
                    <a:pt x="29" y="213"/>
                  </a:cubicBezTo>
                  <a:cubicBezTo>
                    <a:pt x="42" y="205"/>
                    <a:pt x="52" y="194"/>
                    <a:pt x="53" y="180"/>
                  </a:cubicBezTo>
                  <a:cubicBezTo>
                    <a:pt x="59" y="180"/>
                    <a:pt x="70" y="184"/>
                    <a:pt x="73" y="171"/>
                  </a:cubicBezTo>
                  <a:close/>
                  <a:moveTo>
                    <a:pt x="80" y="127"/>
                  </a:moveTo>
                  <a:cubicBezTo>
                    <a:pt x="70" y="120"/>
                    <a:pt x="55" y="125"/>
                    <a:pt x="52" y="136"/>
                  </a:cubicBezTo>
                  <a:cubicBezTo>
                    <a:pt x="57" y="134"/>
                    <a:pt x="54" y="142"/>
                    <a:pt x="59" y="141"/>
                  </a:cubicBezTo>
                  <a:cubicBezTo>
                    <a:pt x="66" y="137"/>
                    <a:pt x="76" y="136"/>
                    <a:pt x="80" y="127"/>
                  </a:cubicBezTo>
                  <a:close/>
                  <a:moveTo>
                    <a:pt x="101" y="136"/>
                  </a:moveTo>
                  <a:cubicBezTo>
                    <a:pt x="104" y="131"/>
                    <a:pt x="104" y="123"/>
                    <a:pt x="95" y="123"/>
                  </a:cubicBezTo>
                  <a:cubicBezTo>
                    <a:pt x="95" y="131"/>
                    <a:pt x="96" y="134"/>
                    <a:pt x="101" y="136"/>
                  </a:cubicBezTo>
                  <a:close/>
                  <a:moveTo>
                    <a:pt x="131" y="150"/>
                  </a:moveTo>
                  <a:cubicBezTo>
                    <a:pt x="131" y="144"/>
                    <a:pt x="131" y="139"/>
                    <a:pt x="126" y="139"/>
                  </a:cubicBezTo>
                  <a:cubicBezTo>
                    <a:pt x="124" y="144"/>
                    <a:pt x="124" y="151"/>
                    <a:pt x="131" y="150"/>
                  </a:cubicBezTo>
                  <a:close/>
                  <a:moveTo>
                    <a:pt x="134" y="161"/>
                  </a:moveTo>
                  <a:cubicBezTo>
                    <a:pt x="137" y="163"/>
                    <a:pt x="151" y="165"/>
                    <a:pt x="151" y="157"/>
                  </a:cubicBezTo>
                  <a:cubicBezTo>
                    <a:pt x="147" y="151"/>
                    <a:pt x="134" y="153"/>
                    <a:pt x="134" y="161"/>
                  </a:cubicBezTo>
                  <a:close/>
                  <a:moveTo>
                    <a:pt x="151" y="37"/>
                  </a:moveTo>
                  <a:cubicBezTo>
                    <a:pt x="152" y="36"/>
                    <a:pt x="158" y="25"/>
                    <a:pt x="151" y="27"/>
                  </a:cubicBezTo>
                  <a:cubicBezTo>
                    <a:pt x="148" y="28"/>
                    <a:pt x="142" y="37"/>
                    <a:pt x="151" y="37"/>
                  </a:cubicBezTo>
                  <a:close/>
                  <a:moveTo>
                    <a:pt x="157" y="239"/>
                  </a:moveTo>
                  <a:cubicBezTo>
                    <a:pt x="163" y="247"/>
                    <a:pt x="176" y="249"/>
                    <a:pt x="185" y="243"/>
                  </a:cubicBezTo>
                  <a:cubicBezTo>
                    <a:pt x="170" y="237"/>
                    <a:pt x="168" y="218"/>
                    <a:pt x="163" y="200"/>
                  </a:cubicBezTo>
                  <a:cubicBezTo>
                    <a:pt x="158" y="208"/>
                    <a:pt x="165" y="212"/>
                    <a:pt x="159" y="217"/>
                  </a:cubicBezTo>
                  <a:cubicBezTo>
                    <a:pt x="151" y="209"/>
                    <a:pt x="146" y="224"/>
                    <a:pt x="139" y="218"/>
                  </a:cubicBezTo>
                  <a:cubicBezTo>
                    <a:pt x="142" y="225"/>
                    <a:pt x="145" y="234"/>
                    <a:pt x="143" y="247"/>
                  </a:cubicBezTo>
                  <a:cubicBezTo>
                    <a:pt x="154" y="247"/>
                    <a:pt x="143" y="225"/>
                    <a:pt x="156" y="227"/>
                  </a:cubicBezTo>
                  <a:cubicBezTo>
                    <a:pt x="158" y="229"/>
                    <a:pt x="157" y="234"/>
                    <a:pt x="157" y="239"/>
                  </a:cubicBezTo>
                  <a:close/>
                  <a:moveTo>
                    <a:pt x="173" y="39"/>
                  </a:moveTo>
                  <a:cubicBezTo>
                    <a:pt x="181" y="37"/>
                    <a:pt x="187" y="25"/>
                    <a:pt x="178" y="20"/>
                  </a:cubicBezTo>
                  <a:cubicBezTo>
                    <a:pt x="176" y="28"/>
                    <a:pt x="174" y="32"/>
                    <a:pt x="173" y="39"/>
                  </a:cubicBezTo>
                  <a:close/>
                  <a:moveTo>
                    <a:pt x="202" y="28"/>
                  </a:moveTo>
                  <a:cubicBezTo>
                    <a:pt x="190" y="36"/>
                    <a:pt x="178" y="43"/>
                    <a:pt x="173" y="58"/>
                  </a:cubicBezTo>
                  <a:cubicBezTo>
                    <a:pt x="187" y="53"/>
                    <a:pt x="197" y="42"/>
                    <a:pt x="202" y="28"/>
                  </a:cubicBezTo>
                  <a:close/>
                  <a:moveTo>
                    <a:pt x="157" y="191"/>
                  </a:moveTo>
                  <a:cubicBezTo>
                    <a:pt x="168" y="186"/>
                    <a:pt x="196" y="181"/>
                    <a:pt x="189" y="170"/>
                  </a:cubicBezTo>
                  <a:cubicBezTo>
                    <a:pt x="175" y="177"/>
                    <a:pt x="163" y="182"/>
                    <a:pt x="143" y="186"/>
                  </a:cubicBezTo>
                  <a:cubicBezTo>
                    <a:pt x="143" y="193"/>
                    <a:pt x="142" y="200"/>
                    <a:pt x="145" y="204"/>
                  </a:cubicBezTo>
                  <a:cubicBezTo>
                    <a:pt x="154" y="205"/>
                    <a:pt x="153" y="195"/>
                    <a:pt x="157" y="191"/>
                  </a:cubicBezTo>
                  <a:close/>
                  <a:moveTo>
                    <a:pt x="202" y="119"/>
                  </a:moveTo>
                  <a:cubicBezTo>
                    <a:pt x="196" y="117"/>
                    <a:pt x="187" y="119"/>
                    <a:pt x="186" y="127"/>
                  </a:cubicBezTo>
                  <a:cubicBezTo>
                    <a:pt x="192" y="125"/>
                    <a:pt x="191" y="133"/>
                    <a:pt x="197" y="132"/>
                  </a:cubicBezTo>
                  <a:cubicBezTo>
                    <a:pt x="197" y="125"/>
                    <a:pt x="202" y="125"/>
                    <a:pt x="202" y="119"/>
                  </a:cubicBezTo>
                  <a:close/>
                  <a:moveTo>
                    <a:pt x="189" y="72"/>
                  </a:moveTo>
                  <a:cubicBezTo>
                    <a:pt x="194" y="72"/>
                    <a:pt x="198" y="74"/>
                    <a:pt x="198" y="67"/>
                  </a:cubicBezTo>
                  <a:cubicBezTo>
                    <a:pt x="197" y="66"/>
                    <a:pt x="195" y="66"/>
                    <a:pt x="189" y="66"/>
                  </a:cubicBezTo>
                  <a:cubicBezTo>
                    <a:pt x="189" y="69"/>
                    <a:pt x="189" y="71"/>
                    <a:pt x="189" y="72"/>
                  </a:cubicBezTo>
                  <a:close/>
                  <a:moveTo>
                    <a:pt x="211" y="72"/>
                  </a:moveTo>
                  <a:cubicBezTo>
                    <a:pt x="212" y="70"/>
                    <a:pt x="209" y="69"/>
                    <a:pt x="209" y="66"/>
                  </a:cubicBezTo>
                  <a:cubicBezTo>
                    <a:pt x="206" y="65"/>
                    <a:pt x="202" y="66"/>
                    <a:pt x="201" y="67"/>
                  </a:cubicBezTo>
                  <a:cubicBezTo>
                    <a:pt x="200" y="74"/>
                    <a:pt x="208" y="75"/>
                    <a:pt x="211" y="72"/>
                  </a:cubicBezTo>
                  <a:close/>
                  <a:moveTo>
                    <a:pt x="192" y="166"/>
                  </a:moveTo>
                  <a:cubicBezTo>
                    <a:pt x="202" y="160"/>
                    <a:pt x="219" y="160"/>
                    <a:pt x="217" y="139"/>
                  </a:cubicBezTo>
                  <a:cubicBezTo>
                    <a:pt x="208" y="139"/>
                    <a:pt x="201" y="139"/>
                    <a:pt x="196" y="137"/>
                  </a:cubicBezTo>
                  <a:cubicBezTo>
                    <a:pt x="195" y="144"/>
                    <a:pt x="200" y="144"/>
                    <a:pt x="201" y="150"/>
                  </a:cubicBezTo>
                  <a:cubicBezTo>
                    <a:pt x="195" y="156"/>
                    <a:pt x="191" y="148"/>
                    <a:pt x="185" y="148"/>
                  </a:cubicBezTo>
                  <a:cubicBezTo>
                    <a:pt x="186" y="156"/>
                    <a:pt x="195" y="155"/>
                    <a:pt x="192" y="166"/>
                  </a:cubicBezTo>
                  <a:close/>
                  <a:moveTo>
                    <a:pt x="238" y="80"/>
                  </a:moveTo>
                  <a:cubicBezTo>
                    <a:pt x="238" y="72"/>
                    <a:pt x="234" y="62"/>
                    <a:pt x="227" y="67"/>
                  </a:cubicBezTo>
                  <a:cubicBezTo>
                    <a:pt x="227" y="76"/>
                    <a:pt x="233" y="77"/>
                    <a:pt x="238" y="80"/>
                  </a:cubicBezTo>
                  <a:close/>
                  <a:moveTo>
                    <a:pt x="235" y="115"/>
                  </a:moveTo>
                  <a:cubicBezTo>
                    <a:pt x="239" y="110"/>
                    <a:pt x="240" y="104"/>
                    <a:pt x="239" y="94"/>
                  </a:cubicBezTo>
                  <a:cubicBezTo>
                    <a:pt x="228" y="79"/>
                    <a:pt x="200" y="84"/>
                    <a:pt x="184" y="91"/>
                  </a:cubicBezTo>
                  <a:cubicBezTo>
                    <a:pt x="180" y="81"/>
                    <a:pt x="167" y="69"/>
                    <a:pt x="164" y="87"/>
                  </a:cubicBezTo>
                  <a:cubicBezTo>
                    <a:pt x="169" y="87"/>
                    <a:pt x="169" y="85"/>
                    <a:pt x="173" y="84"/>
                  </a:cubicBezTo>
                  <a:cubicBezTo>
                    <a:pt x="176" y="90"/>
                    <a:pt x="180" y="96"/>
                    <a:pt x="189" y="98"/>
                  </a:cubicBezTo>
                  <a:cubicBezTo>
                    <a:pt x="180" y="106"/>
                    <a:pt x="132" y="122"/>
                    <a:pt x="154" y="136"/>
                  </a:cubicBezTo>
                  <a:cubicBezTo>
                    <a:pt x="156" y="122"/>
                    <a:pt x="167" y="115"/>
                    <a:pt x="181" y="118"/>
                  </a:cubicBezTo>
                  <a:cubicBezTo>
                    <a:pt x="187" y="109"/>
                    <a:pt x="192" y="106"/>
                    <a:pt x="206" y="109"/>
                  </a:cubicBezTo>
                  <a:cubicBezTo>
                    <a:pt x="211" y="112"/>
                    <a:pt x="208" y="123"/>
                    <a:pt x="217" y="123"/>
                  </a:cubicBezTo>
                  <a:cubicBezTo>
                    <a:pt x="220" y="113"/>
                    <a:pt x="218" y="106"/>
                    <a:pt x="217" y="96"/>
                  </a:cubicBezTo>
                  <a:cubicBezTo>
                    <a:pt x="218" y="95"/>
                    <a:pt x="219" y="94"/>
                    <a:pt x="223" y="94"/>
                  </a:cubicBezTo>
                  <a:cubicBezTo>
                    <a:pt x="230" y="99"/>
                    <a:pt x="227" y="113"/>
                    <a:pt x="235" y="115"/>
                  </a:cubicBezTo>
                  <a:close/>
                  <a:moveTo>
                    <a:pt x="249" y="119"/>
                  </a:moveTo>
                  <a:cubicBezTo>
                    <a:pt x="253" y="115"/>
                    <a:pt x="252" y="114"/>
                    <a:pt x="251" y="106"/>
                  </a:cubicBezTo>
                  <a:cubicBezTo>
                    <a:pt x="249" y="106"/>
                    <a:pt x="247" y="106"/>
                    <a:pt x="246" y="106"/>
                  </a:cubicBezTo>
                  <a:cubicBezTo>
                    <a:pt x="246" y="112"/>
                    <a:pt x="244" y="119"/>
                    <a:pt x="249" y="119"/>
                  </a:cubicBezTo>
                  <a:close/>
                  <a:moveTo>
                    <a:pt x="290" y="233"/>
                  </a:moveTo>
                  <a:cubicBezTo>
                    <a:pt x="297" y="251"/>
                    <a:pt x="272" y="261"/>
                    <a:pt x="263" y="261"/>
                  </a:cubicBezTo>
                  <a:cubicBezTo>
                    <a:pt x="235" y="262"/>
                    <a:pt x="235" y="227"/>
                    <a:pt x="219" y="217"/>
                  </a:cubicBezTo>
                  <a:cubicBezTo>
                    <a:pt x="206" y="218"/>
                    <a:pt x="190" y="215"/>
                    <a:pt x="185" y="225"/>
                  </a:cubicBezTo>
                  <a:cubicBezTo>
                    <a:pt x="187" y="239"/>
                    <a:pt x="203" y="232"/>
                    <a:pt x="206" y="243"/>
                  </a:cubicBezTo>
                  <a:cubicBezTo>
                    <a:pt x="211" y="266"/>
                    <a:pt x="157" y="273"/>
                    <a:pt x="131" y="267"/>
                  </a:cubicBezTo>
                  <a:cubicBezTo>
                    <a:pt x="113" y="262"/>
                    <a:pt x="104" y="241"/>
                    <a:pt x="98" y="224"/>
                  </a:cubicBezTo>
                  <a:cubicBezTo>
                    <a:pt x="85" y="224"/>
                    <a:pt x="75" y="213"/>
                    <a:pt x="62" y="218"/>
                  </a:cubicBezTo>
                  <a:cubicBezTo>
                    <a:pt x="60" y="232"/>
                    <a:pt x="73" y="233"/>
                    <a:pt x="74" y="247"/>
                  </a:cubicBezTo>
                  <a:cubicBezTo>
                    <a:pt x="77" y="282"/>
                    <a:pt x="35" y="266"/>
                    <a:pt x="10" y="256"/>
                  </a:cubicBezTo>
                  <a:cubicBezTo>
                    <a:pt x="24" y="218"/>
                    <a:pt x="2" y="167"/>
                    <a:pt x="20" y="137"/>
                  </a:cubicBezTo>
                  <a:cubicBezTo>
                    <a:pt x="32" y="118"/>
                    <a:pt x="64" y="108"/>
                    <a:pt x="97" y="113"/>
                  </a:cubicBezTo>
                  <a:cubicBezTo>
                    <a:pt x="107" y="114"/>
                    <a:pt x="136" y="127"/>
                    <a:pt x="145" y="110"/>
                  </a:cubicBezTo>
                  <a:cubicBezTo>
                    <a:pt x="145" y="98"/>
                    <a:pt x="139" y="90"/>
                    <a:pt x="134" y="82"/>
                  </a:cubicBezTo>
                  <a:cubicBezTo>
                    <a:pt x="137" y="63"/>
                    <a:pt x="131" y="50"/>
                    <a:pt x="135" y="36"/>
                  </a:cubicBezTo>
                  <a:cubicBezTo>
                    <a:pt x="143" y="0"/>
                    <a:pt x="173" y="3"/>
                    <a:pt x="207" y="8"/>
                  </a:cubicBezTo>
                  <a:cubicBezTo>
                    <a:pt x="213" y="6"/>
                    <a:pt x="211" y="14"/>
                    <a:pt x="211" y="18"/>
                  </a:cubicBezTo>
                  <a:cubicBezTo>
                    <a:pt x="216" y="18"/>
                    <a:pt x="228" y="22"/>
                    <a:pt x="234" y="27"/>
                  </a:cubicBezTo>
                  <a:cubicBezTo>
                    <a:pt x="224" y="61"/>
                    <a:pt x="251" y="79"/>
                    <a:pt x="269" y="96"/>
                  </a:cubicBezTo>
                  <a:cubicBezTo>
                    <a:pt x="282" y="123"/>
                    <a:pt x="285" y="167"/>
                    <a:pt x="263" y="184"/>
                  </a:cubicBezTo>
                  <a:cubicBezTo>
                    <a:pt x="262" y="204"/>
                    <a:pt x="268" y="218"/>
                    <a:pt x="275" y="229"/>
                  </a:cubicBezTo>
                  <a:cubicBezTo>
                    <a:pt x="282" y="229"/>
                    <a:pt x="289" y="228"/>
                    <a:pt x="290" y="2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64D7D37B-57C4-FDA1-A004-15E32BF59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098" y="5055235"/>
              <a:ext cx="357187" cy="352425"/>
            </a:xfrm>
            <a:custGeom>
              <a:avLst/>
              <a:gdLst>
                <a:gd name="T0" fmla="*/ 138 w 138"/>
                <a:gd name="T1" fmla="*/ 77 h 136"/>
                <a:gd name="T2" fmla="*/ 125 w 138"/>
                <a:gd name="T3" fmla="*/ 72 h 136"/>
                <a:gd name="T4" fmla="*/ 58 w 138"/>
                <a:gd name="T5" fmla="*/ 136 h 136"/>
                <a:gd name="T6" fmla="*/ 67 w 138"/>
                <a:gd name="T7" fmla="*/ 36 h 136"/>
                <a:gd name="T8" fmla="*/ 29 w 138"/>
                <a:gd name="T9" fmla="*/ 101 h 136"/>
                <a:gd name="T10" fmla="*/ 0 w 138"/>
                <a:gd name="T11" fmla="*/ 72 h 136"/>
                <a:gd name="T12" fmla="*/ 41 w 138"/>
                <a:gd name="T13" fmla="*/ 50 h 136"/>
                <a:gd name="T14" fmla="*/ 62 w 138"/>
                <a:gd name="T15" fmla="*/ 2 h 136"/>
                <a:gd name="T16" fmla="*/ 84 w 138"/>
                <a:gd name="T17" fmla="*/ 20 h 136"/>
                <a:gd name="T18" fmla="*/ 72 w 138"/>
                <a:gd name="T19" fmla="*/ 110 h 136"/>
                <a:gd name="T20" fmla="*/ 113 w 138"/>
                <a:gd name="T21" fmla="*/ 67 h 136"/>
                <a:gd name="T22" fmla="*/ 108 w 138"/>
                <a:gd name="T23" fmla="*/ 49 h 136"/>
                <a:gd name="T24" fmla="*/ 138 w 138"/>
                <a:gd name="T25" fmla="*/ 77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136">
                  <a:moveTo>
                    <a:pt x="138" y="77"/>
                  </a:moveTo>
                  <a:cubicBezTo>
                    <a:pt x="134" y="81"/>
                    <a:pt x="130" y="73"/>
                    <a:pt x="125" y="72"/>
                  </a:cubicBezTo>
                  <a:cubicBezTo>
                    <a:pt x="99" y="88"/>
                    <a:pt x="84" y="117"/>
                    <a:pt x="58" y="136"/>
                  </a:cubicBezTo>
                  <a:cubicBezTo>
                    <a:pt x="56" y="105"/>
                    <a:pt x="66" y="71"/>
                    <a:pt x="67" y="36"/>
                  </a:cubicBezTo>
                  <a:cubicBezTo>
                    <a:pt x="50" y="52"/>
                    <a:pt x="15" y="74"/>
                    <a:pt x="29" y="101"/>
                  </a:cubicBezTo>
                  <a:cubicBezTo>
                    <a:pt x="18" y="98"/>
                    <a:pt x="7" y="83"/>
                    <a:pt x="0" y="72"/>
                  </a:cubicBezTo>
                  <a:cubicBezTo>
                    <a:pt x="15" y="82"/>
                    <a:pt x="26" y="67"/>
                    <a:pt x="41" y="50"/>
                  </a:cubicBezTo>
                  <a:cubicBezTo>
                    <a:pt x="57" y="33"/>
                    <a:pt x="72" y="24"/>
                    <a:pt x="62" y="2"/>
                  </a:cubicBezTo>
                  <a:cubicBezTo>
                    <a:pt x="70" y="0"/>
                    <a:pt x="75" y="16"/>
                    <a:pt x="84" y="20"/>
                  </a:cubicBezTo>
                  <a:cubicBezTo>
                    <a:pt x="79" y="49"/>
                    <a:pt x="78" y="82"/>
                    <a:pt x="72" y="110"/>
                  </a:cubicBezTo>
                  <a:cubicBezTo>
                    <a:pt x="90" y="100"/>
                    <a:pt x="100" y="82"/>
                    <a:pt x="113" y="67"/>
                  </a:cubicBezTo>
                  <a:cubicBezTo>
                    <a:pt x="114" y="58"/>
                    <a:pt x="108" y="57"/>
                    <a:pt x="108" y="49"/>
                  </a:cubicBezTo>
                  <a:cubicBezTo>
                    <a:pt x="117" y="52"/>
                    <a:pt x="136" y="68"/>
                    <a:pt x="138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C6007C09-2AD0-472D-BDBD-1A57B1542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873" y="4920298"/>
              <a:ext cx="265112" cy="242888"/>
            </a:xfrm>
            <a:custGeom>
              <a:avLst/>
              <a:gdLst>
                <a:gd name="T0" fmla="*/ 74 w 102"/>
                <a:gd name="T1" fmla="*/ 0 h 94"/>
                <a:gd name="T2" fmla="*/ 102 w 102"/>
                <a:gd name="T3" fmla="*/ 37 h 94"/>
                <a:gd name="T4" fmla="*/ 87 w 102"/>
                <a:gd name="T5" fmla="*/ 29 h 94"/>
                <a:gd name="T6" fmla="*/ 25 w 102"/>
                <a:gd name="T7" fmla="*/ 80 h 94"/>
                <a:gd name="T8" fmla="*/ 28 w 102"/>
                <a:gd name="T9" fmla="*/ 94 h 94"/>
                <a:gd name="T10" fmla="*/ 0 w 102"/>
                <a:gd name="T11" fmla="*/ 58 h 94"/>
                <a:gd name="T12" fmla="*/ 15 w 102"/>
                <a:gd name="T13" fmla="*/ 64 h 94"/>
                <a:gd name="T14" fmla="*/ 77 w 102"/>
                <a:gd name="T15" fmla="*/ 15 h 94"/>
                <a:gd name="T16" fmla="*/ 74 w 102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94">
                  <a:moveTo>
                    <a:pt x="74" y="0"/>
                  </a:moveTo>
                  <a:cubicBezTo>
                    <a:pt x="85" y="2"/>
                    <a:pt x="99" y="25"/>
                    <a:pt x="102" y="37"/>
                  </a:cubicBezTo>
                  <a:cubicBezTo>
                    <a:pt x="94" y="35"/>
                    <a:pt x="94" y="29"/>
                    <a:pt x="87" y="29"/>
                  </a:cubicBezTo>
                  <a:cubicBezTo>
                    <a:pt x="66" y="44"/>
                    <a:pt x="44" y="61"/>
                    <a:pt x="25" y="80"/>
                  </a:cubicBezTo>
                  <a:cubicBezTo>
                    <a:pt x="25" y="86"/>
                    <a:pt x="32" y="88"/>
                    <a:pt x="28" y="94"/>
                  </a:cubicBezTo>
                  <a:cubicBezTo>
                    <a:pt x="16" y="85"/>
                    <a:pt x="9" y="72"/>
                    <a:pt x="0" y="58"/>
                  </a:cubicBezTo>
                  <a:cubicBezTo>
                    <a:pt x="6" y="53"/>
                    <a:pt x="9" y="64"/>
                    <a:pt x="15" y="64"/>
                  </a:cubicBezTo>
                  <a:cubicBezTo>
                    <a:pt x="36" y="49"/>
                    <a:pt x="59" y="34"/>
                    <a:pt x="77" y="15"/>
                  </a:cubicBezTo>
                  <a:cubicBezTo>
                    <a:pt x="79" y="7"/>
                    <a:pt x="74" y="6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216554D5-76E3-BCEC-1982-B21040AE53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710" y="4769485"/>
              <a:ext cx="320675" cy="184150"/>
            </a:xfrm>
            <a:custGeom>
              <a:avLst/>
              <a:gdLst>
                <a:gd name="T0" fmla="*/ 124 w 124"/>
                <a:gd name="T1" fmla="*/ 36 h 71"/>
                <a:gd name="T2" fmla="*/ 113 w 124"/>
                <a:gd name="T3" fmla="*/ 30 h 71"/>
                <a:gd name="T4" fmla="*/ 36 w 124"/>
                <a:gd name="T5" fmla="*/ 64 h 71"/>
                <a:gd name="T6" fmla="*/ 38 w 124"/>
                <a:gd name="T7" fmla="*/ 11 h 71"/>
                <a:gd name="T8" fmla="*/ 43 w 124"/>
                <a:gd name="T9" fmla="*/ 24 h 71"/>
                <a:gd name="T10" fmla="*/ 41 w 124"/>
                <a:gd name="T11" fmla="*/ 28 h 71"/>
                <a:gd name="T12" fmla="*/ 22 w 124"/>
                <a:gd name="T13" fmla="*/ 30 h 71"/>
                <a:gd name="T14" fmla="*/ 27 w 124"/>
                <a:gd name="T15" fmla="*/ 52 h 71"/>
                <a:gd name="T16" fmla="*/ 103 w 124"/>
                <a:gd name="T17" fmla="*/ 14 h 71"/>
                <a:gd name="T18" fmla="*/ 102 w 124"/>
                <a:gd name="T19" fmla="*/ 0 h 71"/>
                <a:gd name="T20" fmla="*/ 124 w 124"/>
                <a:gd name="T21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4" h="71">
                  <a:moveTo>
                    <a:pt x="124" y="36"/>
                  </a:moveTo>
                  <a:cubicBezTo>
                    <a:pt x="119" y="41"/>
                    <a:pt x="119" y="29"/>
                    <a:pt x="113" y="30"/>
                  </a:cubicBezTo>
                  <a:cubicBezTo>
                    <a:pt x="91" y="30"/>
                    <a:pt x="65" y="71"/>
                    <a:pt x="36" y="64"/>
                  </a:cubicBezTo>
                  <a:cubicBezTo>
                    <a:pt x="15" y="59"/>
                    <a:pt x="0" y="14"/>
                    <a:pt x="38" y="11"/>
                  </a:cubicBezTo>
                  <a:cubicBezTo>
                    <a:pt x="39" y="16"/>
                    <a:pt x="43" y="17"/>
                    <a:pt x="43" y="24"/>
                  </a:cubicBezTo>
                  <a:cubicBezTo>
                    <a:pt x="41" y="24"/>
                    <a:pt x="42" y="26"/>
                    <a:pt x="41" y="28"/>
                  </a:cubicBezTo>
                  <a:cubicBezTo>
                    <a:pt x="33" y="31"/>
                    <a:pt x="28" y="31"/>
                    <a:pt x="22" y="30"/>
                  </a:cubicBezTo>
                  <a:cubicBezTo>
                    <a:pt x="17" y="38"/>
                    <a:pt x="23" y="47"/>
                    <a:pt x="27" y="52"/>
                  </a:cubicBezTo>
                  <a:cubicBezTo>
                    <a:pt x="63" y="48"/>
                    <a:pt x="80" y="28"/>
                    <a:pt x="103" y="14"/>
                  </a:cubicBezTo>
                  <a:cubicBezTo>
                    <a:pt x="107" y="6"/>
                    <a:pt x="97" y="2"/>
                    <a:pt x="102" y="0"/>
                  </a:cubicBezTo>
                  <a:cubicBezTo>
                    <a:pt x="110" y="2"/>
                    <a:pt x="121" y="28"/>
                    <a:pt x="124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C120D236-18D4-02A2-C772-D59A6B0BE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560" y="4437698"/>
              <a:ext cx="307975" cy="287338"/>
            </a:xfrm>
            <a:custGeom>
              <a:avLst/>
              <a:gdLst>
                <a:gd name="T0" fmla="*/ 119 w 119"/>
                <a:gd name="T1" fmla="*/ 107 h 111"/>
                <a:gd name="T2" fmla="*/ 104 w 119"/>
                <a:gd name="T3" fmla="*/ 95 h 111"/>
                <a:gd name="T4" fmla="*/ 19 w 119"/>
                <a:gd name="T5" fmla="*/ 111 h 111"/>
                <a:gd name="T6" fmla="*/ 78 w 119"/>
                <a:gd name="T7" fmla="*/ 32 h 111"/>
                <a:gd name="T8" fmla="*/ 16 w 119"/>
                <a:gd name="T9" fmla="*/ 47 h 111"/>
                <a:gd name="T10" fmla="*/ 12 w 119"/>
                <a:gd name="T11" fmla="*/ 64 h 111"/>
                <a:gd name="T12" fmla="*/ 0 w 119"/>
                <a:gd name="T13" fmla="*/ 23 h 111"/>
                <a:gd name="T14" fmla="*/ 15 w 119"/>
                <a:gd name="T15" fmla="*/ 35 h 111"/>
                <a:gd name="T16" fmla="*/ 94 w 119"/>
                <a:gd name="T17" fmla="*/ 0 h 111"/>
                <a:gd name="T18" fmla="*/ 44 w 119"/>
                <a:gd name="T19" fmla="*/ 99 h 111"/>
                <a:gd name="T20" fmla="*/ 103 w 119"/>
                <a:gd name="T21" fmla="*/ 85 h 111"/>
                <a:gd name="T22" fmla="*/ 107 w 119"/>
                <a:gd name="T23" fmla="*/ 66 h 111"/>
                <a:gd name="T24" fmla="*/ 119 w 119"/>
                <a:gd name="T25" fmla="*/ 107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" h="111">
                  <a:moveTo>
                    <a:pt x="119" y="107"/>
                  </a:moveTo>
                  <a:cubicBezTo>
                    <a:pt x="108" y="109"/>
                    <a:pt x="111" y="96"/>
                    <a:pt x="104" y="95"/>
                  </a:cubicBezTo>
                  <a:cubicBezTo>
                    <a:pt x="77" y="96"/>
                    <a:pt x="45" y="110"/>
                    <a:pt x="19" y="111"/>
                  </a:cubicBezTo>
                  <a:cubicBezTo>
                    <a:pt x="33" y="80"/>
                    <a:pt x="61" y="61"/>
                    <a:pt x="78" y="32"/>
                  </a:cubicBezTo>
                  <a:cubicBezTo>
                    <a:pt x="61" y="33"/>
                    <a:pt x="34" y="39"/>
                    <a:pt x="16" y="47"/>
                  </a:cubicBezTo>
                  <a:cubicBezTo>
                    <a:pt x="14" y="51"/>
                    <a:pt x="16" y="61"/>
                    <a:pt x="12" y="64"/>
                  </a:cubicBezTo>
                  <a:cubicBezTo>
                    <a:pt x="4" y="56"/>
                    <a:pt x="5" y="37"/>
                    <a:pt x="0" y="23"/>
                  </a:cubicBezTo>
                  <a:cubicBezTo>
                    <a:pt x="11" y="21"/>
                    <a:pt x="8" y="34"/>
                    <a:pt x="15" y="35"/>
                  </a:cubicBezTo>
                  <a:cubicBezTo>
                    <a:pt x="45" y="29"/>
                    <a:pt x="88" y="33"/>
                    <a:pt x="94" y="0"/>
                  </a:cubicBezTo>
                  <a:cubicBezTo>
                    <a:pt x="118" y="42"/>
                    <a:pt x="56" y="68"/>
                    <a:pt x="44" y="99"/>
                  </a:cubicBezTo>
                  <a:cubicBezTo>
                    <a:pt x="65" y="95"/>
                    <a:pt x="85" y="91"/>
                    <a:pt x="103" y="85"/>
                  </a:cubicBezTo>
                  <a:cubicBezTo>
                    <a:pt x="105" y="80"/>
                    <a:pt x="103" y="71"/>
                    <a:pt x="107" y="66"/>
                  </a:cubicBezTo>
                  <a:cubicBezTo>
                    <a:pt x="115" y="75"/>
                    <a:pt x="114" y="95"/>
                    <a:pt x="119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8" name="Freeform 39">
              <a:extLst>
                <a:ext uri="{FF2B5EF4-FFF2-40B4-BE49-F238E27FC236}">
                  <a16:creationId xmlns:a16="http://schemas.microsoft.com/office/drawing/2014/main" id="{91236ABD-5C50-5FC5-5A89-DC0E014F36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635" y="3866198"/>
              <a:ext cx="269875" cy="282575"/>
            </a:xfrm>
            <a:custGeom>
              <a:avLst/>
              <a:gdLst>
                <a:gd name="T0" fmla="*/ 100 w 104"/>
                <a:gd name="T1" fmla="*/ 0 h 109"/>
                <a:gd name="T2" fmla="*/ 100 w 104"/>
                <a:gd name="T3" fmla="*/ 30 h 109"/>
                <a:gd name="T4" fmla="*/ 29 w 104"/>
                <a:gd name="T5" fmla="*/ 83 h 109"/>
                <a:gd name="T6" fmla="*/ 96 w 104"/>
                <a:gd name="T7" fmla="*/ 68 h 109"/>
                <a:gd name="T8" fmla="*/ 99 w 104"/>
                <a:gd name="T9" fmla="*/ 109 h 109"/>
                <a:gd name="T10" fmla="*/ 87 w 104"/>
                <a:gd name="T11" fmla="*/ 92 h 109"/>
                <a:gd name="T12" fmla="*/ 1 w 104"/>
                <a:gd name="T13" fmla="*/ 91 h 109"/>
                <a:gd name="T14" fmla="*/ 78 w 104"/>
                <a:gd name="T15" fmla="*/ 26 h 109"/>
                <a:gd name="T16" fmla="*/ 13 w 104"/>
                <a:gd name="T17" fmla="*/ 28 h 109"/>
                <a:gd name="T18" fmla="*/ 7 w 104"/>
                <a:gd name="T19" fmla="*/ 43 h 109"/>
                <a:gd name="T20" fmla="*/ 5 w 104"/>
                <a:gd name="T21" fmla="*/ 1 h 109"/>
                <a:gd name="T22" fmla="*/ 12 w 104"/>
                <a:gd name="T23" fmla="*/ 15 h 109"/>
                <a:gd name="T24" fmla="*/ 88 w 104"/>
                <a:gd name="T25" fmla="*/ 15 h 109"/>
                <a:gd name="T26" fmla="*/ 95 w 104"/>
                <a:gd name="T27" fmla="*/ 0 h 109"/>
                <a:gd name="T28" fmla="*/ 100 w 104"/>
                <a:gd name="T2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9">
                  <a:moveTo>
                    <a:pt x="100" y="0"/>
                  </a:moveTo>
                  <a:cubicBezTo>
                    <a:pt x="100" y="10"/>
                    <a:pt x="100" y="20"/>
                    <a:pt x="100" y="30"/>
                  </a:cubicBezTo>
                  <a:cubicBezTo>
                    <a:pt x="76" y="47"/>
                    <a:pt x="52" y="66"/>
                    <a:pt x="29" y="83"/>
                  </a:cubicBezTo>
                  <a:cubicBezTo>
                    <a:pt x="52" y="86"/>
                    <a:pt x="95" y="93"/>
                    <a:pt x="96" y="68"/>
                  </a:cubicBezTo>
                  <a:cubicBezTo>
                    <a:pt x="104" y="73"/>
                    <a:pt x="100" y="100"/>
                    <a:pt x="99" y="109"/>
                  </a:cubicBezTo>
                  <a:cubicBezTo>
                    <a:pt x="91" y="107"/>
                    <a:pt x="94" y="93"/>
                    <a:pt x="87" y="92"/>
                  </a:cubicBezTo>
                  <a:cubicBezTo>
                    <a:pt x="58" y="91"/>
                    <a:pt x="27" y="95"/>
                    <a:pt x="1" y="91"/>
                  </a:cubicBezTo>
                  <a:cubicBezTo>
                    <a:pt x="22" y="63"/>
                    <a:pt x="55" y="50"/>
                    <a:pt x="78" y="26"/>
                  </a:cubicBezTo>
                  <a:cubicBezTo>
                    <a:pt x="62" y="28"/>
                    <a:pt x="29" y="24"/>
                    <a:pt x="13" y="28"/>
                  </a:cubicBezTo>
                  <a:cubicBezTo>
                    <a:pt x="10" y="30"/>
                    <a:pt x="11" y="39"/>
                    <a:pt x="7" y="43"/>
                  </a:cubicBezTo>
                  <a:cubicBezTo>
                    <a:pt x="0" y="36"/>
                    <a:pt x="3" y="10"/>
                    <a:pt x="5" y="1"/>
                  </a:cubicBezTo>
                  <a:cubicBezTo>
                    <a:pt x="12" y="1"/>
                    <a:pt x="8" y="12"/>
                    <a:pt x="12" y="15"/>
                  </a:cubicBezTo>
                  <a:cubicBezTo>
                    <a:pt x="35" y="19"/>
                    <a:pt x="66" y="21"/>
                    <a:pt x="88" y="15"/>
                  </a:cubicBezTo>
                  <a:cubicBezTo>
                    <a:pt x="91" y="11"/>
                    <a:pt x="95" y="7"/>
                    <a:pt x="95" y="0"/>
                  </a:cubicBezTo>
                  <a:cubicBezTo>
                    <a:pt x="96" y="0"/>
                    <a:pt x="99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9" name="Freeform 40">
              <a:extLst>
                <a:ext uri="{FF2B5EF4-FFF2-40B4-BE49-F238E27FC236}">
                  <a16:creationId xmlns:a16="http://schemas.microsoft.com/office/drawing/2014/main" id="{F59DD760-8169-ED66-4491-0FB99772C7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78635" y="4175760"/>
              <a:ext cx="269875" cy="271463"/>
            </a:xfrm>
            <a:custGeom>
              <a:avLst/>
              <a:gdLst>
                <a:gd name="T0" fmla="*/ 46 w 104"/>
                <a:gd name="T1" fmla="*/ 58 h 105"/>
                <a:gd name="T2" fmla="*/ 79 w 104"/>
                <a:gd name="T3" fmla="*/ 40 h 105"/>
                <a:gd name="T4" fmla="*/ 43 w 104"/>
                <a:gd name="T5" fmla="*/ 33 h 105"/>
                <a:gd name="T6" fmla="*/ 46 w 104"/>
                <a:gd name="T7" fmla="*/ 58 h 105"/>
                <a:gd name="T8" fmla="*/ 104 w 104"/>
                <a:gd name="T9" fmla="*/ 41 h 105"/>
                <a:gd name="T10" fmla="*/ 62 w 104"/>
                <a:gd name="T11" fmla="*/ 67 h 105"/>
                <a:gd name="T12" fmla="*/ 19 w 104"/>
                <a:gd name="T13" fmla="*/ 89 h 105"/>
                <a:gd name="T14" fmla="*/ 11 w 104"/>
                <a:gd name="T15" fmla="*/ 105 h 105"/>
                <a:gd name="T16" fmla="*/ 8 w 104"/>
                <a:gd name="T17" fmla="*/ 62 h 105"/>
                <a:gd name="T18" fmla="*/ 16 w 104"/>
                <a:gd name="T19" fmla="*/ 74 h 105"/>
                <a:gd name="T20" fmla="*/ 40 w 104"/>
                <a:gd name="T21" fmla="*/ 63 h 105"/>
                <a:gd name="T22" fmla="*/ 38 w 104"/>
                <a:gd name="T23" fmla="*/ 31 h 105"/>
                <a:gd name="T24" fmla="*/ 13 w 104"/>
                <a:gd name="T25" fmla="*/ 24 h 105"/>
                <a:gd name="T26" fmla="*/ 8 w 104"/>
                <a:gd name="T27" fmla="*/ 38 h 105"/>
                <a:gd name="T28" fmla="*/ 1 w 104"/>
                <a:gd name="T29" fmla="*/ 1 h 105"/>
                <a:gd name="T30" fmla="*/ 12 w 104"/>
                <a:gd name="T31" fmla="*/ 14 h 105"/>
                <a:gd name="T32" fmla="*/ 104 w 104"/>
                <a:gd name="T3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4" h="105">
                  <a:moveTo>
                    <a:pt x="46" y="58"/>
                  </a:moveTo>
                  <a:cubicBezTo>
                    <a:pt x="60" y="54"/>
                    <a:pt x="69" y="48"/>
                    <a:pt x="79" y="40"/>
                  </a:cubicBezTo>
                  <a:cubicBezTo>
                    <a:pt x="67" y="39"/>
                    <a:pt x="55" y="29"/>
                    <a:pt x="43" y="33"/>
                  </a:cubicBezTo>
                  <a:cubicBezTo>
                    <a:pt x="46" y="39"/>
                    <a:pt x="45" y="50"/>
                    <a:pt x="46" y="58"/>
                  </a:cubicBezTo>
                  <a:close/>
                  <a:moveTo>
                    <a:pt x="104" y="41"/>
                  </a:moveTo>
                  <a:cubicBezTo>
                    <a:pt x="95" y="55"/>
                    <a:pt x="77" y="59"/>
                    <a:pt x="62" y="67"/>
                  </a:cubicBezTo>
                  <a:cubicBezTo>
                    <a:pt x="47" y="74"/>
                    <a:pt x="34" y="83"/>
                    <a:pt x="19" y="89"/>
                  </a:cubicBezTo>
                  <a:cubicBezTo>
                    <a:pt x="17" y="96"/>
                    <a:pt x="17" y="105"/>
                    <a:pt x="11" y="105"/>
                  </a:cubicBezTo>
                  <a:cubicBezTo>
                    <a:pt x="12" y="89"/>
                    <a:pt x="5" y="73"/>
                    <a:pt x="8" y="62"/>
                  </a:cubicBezTo>
                  <a:cubicBezTo>
                    <a:pt x="14" y="62"/>
                    <a:pt x="12" y="71"/>
                    <a:pt x="16" y="74"/>
                  </a:cubicBezTo>
                  <a:cubicBezTo>
                    <a:pt x="25" y="72"/>
                    <a:pt x="32" y="67"/>
                    <a:pt x="40" y="63"/>
                  </a:cubicBezTo>
                  <a:cubicBezTo>
                    <a:pt x="41" y="50"/>
                    <a:pt x="38" y="43"/>
                    <a:pt x="38" y="31"/>
                  </a:cubicBezTo>
                  <a:cubicBezTo>
                    <a:pt x="32" y="22"/>
                    <a:pt x="25" y="25"/>
                    <a:pt x="13" y="24"/>
                  </a:cubicBezTo>
                  <a:cubicBezTo>
                    <a:pt x="7" y="24"/>
                    <a:pt x="13" y="36"/>
                    <a:pt x="8" y="38"/>
                  </a:cubicBezTo>
                  <a:cubicBezTo>
                    <a:pt x="0" y="33"/>
                    <a:pt x="3" y="14"/>
                    <a:pt x="1" y="1"/>
                  </a:cubicBezTo>
                  <a:cubicBezTo>
                    <a:pt x="10" y="0"/>
                    <a:pt x="8" y="10"/>
                    <a:pt x="12" y="14"/>
                  </a:cubicBezTo>
                  <a:cubicBezTo>
                    <a:pt x="41" y="24"/>
                    <a:pt x="76" y="29"/>
                    <a:pt x="104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50291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18DE953D-AD97-088B-6BA1-D803B4D85AB8}"/>
              </a:ext>
            </a:extLst>
          </p:cNvPr>
          <p:cNvSpPr/>
          <p:nvPr userDrawn="1"/>
        </p:nvSpPr>
        <p:spPr>
          <a:xfrm>
            <a:off x="-1" y="479320"/>
            <a:ext cx="12192001" cy="617959"/>
          </a:xfrm>
          <a:prstGeom prst="rect">
            <a:avLst/>
          </a:prstGeom>
          <a:ln>
            <a:noFill/>
          </a:ln>
          <a:effectLst>
            <a:outerShdw blurRad="127000" dist="63500" dir="5400000" algn="t" rotWithShape="0">
              <a:schemeClr val="accent1">
                <a:lumMod val="75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76B31C-484D-1243-346E-0D8FEF10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36020" y="6538913"/>
            <a:ext cx="601472" cy="319088"/>
          </a:xfrm>
        </p:spPr>
        <p:txBody>
          <a:bodyPr/>
          <a:lstStyle>
            <a:lvl1pPr>
              <a:defRPr lang="en-US" altLang="zh-CN" sz="1600" kern="1200" dirty="0" smtClean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05389D-C31E-4256-1684-8F4385C7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2112" y="6538913"/>
            <a:ext cx="673608" cy="319088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C87181AA-4DAD-42D9-B724-3F8AD1554AD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4" name="内容占位符 13">
            <a:extLst>
              <a:ext uri="{FF2B5EF4-FFF2-40B4-BE49-F238E27FC236}">
                <a16:creationId xmlns:a16="http://schemas.microsoft.com/office/drawing/2014/main" id="{F3CCA5ED-9F0D-EC59-7F20-BFD49ABF22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0400" y="479429"/>
            <a:ext cx="5636491" cy="6179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EFA5507-70AD-BED1-AFE4-F394B888A6A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0399" y="1559770"/>
            <a:ext cx="5201921" cy="4260928"/>
          </a:xfrm>
        </p:spPr>
        <p:txBody>
          <a:bodyPr>
            <a:normAutofit/>
          </a:bodyPr>
          <a:lstStyle>
            <a:lvl1pPr marL="324000" indent="-324000">
              <a:lnSpc>
                <a:spcPct val="110000"/>
              </a:lnSpc>
              <a:spcBef>
                <a:spcPts val="1000"/>
              </a:spcBef>
              <a:defRPr sz="2400"/>
            </a:lvl1pPr>
            <a:lvl2pPr>
              <a:lnSpc>
                <a:spcPct val="110000"/>
              </a:lnSpc>
              <a:spcBef>
                <a:spcPts val="1000"/>
              </a:spcBef>
              <a:defRPr sz="2000"/>
            </a:lvl2pPr>
            <a:lvl3pPr>
              <a:lnSpc>
                <a:spcPct val="110000"/>
              </a:lnSpc>
              <a:spcBef>
                <a:spcPts val="1000"/>
              </a:spcBef>
              <a:defRPr sz="1800"/>
            </a:lvl3pPr>
            <a:lvl4pPr>
              <a:lnSpc>
                <a:spcPct val="110000"/>
              </a:lnSpc>
              <a:spcBef>
                <a:spcPts val="1000"/>
              </a:spcBef>
              <a:defRPr sz="1600"/>
            </a:lvl4pPr>
            <a:lvl5pPr>
              <a:lnSpc>
                <a:spcPct val="110000"/>
              </a:lnSpc>
              <a:spcBef>
                <a:spcPts val="1000"/>
              </a:spcBef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图片占位符 6">
            <a:extLst>
              <a:ext uri="{FF2B5EF4-FFF2-40B4-BE49-F238E27FC236}">
                <a16:creationId xmlns:a16="http://schemas.microsoft.com/office/drawing/2014/main" id="{64EC1BD4-F74C-8715-31E0-96D507DA189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1559770"/>
            <a:ext cx="5435601" cy="4261593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D3E7366-49CC-12D8-13B8-B083C3AB1BDC}"/>
              </a:ext>
            </a:extLst>
          </p:cNvPr>
          <p:cNvGrpSpPr/>
          <p:nvPr userDrawn="1"/>
        </p:nvGrpSpPr>
        <p:grpSpPr>
          <a:xfrm>
            <a:off x="11311890" y="548640"/>
            <a:ext cx="369570" cy="469720"/>
            <a:chOff x="1508760" y="1972310"/>
            <a:chExt cx="3309937" cy="4206875"/>
          </a:xfrm>
          <a:solidFill>
            <a:schemeClr val="bg1"/>
          </a:solidFill>
        </p:grpSpPr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F3FE13F9-2743-F6EB-03AC-25FB3D5930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08760" y="1972310"/>
              <a:ext cx="3309937" cy="4206875"/>
            </a:xfrm>
            <a:custGeom>
              <a:avLst/>
              <a:gdLst>
                <a:gd name="T0" fmla="*/ 1226 w 1275"/>
                <a:gd name="T1" fmla="*/ 588 h 1621"/>
                <a:gd name="T2" fmla="*/ 1228 w 1275"/>
                <a:gd name="T3" fmla="*/ 60 h 1621"/>
                <a:gd name="T4" fmla="*/ 935 w 1275"/>
                <a:gd name="T5" fmla="*/ 117 h 1621"/>
                <a:gd name="T6" fmla="*/ 644 w 1275"/>
                <a:gd name="T7" fmla="*/ 51 h 1621"/>
                <a:gd name="T8" fmla="*/ 88 w 1275"/>
                <a:gd name="T9" fmla="*/ 72 h 1621"/>
                <a:gd name="T10" fmla="*/ 59 w 1275"/>
                <a:gd name="T11" fmla="*/ 63 h 1621"/>
                <a:gd name="T12" fmla="*/ 61 w 1275"/>
                <a:gd name="T13" fmla="*/ 589 h 1621"/>
                <a:gd name="T14" fmla="*/ 96 w 1275"/>
                <a:gd name="T15" fmla="*/ 1079 h 1621"/>
                <a:gd name="T16" fmla="*/ 308 w 1275"/>
                <a:gd name="T17" fmla="*/ 1392 h 1621"/>
                <a:gd name="T18" fmla="*/ 646 w 1275"/>
                <a:gd name="T19" fmla="*/ 1572 h 1621"/>
                <a:gd name="T20" fmla="*/ 980 w 1275"/>
                <a:gd name="T21" fmla="*/ 1392 h 1621"/>
                <a:gd name="T22" fmla="*/ 1190 w 1275"/>
                <a:gd name="T23" fmla="*/ 1079 h 1621"/>
                <a:gd name="T24" fmla="*/ 1226 w 1275"/>
                <a:gd name="T25" fmla="*/ 588 h 1621"/>
                <a:gd name="T26" fmla="*/ 1267 w 1275"/>
                <a:gd name="T27" fmla="*/ 3 h 1621"/>
                <a:gd name="T28" fmla="*/ 1265 w 1275"/>
                <a:gd name="T29" fmla="*/ 566 h 1621"/>
                <a:gd name="T30" fmla="*/ 1228 w 1275"/>
                <a:gd name="T31" fmla="*/ 1092 h 1621"/>
                <a:gd name="T32" fmla="*/ 996 w 1275"/>
                <a:gd name="T33" fmla="*/ 1418 h 1621"/>
                <a:gd name="T34" fmla="*/ 643 w 1275"/>
                <a:gd name="T35" fmla="*/ 1621 h 1621"/>
                <a:gd name="T36" fmla="*/ 336 w 1275"/>
                <a:gd name="T37" fmla="*/ 1452 h 1621"/>
                <a:gd name="T38" fmla="*/ 107 w 1275"/>
                <a:gd name="T39" fmla="*/ 1203 h 1621"/>
                <a:gd name="T40" fmla="*/ 41 w 1275"/>
                <a:gd name="T41" fmla="*/ 1028 h 1621"/>
                <a:gd name="T42" fmla="*/ 17 w 1275"/>
                <a:gd name="T43" fmla="*/ 318 h 1621"/>
                <a:gd name="T44" fmla="*/ 17 w 1275"/>
                <a:gd name="T45" fmla="*/ 0 h 1621"/>
                <a:gd name="T46" fmla="*/ 331 w 1275"/>
                <a:gd name="T47" fmla="*/ 82 h 1621"/>
                <a:gd name="T48" fmla="*/ 644 w 1275"/>
                <a:gd name="T49" fmla="*/ 7 h 1621"/>
                <a:gd name="T50" fmla="*/ 962 w 1275"/>
                <a:gd name="T51" fmla="*/ 82 h 1621"/>
                <a:gd name="T52" fmla="*/ 1238 w 1275"/>
                <a:gd name="T53" fmla="*/ 17 h 1621"/>
                <a:gd name="T54" fmla="*/ 1267 w 1275"/>
                <a:gd name="T55" fmla="*/ 3 h 1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5" h="1621">
                  <a:moveTo>
                    <a:pt x="1226" y="588"/>
                  </a:moveTo>
                  <a:cubicBezTo>
                    <a:pt x="1226" y="410"/>
                    <a:pt x="1227" y="232"/>
                    <a:pt x="1228" y="60"/>
                  </a:cubicBezTo>
                  <a:cubicBezTo>
                    <a:pt x="1146" y="96"/>
                    <a:pt x="1049" y="120"/>
                    <a:pt x="935" y="117"/>
                  </a:cubicBezTo>
                  <a:cubicBezTo>
                    <a:pt x="827" y="116"/>
                    <a:pt x="720" y="94"/>
                    <a:pt x="644" y="51"/>
                  </a:cubicBezTo>
                  <a:cubicBezTo>
                    <a:pt x="511" y="134"/>
                    <a:pt x="242" y="136"/>
                    <a:pt x="88" y="72"/>
                  </a:cubicBezTo>
                  <a:cubicBezTo>
                    <a:pt x="79" y="68"/>
                    <a:pt x="68" y="60"/>
                    <a:pt x="59" y="63"/>
                  </a:cubicBezTo>
                  <a:cubicBezTo>
                    <a:pt x="57" y="236"/>
                    <a:pt x="61" y="413"/>
                    <a:pt x="61" y="589"/>
                  </a:cubicBezTo>
                  <a:cubicBezTo>
                    <a:pt x="61" y="769"/>
                    <a:pt x="50" y="941"/>
                    <a:pt x="96" y="1079"/>
                  </a:cubicBezTo>
                  <a:cubicBezTo>
                    <a:pt x="140" y="1211"/>
                    <a:pt x="213" y="1316"/>
                    <a:pt x="308" y="1392"/>
                  </a:cubicBezTo>
                  <a:cubicBezTo>
                    <a:pt x="404" y="1466"/>
                    <a:pt x="529" y="1507"/>
                    <a:pt x="646" y="1572"/>
                  </a:cubicBezTo>
                  <a:cubicBezTo>
                    <a:pt x="760" y="1505"/>
                    <a:pt x="885" y="1467"/>
                    <a:pt x="980" y="1392"/>
                  </a:cubicBezTo>
                  <a:cubicBezTo>
                    <a:pt x="1074" y="1314"/>
                    <a:pt x="1148" y="1212"/>
                    <a:pt x="1190" y="1079"/>
                  </a:cubicBezTo>
                  <a:cubicBezTo>
                    <a:pt x="1233" y="940"/>
                    <a:pt x="1226" y="768"/>
                    <a:pt x="1226" y="588"/>
                  </a:cubicBezTo>
                  <a:close/>
                  <a:moveTo>
                    <a:pt x="1267" y="3"/>
                  </a:moveTo>
                  <a:cubicBezTo>
                    <a:pt x="1275" y="189"/>
                    <a:pt x="1259" y="379"/>
                    <a:pt x="1265" y="566"/>
                  </a:cubicBezTo>
                  <a:cubicBezTo>
                    <a:pt x="1270" y="752"/>
                    <a:pt x="1275" y="946"/>
                    <a:pt x="1228" y="1092"/>
                  </a:cubicBezTo>
                  <a:cubicBezTo>
                    <a:pt x="1183" y="1231"/>
                    <a:pt x="1098" y="1340"/>
                    <a:pt x="996" y="1418"/>
                  </a:cubicBezTo>
                  <a:cubicBezTo>
                    <a:pt x="891" y="1499"/>
                    <a:pt x="760" y="1545"/>
                    <a:pt x="643" y="1621"/>
                  </a:cubicBezTo>
                  <a:cubicBezTo>
                    <a:pt x="543" y="1551"/>
                    <a:pt x="430" y="1514"/>
                    <a:pt x="336" y="1452"/>
                  </a:cubicBezTo>
                  <a:cubicBezTo>
                    <a:pt x="242" y="1390"/>
                    <a:pt x="165" y="1307"/>
                    <a:pt x="107" y="1203"/>
                  </a:cubicBezTo>
                  <a:cubicBezTo>
                    <a:pt x="78" y="1150"/>
                    <a:pt x="54" y="1092"/>
                    <a:pt x="41" y="1028"/>
                  </a:cubicBezTo>
                  <a:cubicBezTo>
                    <a:pt x="0" y="825"/>
                    <a:pt x="33" y="554"/>
                    <a:pt x="17" y="318"/>
                  </a:cubicBezTo>
                  <a:cubicBezTo>
                    <a:pt x="17" y="212"/>
                    <a:pt x="17" y="106"/>
                    <a:pt x="17" y="0"/>
                  </a:cubicBezTo>
                  <a:cubicBezTo>
                    <a:pt x="98" y="48"/>
                    <a:pt x="205" y="82"/>
                    <a:pt x="331" y="82"/>
                  </a:cubicBezTo>
                  <a:cubicBezTo>
                    <a:pt x="452" y="82"/>
                    <a:pt x="563" y="60"/>
                    <a:pt x="644" y="7"/>
                  </a:cubicBezTo>
                  <a:cubicBezTo>
                    <a:pt x="720" y="60"/>
                    <a:pt x="837" y="82"/>
                    <a:pt x="962" y="82"/>
                  </a:cubicBezTo>
                  <a:cubicBezTo>
                    <a:pt x="1067" y="82"/>
                    <a:pt x="1166" y="55"/>
                    <a:pt x="1238" y="17"/>
                  </a:cubicBezTo>
                  <a:cubicBezTo>
                    <a:pt x="1250" y="11"/>
                    <a:pt x="1260" y="2"/>
                    <a:pt x="1267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0898C793-13EB-09DA-BA8D-4CE142D1C4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7523" y="3866198"/>
              <a:ext cx="269875" cy="249238"/>
            </a:xfrm>
            <a:custGeom>
              <a:avLst/>
              <a:gdLst>
                <a:gd name="T0" fmla="*/ 98 w 104"/>
                <a:gd name="T1" fmla="*/ 26 h 96"/>
                <a:gd name="T2" fmla="*/ 98 w 104"/>
                <a:gd name="T3" fmla="*/ 73 h 96"/>
                <a:gd name="T4" fmla="*/ 93 w 104"/>
                <a:gd name="T5" fmla="*/ 58 h 96"/>
                <a:gd name="T6" fmla="*/ 15 w 104"/>
                <a:gd name="T7" fmla="*/ 82 h 96"/>
                <a:gd name="T8" fmla="*/ 6 w 104"/>
                <a:gd name="T9" fmla="*/ 96 h 96"/>
                <a:gd name="T10" fmla="*/ 5 w 104"/>
                <a:gd name="T11" fmla="*/ 53 h 96"/>
                <a:gd name="T12" fmla="*/ 10 w 104"/>
                <a:gd name="T13" fmla="*/ 66 h 96"/>
                <a:gd name="T14" fmla="*/ 51 w 104"/>
                <a:gd name="T15" fmla="*/ 47 h 96"/>
                <a:gd name="T16" fmla="*/ 15 w 104"/>
                <a:gd name="T17" fmla="*/ 22 h 96"/>
                <a:gd name="T18" fmla="*/ 6 w 104"/>
                <a:gd name="T19" fmla="*/ 35 h 96"/>
                <a:gd name="T20" fmla="*/ 5 w 104"/>
                <a:gd name="T21" fmla="*/ 0 h 96"/>
                <a:gd name="T22" fmla="*/ 10 w 104"/>
                <a:gd name="T23" fmla="*/ 0 h 96"/>
                <a:gd name="T24" fmla="*/ 92 w 104"/>
                <a:gd name="T25" fmla="*/ 40 h 96"/>
                <a:gd name="T26" fmla="*/ 98 w 104"/>
                <a:gd name="T27" fmla="*/ 2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96">
                  <a:moveTo>
                    <a:pt x="98" y="26"/>
                  </a:moveTo>
                  <a:cubicBezTo>
                    <a:pt x="104" y="35"/>
                    <a:pt x="99" y="57"/>
                    <a:pt x="98" y="73"/>
                  </a:cubicBezTo>
                  <a:cubicBezTo>
                    <a:pt x="92" y="73"/>
                    <a:pt x="97" y="62"/>
                    <a:pt x="93" y="58"/>
                  </a:cubicBezTo>
                  <a:cubicBezTo>
                    <a:pt x="56" y="49"/>
                    <a:pt x="38" y="72"/>
                    <a:pt x="15" y="82"/>
                  </a:cubicBezTo>
                  <a:cubicBezTo>
                    <a:pt x="11" y="84"/>
                    <a:pt x="10" y="92"/>
                    <a:pt x="6" y="96"/>
                  </a:cubicBezTo>
                  <a:cubicBezTo>
                    <a:pt x="0" y="90"/>
                    <a:pt x="2" y="63"/>
                    <a:pt x="5" y="53"/>
                  </a:cubicBezTo>
                  <a:cubicBezTo>
                    <a:pt x="10" y="53"/>
                    <a:pt x="9" y="62"/>
                    <a:pt x="10" y="66"/>
                  </a:cubicBezTo>
                  <a:cubicBezTo>
                    <a:pt x="26" y="62"/>
                    <a:pt x="35" y="50"/>
                    <a:pt x="51" y="47"/>
                  </a:cubicBezTo>
                  <a:cubicBezTo>
                    <a:pt x="42" y="36"/>
                    <a:pt x="28" y="29"/>
                    <a:pt x="15" y="22"/>
                  </a:cubicBezTo>
                  <a:cubicBezTo>
                    <a:pt x="6" y="20"/>
                    <a:pt x="13" y="35"/>
                    <a:pt x="6" y="35"/>
                  </a:cubicBezTo>
                  <a:cubicBezTo>
                    <a:pt x="0" y="30"/>
                    <a:pt x="7" y="11"/>
                    <a:pt x="5" y="0"/>
                  </a:cubicBezTo>
                  <a:cubicBezTo>
                    <a:pt x="6" y="0"/>
                    <a:pt x="9" y="0"/>
                    <a:pt x="10" y="0"/>
                  </a:cubicBezTo>
                  <a:cubicBezTo>
                    <a:pt x="24" y="25"/>
                    <a:pt x="53" y="47"/>
                    <a:pt x="92" y="40"/>
                  </a:cubicBezTo>
                  <a:cubicBezTo>
                    <a:pt x="97" y="39"/>
                    <a:pt x="93" y="28"/>
                    <a:pt x="98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1DFBF248-E6AC-B639-7EB9-02C1BBAB3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348" y="4140835"/>
              <a:ext cx="265112" cy="244475"/>
            </a:xfrm>
            <a:custGeom>
              <a:avLst/>
              <a:gdLst>
                <a:gd name="T0" fmla="*/ 98 w 102"/>
                <a:gd name="T1" fmla="*/ 27 h 94"/>
                <a:gd name="T2" fmla="*/ 98 w 102"/>
                <a:gd name="T3" fmla="*/ 72 h 94"/>
                <a:gd name="T4" fmla="*/ 93 w 102"/>
                <a:gd name="T5" fmla="*/ 58 h 94"/>
                <a:gd name="T6" fmla="*/ 10 w 102"/>
                <a:gd name="T7" fmla="*/ 53 h 94"/>
                <a:gd name="T8" fmla="*/ 28 w 102"/>
                <a:gd name="T9" fmla="*/ 89 h 94"/>
                <a:gd name="T10" fmla="*/ 0 w 102"/>
                <a:gd name="T11" fmla="*/ 89 h 94"/>
                <a:gd name="T12" fmla="*/ 3 w 102"/>
                <a:gd name="T13" fmla="*/ 3 h 94"/>
                <a:gd name="T14" fmla="*/ 30 w 102"/>
                <a:gd name="T15" fmla="*/ 5 h 94"/>
                <a:gd name="T16" fmla="*/ 10 w 102"/>
                <a:gd name="T17" fmla="*/ 37 h 94"/>
                <a:gd name="T18" fmla="*/ 89 w 102"/>
                <a:gd name="T19" fmla="*/ 40 h 94"/>
                <a:gd name="T20" fmla="*/ 98 w 102"/>
                <a:gd name="T21" fmla="*/ 2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94">
                  <a:moveTo>
                    <a:pt x="98" y="27"/>
                  </a:moveTo>
                  <a:cubicBezTo>
                    <a:pt x="102" y="33"/>
                    <a:pt x="99" y="61"/>
                    <a:pt x="98" y="72"/>
                  </a:cubicBezTo>
                  <a:cubicBezTo>
                    <a:pt x="91" y="72"/>
                    <a:pt x="93" y="65"/>
                    <a:pt x="93" y="58"/>
                  </a:cubicBezTo>
                  <a:cubicBezTo>
                    <a:pt x="67" y="53"/>
                    <a:pt x="35" y="57"/>
                    <a:pt x="10" y="53"/>
                  </a:cubicBezTo>
                  <a:cubicBezTo>
                    <a:pt x="0" y="73"/>
                    <a:pt x="21" y="78"/>
                    <a:pt x="28" y="89"/>
                  </a:cubicBezTo>
                  <a:cubicBezTo>
                    <a:pt x="21" y="94"/>
                    <a:pt x="10" y="89"/>
                    <a:pt x="0" y="89"/>
                  </a:cubicBezTo>
                  <a:cubicBezTo>
                    <a:pt x="2" y="61"/>
                    <a:pt x="2" y="32"/>
                    <a:pt x="3" y="3"/>
                  </a:cubicBezTo>
                  <a:cubicBezTo>
                    <a:pt x="12" y="4"/>
                    <a:pt x="24" y="0"/>
                    <a:pt x="30" y="5"/>
                  </a:cubicBezTo>
                  <a:cubicBezTo>
                    <a:pt x="23" y="15"/>
                    <a:pt x="3" y="14"/>
                    <a:pt x="10" y="37"/>
                  </a:cubicBezTo>
                  <a:cubicBezTo>
                    <a:pt x="35" y="40"/>
                    <a:pt x="57" y="40"/>
                    <a:pt x="89" y="40"/>
                  </a:cubicBezTo>
                  <a:cubicBezTo>
                    <a:pt x="95" y="39"/>
                    <a:pt x="91" y="28"/>
                    <a:pt x="98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9C8041CB-8E24-0144-8897-CF9261D46A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2223" y="2431098"/>
              <a:ext cx="765175" cy="695325"/>
            </a:xfrm>
            <a:custGeom>
              <a:avLst/>
              <a:gdLst>
                <a:gd name="T0" fmla="*/ 47 w 295"/>
                <a:gd name="T1" fmla="*/ 102 h 268"/>
                <a:gd name="T2" fmla="*/ 56 w 295"/>
                <a:gd name="T3" fmla="*/ 77 h 268"/>
                <a:gd name="T4" fmla="*/ 56 w 295"/>
                <a:gd name="T5" fmla="*/ 77 h 268"/>
                <a:gd name="T6" fmla="*/ 92 w 295"/>
                <a:gd name="T7" fmla="*/ 116 h 268"/>
                <a:gd name="T8" fmla="*/ 107 w 295"/>
                <a:gd name="T9" fmla="*/ 124 h 268"/>
                <a:gd name="T10" fmla="*/ 83 w 295"/>
                <a:gd name="T11" fmla="*/ 69 h 268"/>
                <a:gd name="T12" fmla="*/ 119 w 295"/>
                <a:gd name="T13" fmla="*/ 55 h 268"/>
                <a:gd name="T14" fmla="*/ 119 w 295"/>
                <a:gd name="T15" fmla="*/ 55 h 268"/>
                <a:gd name="T16" fmla="*/ 114 w 295"/>
                <a:gd name="T17" fmla="*/ 16 h 268"/>
                <a:gd name="T18" fmla="*/ 143 w 295"/>
                <a:gd name="T19" fmla="*/ 133 h 268"/>
                <a:gd name="T20" fmla="*/ 130 w 295"/>
                <a:gd name="T21" fmla="*/ 84 h 268"/>
                <a:gd name="T22" fmla="*/ 107 w 295"/>
                <a:gd name="T23" fmla="*/ 88 h 268"/>
                <a:gd name="T24" fmla="*/ 60 w 295"/>
                <a:gd name="T25" fmla="*/ 111 h 268"/>
                <a:gd name="T26" fmla="*/ 77 w 295"/>
                <a:gd name="T27" fmla="*/ 97 h 268"/>
                <a:gd name="T28" fmla="*/ 88 w 295"/>
                <a:gd name="T29" fmla="*/ 106 h 268"/>
                <a:gd name="T30" fmla="*/ 143 w 295"/>
                <a:gd name="T31" fmla="*/ 133 h 268"/>
                <a:gd name="T32" fmla="*/ 146 w 295"/>
                <a:gd name="T33" fmla="*/ 25 h 268"/>
                <a:gd name="T34" fmla="*/ 147 w 295"/>
                <a:gd name="T35" fmla="*/ 34 h 268"/>
                <a:gd name="T36" fmla="*/ 151 w 295"/>
                <a:gd name="T37" fmla="*/ 183 h 268"/>
                <a:gd name="T38" fmla="*/ 109 w 295"/>
                <a:gd name="T39" fmla="*/ 147 h 268"/>
                <a:gd name="T40" fmla="*/ 97 w 295"/>
                <a:gd name="T41" fmla="*/ 133 h 268"/>
                <a:gd name="T42" fmla="*/ 97 w 295"/>
                <a:gd name="T43" fmla="*/ 158 h 268"/>
                <a:gd name="T44" fmla="*/ 148 w 295"/>
                <a:gd name="T45" fmla="*/ 201 h 268"/>
                <a:gd name="T46" fmla="*/ 134 w 295"/>
                <a:gd name="T47" fmla="*/ 214 h 268"/>
                <a:gd name="T48" fmla="*/ 109 w 295"/>
                <a:gd name="T49" fmla="*/ 240 h 268"/>
                <a:gd name="T50" fmla="*/ 140 w 295"/>
                <a:gd name="T51" fmla="*/ 224 h 268"/>
                <a:gd name="T52" fmla="*/ 158 w 295"/>
                <a:gd name="T53" fmla="*/ 215 h 268"/>
                <a:gd name="T54" fmla="*/ 146 w 295"/>
                <a:gd name="T55" fmla="*/ 153 h 268"/>
                <a:gd name="T56" fmla="*/ 159 w 295"/>
                <a:gd name="T57" fmla="*/ 159 h 268"/>
                <a:gd name="T58" fmla="*/ 164 w 295"/>
                <a:gd name="T59" fmla="*/ 136 h 268"/>
                <a:gd name="T60" fmla="*/ 200 w 295"/>
                <a:gd name="T61" fmla="*/ 129 h 268"/>
                <a:gd name="T62" fmla="*/ 193 w 295"/>
                <a:gd name="T63" fmla="*/ 120 h 268"/>
                <a:gd name="T64" fmla="*/ 200 w 295"/>
                <a:gd name="T65" fmla="*/ 129 h 268"/>
                <a:gd name="T66" fmla="*/ 242 w 295"/>
                <a:gd name="T67" fmla="*/ 133 h 268"/>
                <a:gd name="T68" fmla="*/ 263 w 295"/>
                <a:gd name="T69" fmla="*/ 206 h 268"/>
                <a:gd name="T70" fmla="*/ 244 w 295"/>
                <a:gd name="T71" fmla="*/ 168 h 268"/>
                <a:gd name="T72" fmla="*/ 241 w 295"/>
                <a:gd name="T73" fmla="*/ 177 h 268"/>
                <a:gd name="T74" fmla="*/ 270 w 295"/>
                <a:gd name="T75" fmla="*/ 155 h 268"/>
                <a:gd name="T76" fmla="*/ 255 w 295"/>
                <a:gd name="T77" fmla="*/ 155 h 268"/>
                <a:gd name="T78" fmla="*/ 270 w 295"/>
                <a:gd name="T79" fmla="*/ 183 h 268"/>
                <a:gd name="T80" fmla="*/ 270 w 295"/>
                <a:gd name="T81" fmla="*/ 183 h 268"/>
                <a:gd name="T82" fmla="*/ 283 w 295"/>
                <a:gd name="T83" fmla="*/ 252 h 268"/>
                <a:gd name="T84" fmla="*/ 231 w 295"/>
                <a:gd name="T85" fmla="*/ 217 h 268"/>
                <a:gd name="T86" fmla="*/ 160 w 295"/>
                <a:gd name="T87" fmla="*/ 264 h 268"/>
                <a:gd name="T88" fmla="*/ 107 w 295"/>
                <a:gd name="T89" fmla="*/ 224 h 268"/>
                <a:gd name="T90" fmla="*/ 30 w 295"/>
                <a:gd name="T91" fmla="*/ 258 h 268"/>
                <a:gd name="T92" fmla="*/ 19 w 295"/>
                <a:gd name="T93" fmla="*/ 224 h 268"/>
                <a:gd name="T94" fmla="*/ 64 w 295"/>
                <a:gd name="T95" fmla="*/ 48 h 268"/>
                <a:gd name="T96" fmla="*/ 85 w 295"/>
                <a:gd name="T97" fmla="*/ 5 h 268"/>
                <a:gd name="T98" fmla="*/ 160 w 295"/>
                <a:gd name="T99" fmla="*/ 76 h 268"/>
                <a:gd name="T100" fmla="*/ 208 w 295"/>
                <a:gd name="T101" fmla="*/ 107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95" h="268">
                  <a:moveTo>
                    <a:pt x="42" y="115"/>
                  </a:moveTo>
                  <a:cubicBezTo>
                    <a:pt x="49" y="117"/>
                    <a:pt x="50" y="105"/>
                    <a:pt x="47" y="102"/>
                  </a:cubicBezTo>
                  <a:cubicBezTo>
                    <a:pt x="44" y="106"/>
                    <a:pt x="41" y="109"/>
                    <a:pt x="42" y="115"/>
                  </a:cubicBezTo>
                  <a:close/>
                  <a:moveTo>
                    <a:pt x="56" y="77"/>
                  </a:moveTo>
                  <a:cubicBezTo>
                    <a:pt x="63" y="76"/>
                    <a:pt x="68" y="73"/>
                    <a:pt x="68" y="64"/>
                  </a:cubicBezTo>
                  <a:cubicBezTo>
                    <a:pt x="61" y="60"/>
                    <a:pt x="55" y="68"/>
                    <a:pt x="56" y="77"/>
                  </a:cubicBezTo>
                  <a:close/>
                  <a:moveTo>
                    <a:pt x="107" y="124"/>
                  </a:moveTo>
                  <a:cubicBezTo>
                    <a:pt x="107" y="116"/>
                    <a:pt x="98" y="112"/>
                    <a:pt x="92" y="116"/>
                  </a:cubicBezTo>
                  <a:cubicBezTo>
                    <a:pt x="91" y="122"/>
                    <a:pt x="97" y="124"/>
                    <a:pt x="97" y="129"/>
                  </a:cubicBezTo>
                  <a:cubicBezTo>
                    <a:pt x="102" y="129"/>
                    <a:pt x="103" y="125"/>
                    <a:pt x="107" y="124"/>
                  </a:cubicBezTo>
                  <a:close/>
                  <a:moveTo>
                    <a:pt x="105" y="69"/>
                  </a:moveTo>
                  <a:cubicBezTo>
                    <a:pt x="107" y="59"/>
                    <a:pt x="83" y="59"/>
                    <a:pt x="83" y="69"/>
                  </a:cubicBezTo>
                  <a:cubicBezTo>
                    <a:pt x="90" y="72"/>
                    <a:pt x="97" y="67"/>
                    <a:pt x="105" y="69"/>
                  </a:cubicBezTo>
                  <a:close/>
                  <a:moveTo>
                    <a:pt x="119" y="55"/>
                  </a:moveTo>
                  <a:cubicBezTo>
                    <a:pt x="116" y="38"/>
                    <a:pt x="103" y="31"/>
                    <a:pt x="90" y="25"/>
                  </a:cubicBezTo>
                  <a:cubicBezTo>
                    <a:pt x="96" y="39"/>
                    <a:pt x="108" y="48"/>
                    <a:pt x="119" y="55"/>
                  </a:cubicBezTo>
                  <a:close/>
                  <a:moveTo>
                    <a:pt x="123" y="38"/>
                  </a:moveTo>
                  <a:cubicBezTo>
                    <a:pt x="118" y="33"/>
                    <a:pt x="120" y="20"/>
                    <a:pt x="114" y="16"/>
                  </a:cubicBezTo>
                  <a:cubicBezTo>
                    <a:pt x="109" y="25"/>
                    <a:pt x="115" y="36"/>
                    <a:pt x="123" y="38"/>
                  </a:cubicBezTo>
                  <a:close/>
                  <a:moveTo>
                    <a:pt x="143" y="133"/>
                  </a:moveTo>
                  <a:cubicBezTo>
                    <a:pt x="157" y="112"/>
                    <a:pt x="114" y="109"/>
                    <a:pt x="105" y="93"/>
                  </a:cubicBezTo>
                  <a:cubicBezTo>
                    <a:pt x="120" y="96"/>
                    <a:pt x="116" y="74"/>
                    <a:pt x="130" y="84"/>
                  </a:cubicBezTo>
                  <a:cubicBezTo>
                    <a:pt x="129" y="78"/>
                    <a:pt x="125" y="74"/>
                    <a:pt x="121" y="72"/>
                  </a:cubicBezTo>
                  <a:cubicBezTo>
                    <a:pt x="116" y="78"/>
                    <a:pt x="115" y="86"/>
                    <a:pt x="107" y="88"/>
                  </a:cubicBezTo>
                  <a:cubicBezTo>
                    <a:pt x="92" y="79"/>
                    <a:pt x="65" y="77"/>
                    <a:pt x="55" y="91"/>
                  </a:cubicBezTo>
                  <a:cubicBezTo>
                    <a:pt x="56" y="98"/>
                    <a:pt x="53" y="111"/>
                    <a:pt x="60" y="111"/>
                  </a:cubicBezTo>
                  <a:cubicBezTo>
                    <a:pt x="66" y="106"/>
                    <a:pt x="64" y="93"/>
                    <a:pt x="72" y="91"/>
                  </a:cubicBezTo>
                  <a:cubicBezTo>
                    <a:pt x="75" y="92"/>
                    <a:pt x="77" y="95"/>
                    <a:pt x="77" y="97"/>
                  </a:cubicBezTo>
                  <a:cubicBezTo>
                    <a:pt x="74" y="103"/>
                    <a:pt x="75" y="112"/>
                    <a:pt x="77" y="120"/>
                  </a:cubicBezTo>
                  <a:cubicBezTo>
                    <a:pt x="86" y="120"/>
                    <a:pt x="82" y="109"/>
                    <a:pt x="88" y="106"/>
                  </a:cubicBezTo>
                  <a:cubicBezTo>
                    <a:pt x="107" y="98"/>
                    <a:pt x="108" y="120"/>
                    <a:pt x="125" y="112"/>
                  </a:cubicBezTo>
                  <a:cubicBezTo>
                    <a:pt x="132" y="119"/>
                    <a:pt x="137" y="126"/>
                    <a:pt x="143" y="133"/>
                  </a:cubicBezTo>
                  <a:close/>
                  <a:moveTo>
                    <a:pt x="147" y="34"/>
                  </a:moveTo>
                  <a:cubicBezTo>
                    <a:pt x="148" y="30"/>
                    <a:pt x="147" y="28"/>
                    <a:pt x="146" y="25"/>
                  </a:cubicBezTo>
                  <a:cubicBezTo>
                    <a:pt x="143" y="25"/>
                    <a:pt x="142" y="25"/>
                    <a:pt x="140" y="25"/>
                  </a:cubicBezTo>
                  <a:cubicBezTo>
                    <a:pt x="141" y="29"/>
                    <a:pt x="142" y="34"/>
                    <a:pt x="147" y="34"/>
                  </a:cubicBezTo>
                  <a:close/>
                  <a:moveTo>
                    <a:pt x="148" y="201"/>
                  </a:moveTo>
                  <a:cubicBezTo>
                    <a:pt x="152" y="195"/>
                    <a:pt x="151" y="191"/>
                    <a:pt x="151" y="183"/>
                  </a:cubicBezTo>
                  <a:cubicBezTo>
                    <a:pt x="132" y="176"/>
                    <a:pt x="103" y="179"/>
                    <a:pt x="102" y="154"/>
                  </a:cubicBezTo>
                  <a:cubicBezTo>
                    <a:pt x="101" y="149"/>
                    <a:pt x="110" y="154"/>
                    <a:pt x="109" y="147"/>
                  </a:cubicBezTo>
                  <a:cubicBezTo>
                    <a:pt x="104" y="143"/>
                    <a:pt x="99" y="154"/>
                    <a:pt x="93" y="149"/>
                  </a:cubicBezTo>
                  <a:cubicBezTo>
                    <a:pt x="93" y="143"/>
                    <a:pt x="102" y="138"/>
                    <a:pt x="97" y="133"/>
                  </a:cubicBezTo>
                  <a:cubicBezTo>
                    <a:pt x="96" y="139"/>
                    <a:pt x="85" y="135"/>
                    <a:pt x="77" y="136"/>
                  </a:cubicBezTo>
                  <a:cubicBezTo>
                    <a:pt x="77" y="150"/>
                    <a:pt x="82" y="159"/>
                    <a:pt x="97" y="158"/>
                  </a:cubicBezTo>
                  <a:cubicBezTo>
                    <a:pt x="101" y="167"/>
                    <a:pt x="105" y="176"/>
                    <a:pt x="114" y="181"/>
                  </a:cubicBezTo>
                  <a:cubicBezTo>
                    <a:pt x="129" y="177"/>
                    <a:pt x="136" y="196"/>
                    <a:pt x="148" y="201"/>
                  </a:cubicBezTo>
                  <a:close/>
                  <a:moveTo>
                    <a:pt x="158" y="215"/>
                  </a:moveTo>
                  <a:cubicBezTo>
                    <a:pt x="148" y="221"/>
                    <a:pt x="143" y="207"/>
                    <a:pt x="134" y="214"/>
                  </a:cubicBezTo>
                  <a:cubicBezTo>
                    <a:pt x="129" y="211"/>
                    <a:pt x="136" y="198"/>
                    <a:pt x="127" y="198"/>
                  </a:cubicBezTo>
                  <a:cubicBezTo>
                    <a:pt x="130" y="219"/>
                    <a:pt x="121" y="231"/>
                    <a:pt x="109" y="240"/>
                  </a:cubicBezTo>
                  <a:cubicBezTo>
                    <a:pt x="119" y="244"/>
                    <a:pt x="125" y="244"/>
                    <a:pt x="135" y="240"/>
                  </a:cubicBezTo>
                  <a:cubicBezTo>
                    <a:pt x="138" y="236"/>
                    <a:pt x="135" y="225"/>
                    <a:pt x="140" y="224"/>
                  </a:cubicBezTo>
                  <a:cubicBezTo>
                    <a:pt x="151" y="224"/>
                    <a:pt x="140" y="245"/>
                    <a:pt x="151" y="244"/>
                  </a:cubicBezTo>
                  <a:cubicBezTo>
                    <a:pt x="149" y="227"/>
                    <a:pt x="149" y="224"/>
                    <a:pt x="158" y="215"/>
                  </a:cubicBezTo>
                  <a:close/>
                  <a:moveTo>
                    <a:pt x="159" y="159"/>
                  </a:moveTo>
                  <a:cubicBezTo>
                    <a:pt x="162" y="150"/>
                    <a:pt x="151" y="148"/>
                    <a:pt x="146" y="153"/>
                  </a:cubicBezTo>
                  <a:cubicBezTo>
                    <a:pt x="146" y="154"/>
                    <a:pt x="146" y="155"/>
                    <a:pt x="146" y="158"/>
                  </a:cubicBezTo>
                  <a:cubicBezTo>
                    <a:pt x="149" y="159"/>
                    <a:pt x="153" y="160"/>
                    <a:pt x="159" y="159"/>
                  </a:cubicBezTo>
                  <a:close/>
                  <a:moveTo>
                    <a:pt x="167" y="147"/>
                  </a:moveTo>
                  <a:cubicBezTo>
                    <a:pt x="170" y="145"/>
                    <a:pt x="170" y="136"/>
                    <a:pt x="164" y="136"/>
                  </a:cubicBezTo>
                  <a:cubicBezTo>
                    <a:pt x="163" y="138"/>
                    <a:pt x="159" y="149"/>
                    <a:pt x="167" y="147"/>
                  </a:cubicBezTo>
                  <a:close/>
                  <a:moveTo>
                    <a:pt x="200" y="129"/>
                  </a:moveTo>
                  <a:cubicBezTo>
                    <a:pt x="200" y="126"/>
                    <a:pt x="200" y="124"/>
                    <a:pt x="200" y="120"/>
                  </a:cubicBezTo>
                  <a:cubicBezTo>
                    <a:pt x="197" y="120"/>
                    <a:pt x="196" y="120"/>
                    <a:pt x="193" y="120"/>
                  </a:cubicBezTo>
                  <a:cubicBezTo>
                    <a:pt x="191" y="125"/>
                    <a:pt x="190" y="125"/>
                    <a:pt x="192" y="131"/>
                  </a:cubicBezTo>
                  <a:cubicBezTo>
                    <a:pt x="196" y="131"/>
                    <a:pt x="196" y="129"/>
                    <a:pt x="200" y="129"/>
                  </a:cubicBezTo>
                  <a:close/>
                  <a:moveTo>
                    <a:pt x="214" y="122"/>
                  </a:moveTo>
                  <a:cubicBezTo>
                    <a:pt x="217" y="134"/>
                    <a:pt x="233" y="140"/>
                    <a:pt x="242" y="133"/>
                  </a:cubicBezTo>
                  <a:cubicBezTo>
                    <a:pt x="237" y="120"/>
                    <a:pt x="228" y="122"/>
                    <a:pt x="214" y="122"/>
                  </a:cubicBezTo>
                  <a:close/>
                  <a:moveTo>
                    <a:pt x="263" y="206"/>
                  </a:moveTo>
                  <a:cubicBezTo>
                    <a:pt x="268" y="215"/>
                    <a:pt x="253" y="222"/>
                    <a:pt x="259" y="231"/>
                  </a:cubicBezTo>
                  <a:cubicBezTo>
                    <a:pt x="295" y="210"/>
                    <a:pt x="242" y="195"/>
                    <a:pt x="244" y="168"/>
                  </a:cubicBezTo>
                  <a:cubicBezTo>
                    <a:pt x="235" y="177"/>
                    <a:pt x="228" y="160"/>
                    <a:pt x="220" y="171"/>
                  </a:cubicBezTo>
                  <a:cubicBezTo>
                    <a:pt x="226" y="176"/>
                    <a:pt x="230" y="181"/>
                    <a:pt x="241" y="177"/>
                  </a:cubicBezTo>
                  <a:cubicBezTo>
                    <a:pt x="244" y="191"/>
                    <a:pt x="250" y="203"/>
                    <a:pt x="263" y="206"/>
                  </a:cubicBezTo>
                  <a:close/>
                  <a:moveTo>
                    <a:pt x="270" y="155"/>
                  </a:moveTo>
                  <a:cubicBezTo>
                    <a:pt x="270" y="147"/>
                    <a:pt x="262" y="145"/>
                    <a:pt x="256" y="141"/>
                  </a:cubicBezTo>
                  <a:cubicBezTo>
                    <a:pt x="257" y="148"/>
                    <a:pt x="256" y="152"/>
                    <a:pt x="255" y="155"/>
                  </a:cubicBezTo>
                  <a:cubicBezTo>
                    <a:pt x="259" y="155"/>
                    <a:pt x="264" y="155"/>
                    <a:pt x="270" y="155"/>
                  </a:cubicBezTo>
                  <a:close/>
                  <a:moveTo>
                    <a:pt x="270" y="183"/>
                  </a:moveTo>
                  <a:cubicBezTo>
                    <a:pt x="273" y="177"/>
                    <a:pt x="272" y="169"/>
                    <a:pt x="264" y="168"/>
                  </a:cubicBezTo>
                  <a:cubicBezTo>
                    <a:pt x="266" y="174"/>
                    <a:pt x="263" y="184"/>
                    <a:pt x="270" y="183"/>
                  </a:cubicBezTo>
                  <a:close/>
                  <a:moveTo>
                    <a:pt x="273" y="136"/>
                  </a:moveTo>
                  <a:cubicBezTo>
                    <a:pt x="291" y="164"/>
                    <a:pt x="274" y="217"/>
                    <a:pt x="283" y="252"/>
                  </a:cubicBezTo>
                  <a:cubicBezTo>
                    <a:pt x="269" y="260"/>
                    <a:pt x="246" y="268"/>
                    <a:pt x="225" y="264"/>
                  </a:cubicBezTo>
                  <a:cubicBezTo>
                    <a:pt x="211" y="248"/>
                    <a:pt x="228" y="230"/>
                    <a:pt x="231" y="217"/>
                  </a:cubicBezTo>
                  <a:cubicBezTo>
                    <a:pt x="221" y="207"/>
                    <a:pt x="207" y="222"/>
                    <a:pt x="193" y="222"/>
                  </a:cubicBezTo>
                  <a:cubicBezTo>
                    <a:pt x="190" y="244"/>
                    <a:pt x="176" y="254"/>
                    <a:pt x="160" y="264"/>
                  </a:cubicBezTo>
                  <a:cubicBezTo>
                    <a:pt x="138" y="265"/>
                    <a:pt x="88" y="268"/>
                    <a:pt x="88" y="244"/>
                  </a:cubicBezTo>
                  <a:cubicBezTo>
                    <a:pt x="88" y="230"/>
                    <a:pt x="102" y="236"/>
                    <a:pt x="107" y="224"/>
                  </a:cubicBezTo>
                  <a:cubicBezTo>
                    <a:pt x="101" y="212"/>
                    <a:pt x="83" y="211"/>
                    <a:pt x="76" y="214"/>
                  </a:cubicBezTo>
                  <a:cubicBezTo>
                    <a:pt x="55" y="220"/>
                    <a:pt x="60" y="260"/>
                    <a:pt x="30" y="258"/>
                  </a:cubicBezTo>
                  <a:cubicBezTo>
                    <a:pt x="19" y="258"/>
                    <a:pt x="0" y="249"/>
                    <a:pt x="1" y="230"/>
                  </a:cubicBezTo>
                  <a:cubicBezTo>
                    <a:pt x="5" y="225"/>
                    <a:pt x="14" y="227"/>
                    <a:pt x="19" y="224"/>
                  </a:cubicBezTo>
                  <a:cubicBezTo>
                    <a:pt x="35" y="207"/>
                    <a:pt x="35" y="169"/>
                    <a:pt x="15" y="158"/>
                  </a:cubicBezTo>
                  <a:cubicBezTo>
                    <a:pt x="5" y="95"/>
                    <a:pt x="44" y="81"/>
                    <a:pt x="64" y="48"/>
                  </a:cubicBezTo>
                  <a:cubicBezTo>
                    <a:pt x="65" y="39"/>
                    <a:pt x="60" y="35"/>
                    <a:pt x="60" y="25"/>
                  </a:cubicBezTo>
                  <a:cubicBezTo>
                    <a:pt x="66" y="16"/>
                    <a:pt x="85" y="16"/>
                    <a:pt x="85" y="5"/>
                  </a:cubicBezTo>
                  <a:cubicBezTo>
                    <a:pt x="101" y="3"/>
                    <a:pt x="115" y="3"/>
                    <a:pt x="131" y="0"/>
                  </a:cubicBezTo>
                  <a:cubicBezTo>
                    <a:pt x="152" y="11"/>
                    <a:pt x="165" y="47"/>
                    <a:pt x="160" y="76"/>
                  </a:cubicBezTo>
                  <a:cubicBezTo>
                    <a:pt x="159" y="88"/>
                    <a:pt x="147" y="96"/>
                    <a:pt x="148" y="110"/>
                  </a:cubicBezTo>
                  <a:cubicBezTo>
                    <a:pt x="168" y="125"/>
                    <a:pt x="190" y="109"/>
                    <a:pt x="208" y="107"/>
                  </a:cubicBezTo>
                  <a:cubicBezTo>
                    <a:pt x="231" y="106"/>
                    <a:pt x="261" y="117"/>
                    <a:pt x="273" y="1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1770DD79-E430-96B9-7941-BC03B67C8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6248" y="4424998"/>
              <a:ext cx="282575" cy="149225"/>
            </a:xfrm>
            <a:custGeom>
              <a:avLst/>
              <a:gdLst>
                <a:gd name="T0" fmla="*/ 104 w 109"/>
                <a:gd name="T1" fmla="*/ 12 h 58"/>
                <a:gd name="T2" fmla="*/ 98 w 109"/>
                <a:gd name="T3" fmla="*/ 57 h 58"/>
                <a:gd name="T4" fmla="*/ 95 w 109"/>
                <a:gd name="T5" fmla="*/ 43 h 58"/>
                <a:gd name="T6" fmla="*/ 17 w 109"/>
                <a:gd name="T7" fmla="*/ 31 h 58"/>
                <a:gd name="T8" fmla="*/ 9 w 109"/>
                <a:gd name="T9" fmla="*/ 44 h 58"/>
                <a:gd name="T10" fmla="*/ 10 w 109"/>
                <a:gd name="T11" fmla="*/ 0 h 58"/>
                <a:gd name="T12" fmla="*/ 15 w 109"/>
                <a:gd name="T13" fmla="*/ 0 h 58"/>
                <a:gd name="T14" fmla="*/ 17 w 109"/>
                <a:gd name="T15" fmla="*/ 14 h 58"/>
                <a:gd name="T16" fmla="*/ 92 w 109"/>
                <a:gd name="T17" fmla="*/ 26 h 58"/>
                <a:gd name="T18" fmla="*/ 104 w 109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58">
                  <a:moveTo>
                    <a:pt x="104" y="12"/>
                  </a:moveTo>
                  <a:cubicBezTo>
                    <a:pt x="109" y="20"/>
                    <a:pt x="103" y="48"/>
                    <a:pt x="98" y="57"/>
                  </a:cubicBezTo>
                  <a:cubicBezTo>
                    <a:pt x="92" y="58"/>
                    <a:pt x="100" y="45"/>
                    <a:pt x="95" y="43"/>
                  </a:cubicBezTo>
                  <a:cubicBezTo>
                    <a:pt x="70" y="38"/>
                    <a:pt x="44" y="34"/>
                    <a:pt x="17" y="31"/>
                  </a:cubicBezTo>
                  <a:cubicBezTo>
                    <a:pt x="11" y="33"/>
                    <a:pt x="12" y="42"/>
                    <a:pt x="9" y="44"/>
                  </a:cubicBezTo>
                  <a:cubicBezTo>
                    <a:pt x="0" y="34"/>
                    <a:pt x="11" y="14"/>
                    <a:pt x="10" y="0"/>
                  </a:cubicBezTo>
                  <a:cubicBezTo>
                    <a:pt x="12" y="0"/>
                    <a:pt x="14" y="0"/>
                    <a:pt x="15" y="0"/>
                  </a:cubicBezTo>
                  <a:cubicBezTo>
                    <a:pt x="16" y="5"/>
                    <a:pt x="15" y="11"/>
                    <a:pt x="17" y="14"/>
                  </a:cubicBezTo>
                  <a:cubicBezTo>
                    <a:pt x="39" y="20"/>
                    <a:pt x="69" y="20"/>
                    <a:pt x="92" y="26"/>
                  </a:cubicBezTo>
                  <a:cubicBezTo>
                    <a:pt x="100" y="26"/>
                    <a:pt x="99" y="16"/>
                    <a:pt x="10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08E55830-9028-D270-8230-99437C642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985" y="4577398"/>
              <a:ext cx="312737" cy="236538"/>
            </a:xfrm>
            <a:custGeom>
              <a:avLst/>
              <a:gdLst>
                <a:gd name="T0" fmla="*/ 71 w 120"/>
                <a:gd name="T1" fmla="*/ 80 h 91"/>
                <a:gd name="T2" fmla="*/ 109 w 120"/>
                <a:gd name="T3" fmla="*/ 48 h 91"/>
                <a:gd name="T4" fmla="*/ 98 w 120"/>
                <a:gd name="T5" fmla="*/ 33 h 91"/>
                <a:gd name="T6" fmla="*/ 52 w 120"/>
                <a:gd name="T7" fmla="*/ 70 h 91"/>
                <a:gd name="T8" fmla="*/ 26 w 120"/>
                <a:gd name="T9" fmla="*/ 15 h 91"/>
                <a:gd name="T10" fmla="*/ 24 w 120"/>
                <a:gd name="T11" fmla="*/ 5 h 91"/>
                <a:gd name="T12" fmla="*/ 55 w 120"/>
                <a:gd name="T13" fmla="*/ 14 h 91"/>
                <a:gd name="T14" fmla="*/ 31 w 120"/>
                <a:gd name="T15" fmla="*/ 23 h 91"/>
                <a:gd name="T16" fmla="*/ 38 w 120"/>
                <a:gd name="T17" fmla="*/ 57 h 91"/>
                <a:gd name="T18" fmla="*/ 102 w 120"/>
                <a:gd name="T19" fmla="*/ 21 h 91"/>
                <a:gd name="T20" fmla="*/ 102 w 120"/>
                <a:gd name="T21" fmla="*/ 80 h 91"/>
                <a:gd name="T22" fmla="*/ 103 w 120"/>
                <a:gd name="T23" fmla="*/ 91 h 91"/>
                <a:gd name="T24" fmla="*/ 71 w 120"/>
                <a:gd name="T25" fmla="*/ 8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91">
                  <a:moveTo>
                    <a:pt x="71" y="80"/>
                  </a:moveTo>
                  <a:cubicBezTo>
                    <a:pt x="88" y="71"/>
                    <a:pt x="113" y="76"/>
                    <a:pt x="109" y="48"/>
                  </a:cubicBezTo>
                  <a:cubicBezTo>
                    <a:pt x="108" y="43"/>
                    <a:pt x="104" y="36"/>
                    <a:pt x="98" y="33"/>
                  </a:cubicBezTo>
                  <a:cubicBezTo>
                    <a:pt x="72" y="26"/>
                    <a:pt x="77" y="60"/>
                    <a:pt x="52" y="70"/>
                  </a:cubicBezTo>
                  <a:cubicBezTo>
                    <a:pt x="19" y="83"/>
                    <a:pt x="0" y="37"/>
                    <a:pt x="26" y="15"/>
                  </a:cubicBezTo>
                  <a:cubicBezTo>
                    <a:pt x="26" y="12"/>
                    <a:pt x="22" y="10"/>
                    <a:pt x="24" y="5"/>
                  </a:cubicBezTo>
                  <a:cubicBezTo>
                    <a:pt x="33" y="8"/>
                    <a:pt x="52" y="10"/>
                    <a:pt x="55" y="14"/>
                  </a:cubicBezTo>
                  <a:cubicBezTo>
                    <a:pt x="51" y="24"/>
                    <a:pt x="40" y="18"/>
                    <a:pt x="31" y="23"/>
                  </a:cubicBezTo>
                  <a:cubicBezTo>
                    <a:pt x="19" y="31"/>
                    <a:pt x="14" y="59"/>
                    <a:pt x="38" y="57"/>
                  </a:cubicBezTo>
                  <a:cubicBezTo>
                    <a:pt x="58" y="56"/>
                    <a:pt x="69" y="0"/>
                    <a:pt x="102" y="21"/>
                  </a:cubicBezTo>
                  <a:cubicBezTo>
                    <a:pt x="117" y="29"/>
                    <a:pt x="120" y="65"/>
                    <a:pt x="102" y="80"/>
                  </a:cubicBezTo>
                  <a:cubicBezTo>
                    <a:pt x="98" y="84"/>
                    <a:pt x="109" y="85"/>
                    <a:pt x="103" y="91"/>
                  </a:cubicBezTo>
                  <a:cubicBezTo>
                    <a:pt x="92" y="88"/>
                    <a:pt x="76" y="89"/>
                    <a:pt x="71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B8C0C950-E1EB-977A-40BE-0FC06D3389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0198" y="4723448"/>
              <a:ext cx="334962" cy="347663"/>
            </a:xfrm>
            <a:custGeom>
              <a:avLst/>
              <a:gdLst>
                <a:gd name="T0" fmla="*/ 56 w 129"/>
                <a:gd name="T1" fmla="*/ 85 h 134"/>
                <a:gd name="T2" fmla="*/ 32 w 129"/>
                <a:gd name="T3" fmla="*/ 44 h 134"/>
                <a:gd name="T4" fmla="*/ 19 w 129"/>
                <a:gd name="T5" fmla="*/ 66 h 134"/>
                <a:gd name="T6" fmla="*/ 56 w 129"/>
                <a:gd name="T7" fmla="*/ 85 h 134"/>
                <a:gd name="T8" fmla="*/ 128 w 129"/>
                <a:gd name="T9" fmla="*/ 48 h 134"/>
                <a:gd name="T10" fmla="*/ 115 w 129"/>
                <a:gd name="T11" fmla="*/ 75 h 134"/>
                <a:gd name="T12" fmla="*/ 61 w 129"/>
                <a:gd name="T13" fmla="*/ 85 h 134"/>
                <a:gd name="T14" fmla="*/ 90 w 129"/>
                <a:gd name="T15" fmla="*/ 105 h 134"/>
                <a:gd name="T16" fmla="*/ 102 w 129"/>
                <a:gd name="T17" fmla="*/ 96 h 134"/>
                <a:gd name="T18" fmla="*/ 83 w 129"/>
                <a:gd name="T19" fmla="*/ 134 h 134"/>
                <a:gd name="T20" fmla="*/ 83 w 129"/>
                <a:gd name="T21" fmla="*/ 121 h 134"/>
                <a:gd name="T22" fmla="*/ 16 w 129"/>
                <a:gd name="T23" fmla="*/ 82 h 134"/>
                <a:gd name="T24" fmla="*/ 0 w 129"/>
                <a:gd name="T25" fmla="*/ 89 h 134"/>
                <a:gd name="T26" fmla="*/ 70 w 129"/>
                <a:gd name="T27" fmla="*/ 46 h 134"/>
                <a:gd name="T28" fmla="*/ 68 w 129"/>
                <a:gd name="T29" fmla="*/ 63 h 134"/>
                <a:gd name="T30" fmla="*/ 128 w 129"/>
                <a:gd name="T31" fmla="*/ 48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9" h="134">
                  <a:moveTo>
                    <a:pt x="56" y="85"/>
                  </a:moveTo>
                  <a:cubicBezTo>
                    <a:pt x="67" y="67"/>
                    <a:pt x="59" y="39"/>
                    <a:pt x="32" y="44"/>
                  </a:cubicBezTo>
                  <a:cubicBezTo>
                    <a:pt x="27" y="51"/>
                    <a:pt x="21" y="56"/>
                    <a:pt x="19" y="66"/>
                  </a:cubicBezTo>
                  <a:cubicBezTo>
                    <a:pt x="32" y="72"/>
                    <a:pt x="43" y="80"/>
                    <a:pt x="56" y="85"/>
                  </a:cubicBezTo>
                  <a:close/>
                  <a:moveTo>
                    <a:pt x="128" y="48"/>
                  </a:moveTo>
                  <a:cubicBezTo>
                    <a:pt x="129" y="56"/>
                    <a:pt x="121" y="68"/>
                    <a:pt x="115" y="75"/>
                  </a:cubicBezTo>
                  <a:cubicBezTo>
                    <a:pt x="94" y="77"/>
                    <a:pt x="68" y="73"/>
                    <a:pt x="61" y="85"/>
                  </a:cubicBezTo>
                  <a:cubicBezTo>
                    <a:pt x="66" y="97"/>
                    <a:pt x="81" y="97"/>
                    <a:pt x="90" y="105"/>
                  </a:cubicBezTo>
                  <a:cubicBezTo>
                    <a:pt x="98" y="105"/>
                    <a:pt x="96" y="96"/>
                    <a:pt x="102" y="96"/>
                  </a:cubicBezTo>
                  <a:cubicBezTo>
                    <a:pt x="102" y="108"/>
                    <a:pt x="89" y="129"/>
                    <a:pt x="83" y="134"/>
                  </a:cubicBezTo>
                  <a:cubicBezTo>
                    <a:pt x="76" y="134"/>
                    <a:pt x="87" y="128"/>
                    <a:pt x="83" y="121"/>
                  </a:cubicBezTo>
                  <a:cubicBezTo>
                    <a:pt x="63" y="105"/>
                    <a:pt x="39" y="95"/>
                    <a:pt x="16" y="82"/>
                  </a:cubicBezTo>
                  <a:cubicBezTo>
                    <a:pt x="7" y="80"/>
                    <a:pt x="10" y="91"/>
                    <a:pt x="0" y="89"/>
                  </a:cubicBezTo>
                  <a:cubicBezTo>
                    <a:pt x="8" y="61"/>
                    <a:pt x="43" y="0"/>
                    <a:pt x="70" y="46"/>
                  </a:cubicBezTo>
                  <a:cubicBezTo>
                    <a:pt x="70" y="52"/>
                    <a:pt x="71" y="61"/>
                    <a:pt x="68" y="63"/>
                  </a:cubicBezTo>
                  <a:cubicBezTo>
                    <a:pt x="90" y="61"/>
                    <a:pt x="116" y="61"/>
                    <a:pt x="128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631DD573-3C65-ED45-5666-206C580D4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7323" y="4993323"/>
              <a:ext cx="327025" cy="312738"/>
            </a:xfrm>
            <a:custGeom>
              <a:avLst/>
              <a:gdLst>
                <a:gd name="T0" fmla="*/ 103 w 126"/>
                <a:gd name="T1" fmla="*/ 40 h 121"/>
                <a:gd name="T2" fmla="*/ 126 w 126"/>
                <a:gd name="T3" fmla="*/ 58 h 121"/>
                <a:gd name="T4" fmla="*/ 71 w 126"/>
                <a:gd name="T5" fmla="*/ 121 h 121"/>
                <a:gd name="T6" fmla="*/ 74 w 126"/>
                <a:gd name="T7" fmla="*/ 107 h 121"/>
                <a:gd name="T8" fmla="*/ 16 w 126"/>
                <a:gd name="T9" fmla="*/ 55 h 121"/>
                <a:gd name="T10" fmla="*/ 0 w 126"/>
                <a:gd name="T11" fmla="*/ 60 h 121"/>
                <a:gd name="T12" fmla="*/ 46 w 126"/>
                <a:gd name="T13" fmla="*/ 0 h 121"/>
                <a:gd name="T14" fmla="*/ 63 w 126"/>
                <a:gd name="T15" fmla="*/ 15 h 121"/>
                <a:gd name="T16" fmla="*/ 43 w 126"/>
                <a:gd name="T17" fmla="*/ 17 h 121"/>
                <a:gd name="T18" fmla="*/ 22 w 126"/>
                <a:gd name="T19" fmla="*/ 39 h 121"/>
                <a:gd name="T20" fmla="*/ 50 w 126"/>
                <a:gd name="T21" fmla="*/ 64 h 121"/>
                <a:gd name="T22" fmla="*/ 57 w 126"/>
                <a:gd name="T23" fmla="*/ 31 h 121"/>
                <a:gd name="T24" fmla="*/ 90 w 126"/>
                <a:gd name="T25" fmla="*/ 55 h 121"/>
                <a:gd name="T26" fmla="*/ 57 w 126"/>
                <a:gd name="T27" fmla="*/ 67 h 121"/>
                <a:gd name="T28" fmla="*/ 87 w 126"/>
                <a:gd name="T29" fmla="*/ 92 h 121"/>
                <a:gd name="T30" fmla="*/ 103 w 126"/>
                <a:gd name="T31" fmla="*/ 4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6" h="121">
                  <a:moveTo>
                    <a:pt x="103" y="40"/>
                  </a:moveTo>
                  <a:cubicBezTo>
                    <a:pt x="111" y="39"/>
                    <a:pt x="116" y="55"/>
                    <a:pt x="126" y="58"/>
                  </a:cubicBezTo>
                  <a:cubicBezTo>
                    <a:pt x="107" y="78"/>
                    <a:pt x="92" y="110"/>
                    <a:pt x="71" y="121"/>
                  </a:cubicBezTo>
                  <a:cubicBezTo>
                    <a:pt x="71" y="115"/>
                    <a:pt x="78" y="111"/>
                    <a:pt x="74" y="107"/>
                  </a:cubicBezTo>
                  <a:cubicBezTo>
                    <a:pt x="57" y="87"/>
                    <a:pt x="35" y="72"/>
                    <a:pt x="16" y="55"/>
                  </a:cubicBezTo>
                  <a:cubicBezTo>
                    <a:pt x="8" y="54"/>
                    <a:pt x="6" y="66"/>
                    <a:pt x="0" y="60"/>
                  </a:cubicBezTo>
                  <a:cubicBezTo>
                    <a:pt x="13" y="38"/>
                    <a:pt x="33" y="21"/>
                    <a:pt x="46" y="0"/>
                  </a:cubicBezTo>
                  <a:cubicBezTo>
                    <a:pt x="52" y="4"/>
                    <a:pt x="63" y="11"/>
                    <a:pt x="63" y="15"/>
                  </a:cubicBezTo>
                  <a:cubicBezTo>
                    <a:pt x="62" y="24"/>
                    <a:pt x="51" y="14"/>
                    <a:pt x="43" y="17"/>
                  </a:cubicBezTo>
                  <a:cubicBezTo>
                    <a:pt x="41" y="20"/>
                    <a:pt x="22" y="34"/>
                    <a:pt x="22" y="39"/>
                  </a:cubicBezTo>
                  <a:cubicBezTo>
                    <a:pt x="23" y="49"/>
                    <a:pt x="44" y="54"/>
                    <a:pt x="50" y="64"/>
                  </a:cubicBezTo>
                  <a:cubicBezTo>
                    <a:pt x="63" y="60"/>
                    <a:pt x="65" y="41"/>
                    <a:pt x="57" y="31"/>
                  </a:cubicBezTo>
                  <a:cubicBezTo>
                    <a:pt x="68" y="31"/>
                    <a:pt x="78" y="49"/>
                    <a:pt x="90" y="55"/>
                  </a:cubicBezTo>
                  <a:cubicBezTo>
                    <a:pt x="81" y="58"/>
                    <a:pt x="61" y="52"/>
                    <a:pt x="57" y="67"/>
                  </a:cubicBezTo>
                  <a:cubicBezTo>
                    <a:pt x="66" y="76"/>
                    <a:pt x="74" y="93"/>
                    <a:pt x="87" y="92"/>
                  </a:cubicBezTo>
                  <a:cubicBezTo>
                    <a:pt x="105" y="92"/>
                    <a:pt x="116" y="60"/>
                    <a:pt x="103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2" name="Freeform 24">
              <a:extLst>
                <a:ext uri="{FF2B5EF4-FFF2-40B4-BE49-F238E27FC236}">
                  <a16:creationId xmlns:a16="http://schemas.microsoft.com/office/drawing/2014/main" id="{BA124E23-CCBF-C77D-0B3D-305B914932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1535" y="3228023"/>
              <a:ext cx="2111375" cy="2195513"/>
            </a:xfrm>
            <a:custGeom>
              <a:avLst/>
              <a:gdLst>
                <a:gd name="T0" fmla="*/ 316 w 813"/>
                <a:gd name="T1" fmla="*/ 720 h 846"/>
                <a:gd name="T2" fmla="*/ 313 w 813"/>
                <a:gd name="T3" fmla="*/ 652 h 846"/>
                <a:gd name="T4" fmla="*/ 294 w 813"/>
                <a:gd name="T5" fmla="*/ 673 h 846"/>
                <a:gd name="T6" fmla="*/ 309 w 813"/>
                <a:gd name="T7" fmla="*/ 671 h 846"/>
                <a:gd name="T8" fmla="*/ 313 w 813"/>
                <a:gd name="T9" fmla="*/ 720 h 846"/>
                <a:gd name="T10" fmla="*/ 316 w 813"/>
                <a:gd name="T11" fmla="*/ 720 h 846"/>
                <a:gd name="T12" fmla="*/ 377 w 813"/>
                <a:gd name="T13" fmla="*/ 720 h 846"/>
                <a:gd name="T14" fmla="*/ 391 w 813"/>
                <a:gd name="T15" fmla="*/ 671 h 846"/>
                <a:gd name="T16" fmla="*/ 349 w 813"/>
                <a:gd name="T17" fmla="*/ 667 h 846"/>
                <a:gd name="T18" fmla="*/ 384 w 813"/>
                <a:gd name="T19" fmla="*/ 692 h 846"/>
                <a:gd name="T20" fmla="*/ 366 w 813"/>
                <a:gd name="T21" fmla="*/ 715 h 846"/>
                <a:gd name="T22" fmla="*/ 353 w 813"/>
                <a:gd name="T23" fmla="*/ 704 h 846"/>
                <a:gd name="T24" fmla="*/ 377 w 813"/>
                <a:gd name="T25" fmla="*/ 720 h 846"/>
                <a:gd name="T26" fmla="*/ 417 w 813"/>
                <a:gd name="T27" fmla="*/ 716 h 846"/>
                <a:gd name="T28" fmla="*/ 419 w 813"/>
                <a:gd name="T29" fmla="*/ 656 h 846"/>
                <a:gd name="T30" fmla="*/ 417 w 813"/>
                <a:gd name="T31" fmla="*/ 716 h 846"/>
                <a:gd name="T32" fmla="*/ 481 w 813"/>
                <a:gd name="T33" fmla="*/ 714 h 846"/>
                <a:gd name="T34" fmla="*/ 514 w 813"/>
                <a:gd name="T35" fmla="*/ 668 h 846"/>
                <a:gd name="T36" fmla="*/ 475 w 813"/>
                <a:gd name="T37" fmla="*/ 672 h 846"/>
                <a:gd name="T38" fmla="*/ 490 w 813"/>
                <a:gd name="T39" fmla="*/ 659 h 846"/>
                <a:gd name="T40" fmla="*/ 506 w 813"/>
                <a:gd name="T41" fmla="*/ 668 h 846"/>
                <a:gd name="T42" fmla="*/ 470 w 813"/>
                <a:gd name="T43" fmla="*/ 720 h 846"/>
                <a:gd name="T44" fmla="*/ 514 w 813"/>
                <a:gd name="T45" fmla="*/ 715 h 846"/>
                <a:gd name="T46" fmla="*/ 481 w 813"/>
                <a:gd name="T47" fmla="*/ 714 h 846"/>
                <a:gd name="T48" fmla="*/ 415 w 813"/>
                <a:gd name="T49" fmla="*/ 465 h 846"/>
                <a:gd name="T50" fmla="*/ 628 w 813"/>
                <a:gd name="T51" fmla="*/ 461 h 846"/>
                <a:gd name="T52" fmla="*/ 478 w 813"/>
                <a:gd name="T53" fmla="*/ 353 h 846"/>
                <a:gd name="T54" fmla="*/ 545 w 813"/>
                <a:gd name="T55" fmla="*/ 362 h 846"/>
                <a:gd name="T56" fmla="*/ 441 w 813"/>
                <a:gd name="T57" fmla="*/ 229 h 846"/>
                <a:gd name="T58" fmla="*/ 483 w 813"/>
                <a:gd name="T59" fmla="*/ 237 h 846"/>
                <a:gd name="T60" fmla="*/ 441 w 813"/>
                <a:gd name="T61" fmla="*/ 162 h 846"/>
                <a:gd name="T62" fmla="*/ 408 w 813"/>
                <a:gd name="T63" fmla="*/ 80 h 846"/>
                <a:gd name="T64" fmla="*/ 346 w 813"/>
                <a:gd name="T65" fmla="*/ 220 h 846"/>
                <a:gd name="T66" fmla="*/ 340 w 813"/>
                <a:gd name="T67" fmla="*/ 237 h 846"/>
                <a:gd name="T68" fmla="*/ 381 w 813"/>
                <a:gd name="T69" fmla="*/ 229 h 846"/>
                <a:gd name="T70" fmla="*/ 275 w 813"/>
                <a:gd name="T71" fmla="*/ 360 h 846"/>
                <a:gd name="T72" fmla="*/ 344 w 813"/>
                <a:gd name="T73" fmla="*/ 353 h 846"/>
                <a:gd name="T74" fmla="*/ 344 w 813"/>
                <a:gd name="T75" fmla="*/ 355 h 846"/>
                <a:gd name="T76" fmla="*/ 342 w 813"/>
                <a:gd name="T77" fmla="*/ 357 h 846"/>
                <a:gd name="T78" fmla="*/ 211 w 813"/>
                <a:gd name="T79" fmla="*/ 446 h 846"/>
                <a:gd name="T80" fmla="*/ 192 w 813"/>
                <a:gd name="T81" fmla="*/ 461 h 846"/>
                <a:gd name="T82" fmla="*/ 415 w 813"/>
                <a:gd name="T83" fmla="*/ 465 h 846"/>
                <a:gd name="T84" fmla="*/ 450 w 813"/>
                <a:gd name="T85" fmla="*/ 532 h 846"/>
                <a:gd name="T86" fmla="*/ 677 w 813"/>
                <a:gd name="T87" fmla="*/ 532 h 846"/>
                <a:gd name="T88" fmla="*/ 649 w 813"/>
                <a:gd name="T89" fmla="*/ 492 h 846"/>
                <a:gd name="T90" fmla="*/ 413 w 813"/>
                <a:gd name="T91" fmla="*/ 482 h 846"/>
                <a:gd name="T92" fmla="*/ 217 w 813"/>
                <a:gd name="T93" fmla="*/ 489 h 846"/>
                <a:gd name="T94" fmla="*/ 172 w 813"/>
                <a:gd name="T95" fmla="*/ 495 h 846"/>
                <a:gd name="T96" fmla="*/ 145 w 813"/>
                <a:gd name="T97" fmla="*/ 532 h 846"/>
                <a:gd name="T98" fmla="*/ 377 w 813"/>
                <a:gd name="T99" fmla="*/ 532 h 846"/>
                <a:gd name="T100" fmla="*/ 375 w 813"/>
                <a:gd name="T101" fmla="*/ 551 h 846"/>
                <a:gd name="T102" fmla="*/ 450 w 813"/>
                <a:gd name="T103" fmla="*/ 551 h 846"/>
                <a:gd name="T104" fmla="*/ 450 w 813"/>
                <a:gd name="T105" fmla="*/ 532 h 846"/>
                <a:gd name="T106" fmla="*/ 794 w 813"/>
                <a:gd name="T107" fmla="*/ 0 h 846"/>
                <a:gd name="T108" fmla="*/ 749 w 813"/>
                <a:gd name="T109" fmla="*/ 575 h 846"/>
                <a:gd name="T110" fmla="*/ 408 w 813"/>
                <a:gd name="T111" fmla="*/ 846 h 846"/>
                <a:gd name="T112" fmla="*/ 66 w 813"/>
                <a:gd name="T113" fmla="*/ 579 h 846"/>
                <a:gd name="T114" fmla="*/ 18 w 813"/>
                <a:gd name="T115" fmla="*/ 5 h 846"/>
                <a:gd name="T116" fmla="*/ 22 w 813"/>
                <a:gd name="T117" fmla="*/ 0 h 846"/>
                <a:gd name="T118" fmla="*/ 794 w 813"/>
                <a:gd name="T119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13" h="846">
                  <a:moveTo>
                    <a:pt x="316" y="720"/>
                  </a:moveTo>
                  <a:cubicBezTo>
                    <a:pt x="318" y="703"/>
                    <a:pt x="324" y="665"/>
                    <a:pt x="313" y="652"/>
                  </a:cubicBezTo>
                  <a:cubicBezTo>
                    <a:pt x="310" y="663"/>
                    <a:pt x="297" y="662"/>
                    <a:pt x="294" y="673"/>
                  </a:cubicBezTo>
                  <a:cubicBezTo>
                    <a:pt x="299" y="681"/>
                    <a:pt x="307" y="666"/>
                    <a:pt x="309" y="671"/>
                  </a:cubicBezTo>
                  <a:cubicBezTo>
                    <a:pt x="311" y="686"/>
                    <a:pt x="305" y="711"/>
                    <a:pt x="313" y="720"/>
                  </a:cubicBezTo>
                  <a:cubicBezTo>
                    <a:pt x="314" y="720"/>
                    <a:pt x="315" y="720"/>
                    <a:pt x="316" y="720"/>
                  </a:cubicBezTo>
                  <a:close/>
                  <a:moveTo>
                    <a:pt x="377" y="720"/>
                  </a:moveTo>
                  <a:cubicBezTo>
                    <a:pt x="392" y="716"/>
                    <a:pt x="395" y="684"/>
                    <a:pt x="391" y="671"/>
                  </a:cubicBezTo>
                  <a:cubicBezTo>
                    <a:pt x="385" y="644"/>
                    <a:pt x="353" y="653"/>
                    <a:pt x="349" y="667"/>
                  </a:cubicBezTo>
                  <a:cubicBezTo>
                    <a:pt x="340" y="705"/>
                    <a:pt x="376" y="699"/>
                    <a:pt x="384" y="692"/>
                  </a:cubicBezTo>
                  <a:cubicBezTo>
                    <a:pt x="382" y="704"/>
                    <a:pt x="380" y="715"/>
                    <a:pt x="366" y="715"/>
                  </a:cubicBezTo>
                  <a:cubicBezTo>
                    <a:pt x="358" y="716"/>
                    <a:pt x="362" y="704"/>
                    <a:pt x="353" y="704"/>
                  </a:cubicBezTo>
                  <a:cubicBezTo>
                    <a:pt x="349" y="720"/>
                    <a:pt x="364" y="724"/>
                    <a:pt x="377" y="720"/>
                  </a:cubicBezTo>
                  <a:close/>
                  <a:moveTo>
                    <a:pt x="417" y="716"/>
                  </a:moveTo>
                  <a:cubicBezTo>
                    <a:pt x="454" y="753"/>
                    <a:pt x="475" y="629"/>
                    <a:pt x="419" y="656"/>
                  </a:cubicBezTo>
                  <a:cubicBezTo>
                    <a:pt x="409" y="668"/>
                    <a:pt x="404" y="705"/>
                    <a:pt x="417" y="716"/>
                  </a:cubicBezTo>
                  <a:close/>
                  <a:moveTo>
                    <a:pt x="481" y="714"/>
                  </a:moveTo>
                  <a:cubicBezTo>
                    <a:pt x="489" y="696"/>
                    <a:pt x="517" y="692"/>
                    <a:pt x="514" y="668"/>
                  </a:cubicBezTo>
                  <a:cubicBezTo>
                    <a:pt x="511" y="646"/>
                    <a:pt x="469" y="648"/>
                    <a:pt x="475" y="672"/>
                  </a:cubicBezTo>
                  <a:cubicBezTo>
                    <a:pt x="485" y="671"/>
                    <a:pt x="481" y="661"/>
                    <a:pt x="490" y="659"/>
                  </a:cubicBezTo>
                  <a:cubicBezTo>
                    <a:pt x="497" y="658"/>
                    <a:pt x="503" y="661"/>
                    <a:pt x="506" y="668"/>
                  </a:cubicBezTo>
                  <a:cubicBezTo>
                    <a:pt x="511" y="690"/>
                    <a:pt x="468" y="699"/>
                    <a:pt x="470" y="720"/>
                  </a:cubicBezTo>
                  <a:cubicBezTo>
                    <a:pt x="484" y="718"/>
                    <a:pt x="509" y="727"/>
                    <a:pt x="514" y="715"/>
                  </a:cubicBezTo>
                  <a:cubicBezTo>
                    <a:pt x="506" y="711"/>
                    <a:pt x="491" y="714"/>
                    <a:pt x="481" y="714"/>
                  </a:cubicBezTo>
                  <a:close/>
                  <a:moveTo>
                    <a:pt x="415" y="465"/>
                  </a:moveTo>
                  <a:cubicBezTo>
                    <a:pt x="469" y="406"/>
                    <a:pt x="550" y="477"/>
                    <a:pt x="628" y="461"/>
                  </a:cubicBezTo>
                  <a:cubicBezTo>
                    <a:pt x="577" y="425"/>
                    <a:pt x="517" y="400"/>
                    <a:pt x="478" y="353"/>
                  </a:cubicBezTo>
                  <a:cubicBezTo>
                    <a:pt x="496" y="360"/>
                    <a:pt x="518" y="363"/>
                    <a:pt x="545" y="362"/>
                  </a:cubicBezTo>
                  <a:cubicBezTo>
                    <a:pt x="511" y="318"/>
                    <a:pt x="456" y="287"/>
                    <a:pt x="441" y="229"/>
                  </a:cubicBezTo>
                  <a:cubicBezTo>
                    <a:pt x="454" y="233"/>
                    <a:pt x="465" y="237"/>
                    <a:pt x="483" y="237"/>
                  </a:cubicBezTo>
                  <a:cubicBezTo>
                    <a:pt x="468" y="213"/>
                    <a:pt x="453" y="189"/>
                    <a:pt x="441" y="162"/>
                  </a:cubicBezTo>
                  <a:cubicBezTo>
                    <a:pt x="429" y="137"/>
                    <a:pt x="420" y="108"/>
                    <a:pt x="408" y="80"/>
                  </a:cubicBezTo>
                  <a:cubicBezTo>
                    <a:pt x="397" y="134"/>
                    <a:pt x="370" y="184"/>
                    <a:pt x="346" y="220"/>
                  </a:cubicBezTo>
                  <a:cubicBezTo>
                    <a:pt x="343" y="225"/>
                    <a:pt x="337" y="231"/>
                    <a:pt x="340" y="237"/>
                  </a:cubicBezTo>
                  <a:cubicBezTo>
                    <a:pt x="357" y="237"/>
                    <a:pt x="368" y="233"/>
                    <a:pt x="381" y="229"/>
                  </a:cubicBezTo>
                  <a:cubicBezTo>
                    <a:pt x="359" y="287"/>
                    <a:pt x="313" y="319"/>
                    <a:pt x="275" y="360"/>
                  </a:cubicBezTo>
                  <a:cubicBezTo>
                    <a:pt x="302" y="361"/>
                    <a:pt x="325" y="360"/>
                    <a:pt x="344" y="353"/>
                  </a:cubicBezTo>
                  <a:cubicBezTo>
                    <a:pt x="344" y="355"/>
                    <a:pt x="344" y="355"/>
                    <a:pt x="344" y="355"/>
                  </a:cubicBezTo>
                  <a:cubicBezTo>
                    <a:pt x="343" y="355"/>
                    <a:pt x="342" y="355"/>
                    <a:pt x="342" y="357"/>
                  </a:cubicBezTo>
                  <a:cubicBezTo>
                    <a:pt x="304" y="391"/>
                    <a:pt x="258" y="423"/>
                    <a:pt x="211" y="446"/>
                  </a:cubicBezTo>
                  <a:cubicBezTo>
                    <a:pt x="204" y="449"/>
                    <a:pt x="195" y="453"/>
                    <a:pt x="192" y="461"/>
                  </a:cubicBezTo>
                  <a:cubicBezTo>
                    <a:pt x="266" y="473"/>
                    <a:pt x="357" y="410"/>
                    <a:pt x="415" y="465"/>
                  </a:cubicBezTo>
                  <a:close/>
                  <a:moveTo>
                    <a:pt x="450" y="532"/>
                  </a:moveTo>
                  <a:cubicBezTo>
                    <a:pt x="525" y="532"/>
                    <a:pt x="601" y="532"/>
                    <a:pt x="677" y="532"/>
                  </a:cubicBezTo>
                  <a:cubicBezTo>
                    <a:pt x="670" y="517"/>
                    <a:pt x="659" y="505"/>
                    <a:pt x="649" y="492"/>
                  </a:cubicBezTo>
                  <a:cubicBezTo>
                    <a:pt x="572" y="496"/>
                    <a:pt x="480" y="424"/>
                    <a:pt x="413" y="482"/>
                  </a:cubicBezTo>
                  <a:cubicBezTo>
                    <a:pt x="357" y="433"/>
                    <a:pt x="277" y="479"/>
                    <a:pt x="217" y="489"/>
                  </a:cubicBezTo>
                  <a:cubicBezTo>
                    <a:pt x="201" y="492"/>
                    <a:pt x="183" y="490"/>
                    <a:pt x="172" y="495"/>
                  </a:cubicBezTo>
                  <a:cubicBezTo>
                    <a:pt x="159" y="500"/>
                    <a:pt x="151" y="523"/>
                    <a:pt x="145" y="532"/>
                  </a:cubicBezTo>
                  <a:cubicBezTo>
                    <a:pt x="222" y="532"/>
                    <a:pt x="299" y="532"/>
                    <a:pt x="377" y="532"/>
                  </a:cubicBezTo>
                  <a:cubicBezTo>
                    <a:pt x="377" y="539"/>
                    <a:pt x="374" y="542"/>
                    <a:pt x="375" y="551"/>
                  </a:cubicBezTo>
                  <a:cubicBezTo>
                    <a:pt x="401" y="551"/>
                    <a:pt x="425" y="551"/>
                    <a:pt x="450" y="551"/>
                  </a:cubicBezTo>
                  <a:cubicBezTo>
                    <a:pt x="451" y="544"/>
                    <a:pt x="445" y="537"/>
                    <a:pt x="450" y="532"/>
                  </a:cubicBezTo>
                  <a:close/>
                  <a:moveTo>
                    <a:pt x="794" y="0"/>
                  </a:moveTo>
                  <a:cubicBezTo>
                    <a:pt x="794" y="208"/>
                    <a:pt x="813" y="432"/>
                    <a:pt x="749" y="575"/>
                  </a:cubicBezTo>
                  <a:cubicBezTo>
                    <a:pt x="686" y="721"/>
                    <a:pt x="550" y="780"/>
                    <a:pt x="408" y="846"/>
                  </a:cubicBezTo>
                  <a:cubicBezTo>
                    <a:pt x="265" y="782"/>
                    <a:pt x="132" y="721"/>
                    <a:pt x="66" y="579"/>
                  </a:cubicBezTo>
                  <a:cubicBezTo>
                    <a:pt x="0" y="437"/>
                    <a:pt x="23" y="215"/>
                    <a:pt x="18" y="5"/>
                  </a:cubicBezTo>
                  <a:cubicBezTo>
                    <a:pt x="18" y="1"/>
                    <a:pt x="19" y="0"/>
                    <a:pt x="22" y="0"/>
                  </a:cubicBezTo>
                  <a:cubicBezTo>
                    <a:pt x="280" y="0"/>
                    <a:pt x="538" y="0"/>
                    <a:pt x="79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3" name="Freeform 25">
              <a:extLst>
                <a:ext uri="{FF2B5EF4-FFF2-40B4-BE49-F238E27FC236}">
                  <a16:creationId xmlns:a16="http://schemas.microsoft.com/office/drawing/2014/main" id="{34BF5C91-D365-A3F9-D91C-9D26A716F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3010" y="5166360"/>
              <a:ext cx="269875" cy="298450"/>
            </a:xfrm>
            <a:custGeom>
              <a:avLst/>
              <a:gdLst>
                <a:gd name="T0" fmla="*/ 74 w 104"/>
                <a:gd name="T1" fmla="*/ 15 h 115"/>
                <a:gd name="T2" fmla="*/ 96 w 104"/>
                <a:gd name="T3" fmla="*/ 115 h 115"/>
                <a:gd name="T4" fmla="*/ 17 w 104"/>
                <a:gd name="T5" fmla="*/ 64 h 115"/>
                <a:gd name="T6" fmla="*/ 0 w 104"/>
                <a:gd name="T7" fmla="*/ 67 h 115"/>
                <a:gd name="T8" fmla="*/ 25 w 104"/>
                <a:gd name="T9" fmla="*/ 50 h 115"/>
                <a:gd name="T10" fmla="*/ 84 w 104"/>
                <a:gd name="T11" fmla="*/ 88 h 115"/>
                <a:gd name="T12" fmla="*/ 66 w 104"/>
                <a:gd name="T13" fmla="*/ 21 h 115"/>
                <a:gd name="T14" fmla="*/ 50 w 104"/>
                <a:gd name="T15" fmla="*/ 28 h 115"/>
                <a:gd name="T16" fmla="*/ 75 w 104"/>
                <a:gd name="T17" fmla="*/ 0 h 115"/>
                <a:gd name="T18" fmla="*/ 74 w 104"/>
                <a:gd name="T19" fmla="*/ 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5">
                  <a:moveTo>
                    <a:pt x="74" y="15"/>
                  </a:moveTo>
                  <a:cubicBezTo>
                    <a:pt x="73" y="47"/>
                    <a:pt x="104" y="86"/>
                    <a:pt x="96" y="115"/>
                  </a:cubicBezTo>
                  <a:cubicBezTo>
                    <a:pt x="71" y="99"/>
                    <a:pt x="43" y="82"/>
                    <a:pt x="17" y="64"/>
                  </a:cubicBezTo>
                  <a:cubicBezTo>
                    <a:pt x="8" y="63"/>
                    <a:pt x="5" y="71"/>
                    <a:pt x="0" y="67"/>
                  </a:cubicBezTo>
                  <a:cubicBezTo>
                    <a:pt x="6" y="54"/>
                    <a:pt x="46" y="26"/>
                    <a:pt x="25" y="50"/>
                  </a:cubicBezTo>
                  <a:cubicBezTo>
                    <a:pt x="43" y="66"/>
                    <a:pt x="64" y="77"/>
                    <a:pt x="84" y="88"/>
                  </a:cubicBezTo>
                  <a:cubicBezTo>
                    <a:pt x="84" y="67"/>
                    <a:pt x="73" y="42"/>
                    <a:pt x="66" y="21"/>
                  </a:cubicBezTo>
                  <a:cubicBezTo>
                    <a:pt x="60" y="23"/>
                    <a:pt x="56" y="26"/>
                    <a:pt x="50" y="28"/>
                  </a:cubicBezTo>
                  <a:cubicBezTo>
                    <a:pt x="50" y="16"/>
                    <a:pt x="69" y="10"/>
                    <a:pt x="75" y="0"/>
                  </a:cubicBezTo>
                  <a:cubicBezTo>
                    <a:pt x="83" y="6"/>
                    <a:pt x="74" y="7"/>
                    <a:pt x="7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4" name="Freeform 26">
              <a:extLst>
                <a:ext uri="{FF2B5EF4-FFF2-40B4-BE49-F238E27FC236}">
                  <a16:creationId xmlns:a16="http://schemas.microsoft.com/office/drawing/2014/main" id="{97350921-AE1C-F6AA-F4AC-2259DC512C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010" y="5358448"/>
              <a:ext cx="204787" cy="273050"/>
            </a:xfrm>
            <a:custGeom>
              <a:avLst/>
              <a:gdLst>
                <a:gd name="T0" fmla="*/ 62 w 79"/>
                <a:gd name="T1" fmla="*/ 84 h 105"/>
                <a:gd name="T2" fmla="*/ 79 w 79"/>
                <a:gd name="T3" fmla="*/ 87 h 105"/>
                <a:gd name="T4" fmla="*/ 40 w 79"/>
                <a:gd name="T5" fmla="*/ 105 h 105"/>
                <a:gd name="T6" fmla="*/ 50 w 79"/>
                <a:gd name="T7" fmla="*/ 93 h 105"/>
                <a:gd name="T8" fmla="*/ 16 w 79"/>
                <a:gd name="T9" fmla="*/ 19 h 105"/>
                <a:gd name="T10" fmla="*/ 0 w 79"/>
                <a:gd name="T11" fmla="*/ 19 h 105"/>
                <a:gd name="T12" fmla="*/ 40 w 79"/>
                <a:gd name="T13" fmla="*/ 0 h 105"/>
                <a:gd name="T14" fmla="*/ 29 w 79"/>
                <a:gd name="T15" fmla="*/ 12 h 105"/>
                <a:gd name="T16" fmla="*/ 62 w 79"/>
                <a:gd name="T17" fmla="*/ 8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105">
                  <a:moveTo>
                    <a:pt x="62" y="84"/>
                  </a:moveTo>
                  <a:cubicBezTo>
                    <a:pt x="68" y="89"/>
                    <a:pt x="76" y="81"/>
                    <a:pt x="79" y="87"/>
                  </a:cubicBezTo>
                  <a:cubicBezTo>
                    <a:pt x="71" y="95"/>
                    <a:pt x="52" y="104"/>
                    <a:pt x="40" y="105"/>
                  </a:cubicBezTo>
                  <a:cubicBezTo>
                    <a:pt x="40" y="98"/>
                    <a:pt x="50" y="100"/>
                    <a:pt x="50" y="93"/>
                  </a:cubicBezTo>
                  <a:cubicBezTo>
                    <a:pt x="40" y="68"/>
                    <a:pt x="28" y="43"/>
                    <a:pt x="16" y="19"/>
                  </a:cubicBezTo>
                  <a:cubicBezTo>
                    <a:pt x="10" y="17"/>
                    <a:pt x="3" y="25"/>
                    <a:pt x="0" y="19"/>
                  </a:cubicBezTo>
                  <a:cubicBezTo>
                    <a:pt x="10" y="11"/>
                    <a:pt x="28" y="0"/>
                    <a:pt x="40" y="0"/>
                  </a:cubicBezTo>
                  <a:cubicBezTo>
                    <a:pt x="38" y="6"/>
                    <a:pt x="32" y="7"/>
                    <a:pt x="29" y="12"/>
                  </a:cubicBezTo>
                  <a:cubicBezTo>
                    <a:pt x="40" y="36"/>
                    <a:pt x="52" y="60"/>
                    <a:pt x="6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B70D152B-C0F1-4D7B-154A-C33A34028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148" y="5423535"/>
              <a:ext cx="314325" cy="342900"/>
            </a:xfrm>
            <a:custGeom>
              <a:avLst/>
              <a:gdLst>
                <a:gd name="T0" fmla="*/ 121 w 121"/>
                <a:gd name="T1" fmla="*/ 98 h 132"/>
                <a:gd name="T2" fmla="*/ 78 w 121"/>
                <a:gd name="T3" fmla="*/ 79 h 132"/>
                <a:gd name="T4" fmla="*/ 33 w 121"/>
                <a:gd name="T5" fmla="*/ 54 h 132"/>
                <a:gd name="T6" fmla="*/ 59 w 121"/>
                <a:gd name="T7" fmla="*/ 115 h 132"/>
                <a:gd name="T8" fmla="*/ 78 w 121"/>
                <a:gd name="T9" fmla="*/ 116 h 132"/>
                <a:gd name="T10" fmla="*/ 39 w 121"/>
                <a:gd name="T11" fmla="*/ 132 h 132"/>
                <a:gd name="T12" fmla="*/ 48 w 121"/>
                <a:gd name="T13" fmla="*/ 118 h 132"/>
                <a:gd name="T14" fmla="*/ 17 w 121"/>
                <a:gd name="T15" fmla="*/ 46 h 132"/>
                <a:gd name="T16" fmla="*/ 1 w 121"/>
                <a:gd name="T17" fmla="*/ 46 h 132"/>
                <a:gd name="T18" fmla="*/ 25 w 121"/>
                <a:gd name="T19" fmla="*/ 32 h 132"/>
                <a:gd name="T20" fmla="*/ 102 w 121"/>
                <a:gd name="T21" fmla="*/ 77 h 132"/>
                <a:gd name="T22" fmla="*/ 78 w 121"/>
                <a:gd name="T23" fmla="*/ 20 h 132"/>
                <a:gd name="T24" fmla="*/ 60 w 121"/>
                <a:gd name="T25" fmla="*/ 20 h 132"/>
                <a:gd name="T26" fmla="*/ 95 w 121"/>
                <a:gd name="T27" fmla="*/ 0 h 132"/>
                <a:gd name="T28" fmla="*/ 88 w 121"/>
                <a:gd name="T29" fmla="*/ 16 h 132"/>
                <a:gd name="T30" fmla="*/ 121 w 121"/>
                <a:gd name="T31" fmla="*/ 9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1" h="132">
                  <a:moveTo>
                    <a:pt x="121" y="98"/>
                  </a:moveTo>
                  <a:cubicBezTo>
                    <a:pt x="105" y="103"/>
                    <a:pt x="92" y="87"/>
                    <a:pt x="78" y="79"/>
                  </a:cubicBezTo>
                  <a:cubicBezTo>
                    <a:pt x="62" y="70"/>
                    <a:pt x="47" y="62"/>
                    <a:pt x="33" y="54"/>
                  </a:cubicBezTo>
                  <a:cubicBezTo>
                    <a:pt x="39" y="77"/>
                    <a:pt x="48" y="96"/>
                    <a:pt x="59" y="115"/>
                  </a:cubicBezTo>
                  <a:cubicBezTo>
                    <a:pt x="65" y="116"/>
                    <a:pt x="73" y="113"/>
                    <a:pt x="78" y="116"/>
                  </a:cubicBezTo>
                  <a:cubicBezTo>
                    <a:pt x="67" y="124"/>
                    <a:pt x="50" y="132"/>
                    <a:pt x="39" y="132"/>
                  </a:cubicBezTo>
                  <a:cubicBezTo>
                    <a:pt x="39" y="126"/>
                    <a:pt x="48" y="126"/>
                    <a:pt x="48" y="118"/>
                  </a:cubicBezTo>
                  <a:cubicBezTo>
                    <a:pt x="51" y="98"/>
                    <a:pt x="23" y="63"/>
                    <a:pt x="17" y="46"/>
                  </a:cubicBezTo>
                  <a:cubicBezTo>
                    <a:pt x="11" y="44"/>
                    <a:pt x="5" y="51"/>
                    <a:pt x="1" y="46"/>
                  </a:cubicBezTo>
                  <a:cubicBezTo>
                    <a:pt x="0" y="39"/>
                    <a:pt x="18" y="37"/>
                    <a:pt x="25" y="32"/>
                  </a:cubicBezTo>
                  <a:cubicBezTo>
                    <a:pt x="51" y="45"/>
                    <a:pt x="75" y="63"/>
                    <a:pt x="102" y="77"/>
                  </a:cubicBezTo>
                  <a:cubicBezTo>
                    <a:pt x="97" y="55"/>
                    <a:pt x="87" y="37"/>
                    <a:pt x="78" y="20"/>
                  </a:cubicBezTo>
                  <a:cubicBezTo>
                    <a:pt x="70" y="17"/>
                    <a:pt x="65" y="24"/>
                    <a:pt x="60" y="20"/>
                  </a:cubicBezTo>
                  <a:cubicBezTo>
                    <a:pt x="67" y="8"/>
                    <a:pt x="86" y="8"/>
                    <a:pt x="95" y="0"/>
                  </a:cubicBezTo>
                  <a:cubicBezTo>
                    <a:pt x="104" y="7"/>
                    <a:pt x="88" y="7"/>
                    <a:pt x="88" y="16"/>
                  </a:cubicBezTo>
                  <a:cubicBezTo>
                    <a:pt x="97" y="46"/>
                    <a:pt x="110" y="72"/>
                    <a:pt x="121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1BE6F123-81C6-AB6E-1BA3-CEB9F38F5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198" y="2524760"/>
              <a:ext cx="238125" cy="295275"/>
            </a:xfrm>
            <a:custGeom>
              <a:avLst/>
              <a:gdLst>
                <a:gd name="T0" fmla="*/ 74 w 92"/>
                <a:gd name="T1" fmla="*/ 19 h 114"/>
                <a:gd name="T2" fmla="*/ 71 w 92"/>
                <a:gd name="T3" fmla="*/ 114 h 114"/>
                <a:gd name="T4" fmla="*/ 65 w 92"/>
                <a:gd name="T5" fmla="*/ 100 h 114"/>
                <a:gd name="T6" fmla="*/ 3 w 92"/>
                <a:gd name="T7" fmla="*/ 79 h 114"/>
                <a:gd name="T8" fmla="*/ 69 w 92"/>
                <a:gd name="T9" fmla="*/ 83 h 114"/>
                <a:gd name="T10" fmla="*/ 51 w 92"/>
                <a:gd name="T11" fmla="*/ 66 h 114"/>
                <a:gd name="T12" fmla="*/ 2 w 92"/>
                <a:gd name="T13" fmla="*/ 52 h 114"/>
                <a:gd name="T14" fmla="*/ 69 w 92"/>
                <a:gd name="T15" fmla="*/ 54 h 114"/>
                <a:gd name="T16" fmla="*/ 2 w 92"/>
                <a:gd name="T17" fmla="*/ 24 h 114"/>
                <a:gd name="T18" fmla="*/ 62 w 92"/>
                <a:gd name="T19" fmla="*/ 23 h 114"/>
                <a:gd name="T20" fmla="*/ 74 w 92"/>
                <a:gd name="T21" fmla="*/ 1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4">
                  <a:moveTo>
                    <a:pt x="74" y="19"/>
                  </a:moveTo>
                  <a:cubicBezTo>
                    <a:pt x="88" y="36"/>
                    <a:pt x="92" y="103"/>
                    <a:pt x="71" y="114"/>
                  </a:cubicBezTo>
                  <a:cubicBezTo>
                    <a:pt x="63" y="114"/>
                    <a:pt x="64" y="107"/>
                    <a:pt x="65" y="100"/>
                  </a:cubicBezTo>
                  <a:cubicBezTo>
                    <a:pt x="51" y="86"/>
                    <a:pt x="14" y="99"/>
                    <a:pt x="3" y="79"/>
                  </a:cubicBezTo>
                  <a:cubicBezTo>
                    <a:pt x="24" y="65"/>
                    <a:pt x="49" y="83"/>
                    <a:pt x="69" y="83"/>
                  </a:cubicBezTo>
                  <a:cubicBezTo>
                    <a:pt x="73" y="69"/>
                    <a:pt x="58" y="69"/>
                    <a:pt x="51" y="66"/>
                  </a:cubicBezTo>
                  <a:cubicBezTo>
                    <a:pt x="36" y="61"/>
                    <a:pt x="14" y="62"/>
                    <a:pt x="2" y="52"/>
                  </a:cubicBezTo>
                  <a:cubicBezTo>
                    <a:pt x="14" y="31"/>
                    <a:pt x="49" y="52"/>
                    <a:pt x="69" y="54"/>
                  </a:cubicBezTo>
                  <a:cubicBezTo>
                    <a:pt x="65" y="24"/>
                    <a:pt x="22" y="36"/>
                    <a:pt x="2" y="24"/>
                  </a:cubicBezTo>
                  <a:cubicBezTo>
                    <a:pt x="0" y="0"/>
                    <a:pt x="48" y="18"/>
                    <a:pt x="62" y="23"/>
                  </a:cubicBezTo>
                  <a:cubicBezTo>
                    <a:pt x="68" y="24"/>
                    <a:pt x="70" y="13"/>
                    <a:pt x="74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id="{9FB380E7-B564-3BD4-D350-EEA193AB14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0185" y="2210435"/>
              <a:ext cx="796925" cy="906463"/>
            </a:xfrm>
            <a:custGeom>
              <a:avLst/>
              <a:gdLst>
                <a:gd name="T0" fmla="*/ 220 w 307"/>
                <a:gd name="T1" fmla="*/ 268 h 349"/>
                <a:gd name="T2" fmla="*/ 111 w 307"/>
                <a:gd name="T3" fmla="*/ 268 h 349"/>
                <a:gd name="T4" fmla="*/ 220 w 307"/>
                <a:gd name="T5" fmla="*/ 268 h 349"/>
                <a:gd name="T6" fmla="*/ 173 w 307"/>
                <a:gd name="T7" fmla="*/ 123 h 349"/>
                <a:gd name="T8" fmla="*/ 194 w 307"/>
                <a:gd name="T9" fmla="*/ 123 h 349"/>
                <a:gd name="T10" fmla="*/ 162 w 307"/>
                <a:gd name="T11" fmla="*/ 45 h 349"/>
                <a:gd name="T12" fmla="*/ 137 w 307"/>
                <a:gd name="T13" fmla="*/ 123 h 349"/>
                <a:gd name="T14" fmla="*/ 156 w 307"/>
                <a:gd name="T15" fmla="*/ 123 h 349"/>
                <a:gd name="T16" fmla="*/ 168 w 307"/>
                <a:gd name="T17" fmla="*/ 105 h 349"/>
                <a:gd name="T18" fmla="*/ 173 w 307"/>
                <a:gd name="T19" fmla="*/ 123 h 349"/>
                <a:gd name="T20" fmla="*/ 253 w 307"/>
                <a:gd name="T21" fmla="*/ 300 h 349"/>
                <a:gd name="T22" fmla="*/ 286 w 307"/>
                <a:gd name="T23" fmla="*/ 257 h 349"/>
                <a:gd name="T24" fmla="*/ 45 w 307"/>
                <a:gd name="T25" fmla="*/ 259 h 349"/>
                <a:gd name="T26" fmla="*/ 79 w 307"/>
                <a:gd name="T27" fmla="*/ 300 h 349"/>
                <a:gd name="T28" fmla="*/ 109 w 307"/>
                <a:gd name="T29" fmla="*/ 294 h 349"/>
                <a:gd name="T30" fmla="*/ 83 w 307"/>
                <a:gd name="T31" fmla="*/ 264 h 349"/>
                <a:gd name="T32" fmla="*/ 178 w 307"/>
                <a:gd name="T33" fmla="*/ 244 h 349"/>
                <a:gd name="T34" fmla="*/ 248 w 307"/>
                <a:gd name="T35" fmla="*/ 266 h 349"/>
                <a:gd name="T36" fmla="*/ 222 w 307"/>
                <a:gd name="T37" fmla="*/ 291 h 349"/>
                <a:gd name="T38" fmla="*/ 253 w 307"/>
                <a:gd name="T39" fmla="*/ 300 h 349"/>
                <a:gd name="T40" fmla="*/ 274 w 307"/>
                <a:gd name="T41" fmla="*/ 75 h 349"/>
                <a:gd name="T42" fmla="*/ 302 w 307"/>
                <a:gd name="T43" fmla="*/ 133 h 349"/>
                <a:gd name="T44" fmla="*/ 264 w 307"/>
                <a:gd name="T45" fmla="*/ 85 h 349"/>
                <a:gd name="T46" fmla="*/ 187 w 307"/>
                <a:gd name="T47" fmla="*/ 47 h 349"/>
                <a:gd name="T48" fmla="*/ 210 w 307"/>
                <a:gd name="T49" fmla="*/ 121 h 349"/>
                <a:gd name="T50" fmla="*/ 175 w 307"/>
                <a:gd name="T51" fmla="*/ 139 h 349"/>
                <a:gd name="T52" fmla="*/ 173 w 307"/>
                <a:gd name="T53" fmla="*/ 173 h 349"/>
                <a:gd name="T54" fmla="*/ 225 w 307"/>
                <a:gd name="T55" fmla="*/ 175 h 349"/>
                <a:gd name="T56" fmla="*/ 173 w 307"/>
                <a:gd name="T57" fmla="*/ 188 h 349"/>
                <a:gd name="T58" fmla="*/ 166 w 307"/>
                <a:gd name="T59" fmla="*/ 219 h 349"/>
                <a:gd name="T60" fmla="*/ 305 w 307"/>
                <a:gd name="T61" fmla="*/ 250 h 349"/>
                <a:gd name="T62" fmla="*/ 256 w 307"/>
                <a:gd name="T63" fmla="*/ 318 h 349"/>
                <a:gd name="T64" fmla="*/ 192 w 307"/>
                <a:gd name="T65" fmla="*/ 338 h 349"/>
                <a:gd name="T66" fmla="*/ 232 w 307"/>
                <a:gd name="T67" fmla="*/ 312 h 349"/>
                <a:gd name="T68" fmla="*/ 183 w 307"/>
                <a:gd name="T69" fmla="*/ 304 h 349"/>
                <a:gd name="T70" fmla="*/ 181 w 307"/>
                <a:gd name="T71" fmla="*/ 343 h 349"/>
                <a:gd name="T72" fmla="*/ 132 w 307"/>
                <a:gd name="T73" fmla="*/ 334 h 349"/>
                <a:gd name="T74" fmla="*/ 168 w 307"/>
                <a:gd name="T75" fmla="*/ 330 h 349"/>
                <a:gd name="T76" fmla="*/ 166 w 307"/>
                <a:gd name="T77" fmla="*/ 304 h 349"/>
                <a:gd name="T78" fmla="*/ 100 w 307"/>
                <a:gd name="T79" fmla="*/ 311 h 349"/>
                <a:gd name="T80" fmla="*/ 123 w 307"/>
                <a:gd name="T81" fmla="*/ 334 h 349"/>
                <a:gd name="T82" fmla="*/ 25 w 307"/>
                <a:gd name="T83" fmla="*/ 252 h 349"/>
                <a:gd name="T84" fmla="*/ 161 w 307"/>
                <a:gd name="T85" fmla="*/ 221 h 349"/>
                <a:gd name="T86" fmla="*/ 157 w 307"/>
                <a:gd name="T87" fmla="*/ 191 h 349"/>
                <a:gd name="T88" fmla="*/ 104 w 307"/>
                <a:gd name="T89" fmla="*/ 182 h 349"/>
                <a:gd name="T90" fmla="*/ 156 w 307"/>
                <a:gd name="T91" fmla="*/ 173 h 349"/>
                <a:gd name="T92" fmla="*/ 157 w 307"/>
                <a:gd name="T93" fmla="*/ 140 h 349"/>
                <a:gd name="T94" fmla="*/ 104 w 307"/>
                <a:gd name="T95" fmla="*/ 132 h 349"/>
                <a:gd name="T96" fmla="*/ 121 w 307"/>
                <a:gd name="T97" fmla="*/ 123 h 349"/>
                <a:gd name="T98" fmla="*/ 144 w 307"/>
                <a:gd name="T99" fmla="*/ 51 h 349"/>
                <a:gd name="T100" fmla="*/ 34 w 307"/>
                <a:gd name="T101" fmla="*/ 143 h 349"/>
                <a:gd name="T102" fmla="*/ 95 w 307"/>
                <a:gd name="T103" fmla="*/ 140 h 349"/>
                <a:gd name="T104" fmla="*/ 28 w 307"/>
                <a:gd name="T105" fmla="*/ 173 h 349"/>
                <a:gd name="T106" fmla="*/ 95 w 307"/>
                <a:gd name="T107" fmla="*/ 171 h 349"/>
                <a:gd name="T108" fmla="*/ 28 w 307"/>
                <a:gd name="T109" fmla="*/ 204 h 349"/>
                <a:gd name="T110" fmla="*/ 91 w 307"/>
                <a:gd name="T111" fmla="*/ 201 h 349"/>
                <a:gd name="T112" fmla="*/ 33 w 307"/>
                <a:gd name="T113" fmla="*/ 221 h 349"/>
                <a:gd name="T114" fmla="*/ 28 w 307"/>
                <a:gd name="T115" fmla="*/ 239 h 349"/>
                <a:gd name="T116" fmla="*/ 12 w 307"/>
                <a:gd name="T117" fmla="*/ 213 h 349"/>
                <a:gd name="T118" fmla="*/ 150 w 307"/>
                <a:gd name="T119" fmla="*/ 29 h 349"/>
                <a:gd name="T120" fmla="*/ 177 w 307"/>
                <a:gd name="T121" fmla="*/ 29 h 349"/>
                <a:gd name="T122" fmla="*/ 274 w 307"/>
                <a:gd name="T123" fmla="*/ 75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7" h="349">
                  <a:moveTo>
                    <a:pt x="220" y="268"/>
                  </a:moveTo>
                  <a:cubicBezTo>
                    <a:pt x="190" y="258"/>
                    <a:pt x="144" y="258"/>
                    <a:pt x="111" y="268"/>
                  </a:cubicBezTo>
                  <a:cubicBezTo>
                    <a:pt x="129" y="292"/>
                    <a:pt x="201" y="292"/>
                    <a:pt x="220" y="268"/>
                  </a:cubicBezTo>
                  <a:close/>
                  <a:moveTo>
                    <a:pt x="173" y="123"/>
                  </a:moveTo>
                  <a:cubicBezTo>
                    <a:pt x="181" y="123"/>
                    <a:pt x="187" y="123"/>
                    <a:pt x="194" y="123"/>
                  </a:cubicBezTo>
                  <a:cubicBezTo>
                    <a:pt x="184" y="96"/>
                    <a:pt x="181" y="64"/>
                    <a:pt x="162" y="45"/>
                  </a:cubicBezTo>
                  <a:cubicBezTo>
                    <a:pt x="154" y="71"/>
                    <a:pt x="143" y="95"/>
                    <a:pt x="137" y="123"/>
                  </a:cubicBezTo>
                  <a:cubicBezTo>
                    <a:pt x="143" y="123"/>
                    <a:pt x="149" y="123"/>
                    <a:pt x="156" y="123"/>
                  </a:cubicBezTo>
                  <a:cubicBezTo>
                    <a:pt x="156" y="113"/>
                    <a:pt x="159" y="106"/>
                    <a:pt x="168" y="105"/>
                  </a:cubicBezTo>
                  <a:cubicBezTo>
                    <a:pt x="173" y="107"/>
                    <a:pt x="173" y="114"/>
                    <a:pt x="173" y="123"/>
                  </a:cubicBezTo>
                  <a:close/>
                  <a:moveTo>
                    <a:pt x="253" y="300"/>
                  </a:moveTo>
                  <a:cubicBezTo>
                    <a:pt x="266" y="288"/>
                    <a:pt x="278" y="276"/>
                    <a:pt x="286" y="257"/>
                  </a:cubicBezTo>
                  <a:cubicBezTo>
                    <a:pt x="219" y="230"/>
                    <a:pt x="105" y="229"/>
                    <a:pt x="45" y="259"/>
                  </a:cubicBezTo>
                  <a:cubicBezTo>
                    <a:pt x="54" y="276"/>
                    <a:pt x="67" y="287"/>
                    <a:pt x="79" y="300"/>
                  </a:cubicBezTo>
                  <a:cubicBezTo>
                    <a:pt x="90" y="299"/>
                    <a:pt x="96" y="292"/>
                    <a:pt x="109" y="294"/>
                  </a:cubicBezTo>
                  <a:cubicBezTo>
                    <a:pt x="105" y="280"/>
                    <a:pt x="85" y="281"/>
                    <a:pt x="83" y="264"/>
                  </a:cubicBezTo>
                  <a:cubicBezTo>
                    <a:pt x="100" y="247"/>
                    <a:pt x="143" y="242"/>
                    <a:pt x="178" y="244"/>
                  </a:cubicBezTo>
                  <a:cubicBezTo>
                    <a:pt x="205" y="247"/>
                    <a:pt x="238" y="249"/>
                    <a:pt x="248" y="266"/>
                  </a:cubicBezTo>
                  <a:cubicBezTo>
                    <a:pt x="244" y="280"/>
                    <a:pt x="228" y="281"/>
                    <a:pt x="222" y="291"/>
                  </a:cubicBezTo>
                  <a:cubicBezTo>
                    <a:pt x="232" y="294"/>
                    <a:pt x="243" y="297"/>
                    <a:pt x="253" y="300"/>
                  </a:cubicBezTo>
                  <a:close/>
                  <a:moveTo>
                    <a:pt x="274" y="75"/>
                  </a:moveTo>
                  <a:cubicBezTo>
                    <a:pt x="287" y="88"/>
                    <a:pt x="307" y="110"/>
                    <a:pt x="302" y="133"/>
                  </a:cubicBezTo>
                  <a:cubicBezTo>
                    <a:pt x="283" y="125"/>
                    <a:pt x="278" y="100"/>
                    <a:pt x="264" y="85"/>
                  </a:cubicBezTo>
                  <a:cubicBezTo>
                    <a:pt x="244" y="64"/>
                    <a:pt x="217" y="57"/>
                    <a:pt x="187" y="47"/>
                  </a:cubicBezTo>
                  <a:cubicBezTo>
                    <a:pt x="192" y="75"/>
                    <a:pt x="204" y="94"/>
                    <a:pt x="210" y="121"/>
                  </a:cubicBezTo>
                  <a:cubicBezTo>
                    <a:pt x="252" y="134"/>
                    <a:pt x="201" y="145"/>
                    <a:pt x="175" y="139"/>
                  </a:cubicBezTo>
                  <a:cubicBezTo>
                    <a:pt x="171" y="147"/>
                    <a:pt x="175" y="162"/>
                    <a:pt x="173" y="173"/>
                  </a:cubicBezTo>
                  <a:cubicBezTo>
                    <a:pt x="187" y="177"/>
                    <a:pt x="210" y="168"/>
                    <a:pt x="225" y="175"/>
                  </a:cubicBezTo>
                  <a:cubicBezTo>
                    <a:pt x="225" y="202"/>
                    <a:pt x="197" y="185"/>
                    <a:pt x="173" y="188"/>
                  </a:cubicBezTo>
                  <a:cubicBezTo>
                    <a:pt x="173" y="202"/>
                    <a:pt x="175" y="215"/>
                    <a:pt x="166" y="219"/>
                  </a:cubicBezTo>
                  <a:cubicBezTo>
                    <a:pt x="220" y="223"/>
                    <a:pt x="271" y="226"/>
                    <a:pt x="305" y="250"/>
                  </a:cubicBezTo>
                  <a:cubicBezTo>
                    <a:pt x="297" y="277"/>
                    <a:pt x="278" y="302"/>
                    <a:pt x="256" y="318"/>
                  </a:cubicBezTo>
                  <a:cubicBezTo>
                    <a:pt x="239" y="330"/>
                    <a:pt x="215" y="342"/>
                    <a:pt x="192" y="338"/>
                  </a:cubicBezTo>
                  <a:cubicBezTo>
                    <a:pt x="192" y="315"/>
                    <a:pt x="222" y="325"/>
                    <a:pt x="232" y="312"/>
                  </a:cubicBezTo>
                  <a:cubicBezTo>
                    <a:pt x="220" y="305"/>
                    <a:pt x="201" y="305"/>
                    <a:pt x="183" y="304"/>
                  </a:cubicBezTo>
                  <a:cubicBezTo>
                    <a:pt x="182" y="311"/>
                    <a:pt x="187" y="335"/>
                    <a:pt x="181" y="343"/>
                  </a:cubicBezTo>
                  <a:cubicBezTo>
                    <a:pt x="166" y="349"/>
                    <a:pt x="129" y="347"/>
                    <a:pt x="132" y="334"/>
                  </a:cubicBezTo>
                  <a:cubicBezTo>
                    <a:pt x="134" y="323"/>
                    <a:pt x="154" y="330"/>
                    <a:pt x="168" y="330"/>
                  </a:cubicBezTo>
                  <a:cubicBezTo>
                    <a:pt x="168" y="321"/>
                    <a:pt x="168" y="311"/>
                    <a:pt x="166" y="304"/>
                  </a:cubicBezTo>
                  <a:cubicBezTo>
                    <a:pt x="140" y="302"/>
                    <a:pt x="120" y="306"/>
                    <a:pt x="100" y="311"/>
                  </a:cubicBezTo>
                  <a:cubicBezTo>
                    <a:pt x="105" y="321"/>
                    <a:pt x="129" y="318"/>
                    <a:pt x="123" y="334"/>
                  </a:cubicBezTo>
                  <a:cubicBezTo>
                    <a:pt x="76" y="330"/>
                    <a:pt x="44" y="294"/>
                    <a:pt x="25" y="252"/>
                  </a:cubicBezTo>
                  <a:cubicBezTo>
                    <a:pt x="57" y="228"/>
                    <a:pt x="109" y="224"/>
                    <a:pt x="161" y="221"/>
                  </a:cubicBezTo>
                  <a:cubicBezTo>
                    <a:pt x="161" y="216"/>
                    <a:pt x="155" y="204"/>
                    <a:pt x="157" y="191"/>
                  </a:cubicBezTo>
                  <a:cubicBezTo>
                    <a:pt x="142" y="182"/>
                    <a:pt x="111" y="200"/>
                    <a:pt x="104" y="182"/>
                  </a:cubicBezTo>
                  <a:cubicBezTo>
                    <a:pt x="109" y="164"/>
                    <a:pt x="139" y="178"/>
                    <a:pt x="156" y="173"/>
                  </a:cubicBezTo>
                  <a:cubicBezTo>
                    <a:pt x="160" y="166"/>
                    <a:pt x="156" y="151"/>
                    <a:pt x="157" y="140"/>
                  </a:cubicBezTo>
                  <a:cubicBezTo>
                    <a:pt x="138" y="133"/>
                    <a:pt x="113" y="151"/>
                    <a:pt x="104" y="132"/>
                  </a:cubicBezTo>
                  <a:cubicBezTo>
                    <a:pt x="105" y="124"/>
                    <a:pt x="112" y="123"/>
                    <a:pt x="121" y="123"/>
                  </a:cubicBezTo>
                  <a:cubicBezTo>
                    <a:pt x="124" y="95"/>
                    <a:pt x="137" y="76"/>
                    <a:pt x="144" y="51"/>
                  </a:cubicBezTo>
                  <a:cubicBezTo>
                    <a:pt x="88" y="54"/>
                    <a:pt x="52" y="94"/>
                    <a:pt x="34" y="143"/>
                  </a:cubicBezTo>
                  <a:cubicBezTo>
                    <a:pt x="52" y="142"/>
                    <a:pt x="83" y="124"/>
                    <a:pt x="95" y="140"/>
                  </a:cubicBezTo>
                  <a:cubicBezTo>
                    <a:pt x="83" y="162"/>
                    <a:pt x="34" y="142"/>
                    <a:pt x="28" y="173"/>
                  </a:cubicBezTo>
                  <a:cubicBezTo>
                    <a:pt x="41" y="177"/>
                    <a:pt x="79" y="152"/>
                    <a:pt x="95" y="171"/>
                  </a:cubicBezTo>
                  <a:cubicBezTo>
                    <a:pt x="83" y="192"/>
                    <a:pt x="30" y="172"/>
                    <a:pt x="28" y="204"/>
                  </a:cubicBezTo>
                  <a:cubicBezTo>
                    <a:pt x="43" y="206"/>
                    <a:pt x="76" y="183"/>
                    <a:pt x="91" y="201"/>
                  </a:cubicBezTo>
                  <a:cubicBezTo>
                    <a:pt x="84" y="220"/>
                    <a:pt x="45" y="207"/>
                    <a:pt x="33" y="221"/>
                  </a:cubicBezTo>
                  <a:cubicBezTo>
                    <a:pt x="30" y="225"/>
                    <a:pt x="35" y="238"/>
                    <a:pt x="28" y="239"/>
                  </a:cubicBezTo>
                  <a:cubicBezTo>
                    <a:pt x="16" y="237"/>
                    <a:pt x="13" y="223"/>
                    <a:pt x="12" y="213"/>
                  </a:cubicBezTo>
                  <a:cubicBezTo>
                    <a:pt x="0" y="105"/>
                    <a:pt x="69" y="44"/>
                    <a:pt x="150" y="29"/>
                  </a:cubicBezTo>
                  <a:cubicBezTo>
                    <a:pt x="155" y="9"/>
                    <a:pt x="176" y="0"/>
                    <a:pt x="177" y="29"/>
                  </a:cubicBezTo>
                  <a:cubicBezTo>
                    <a:pt x="214" y="35"/>
                    <a:pt x="250" y="51"/>
                    <a:pt x="274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AB875B08-9F95-D0BA-1050-C273A5BCFA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698" y="5542598"/>
              <a:ext cx="265112" cy="306388"/>
            </a:xfrm>
            <a:custGeom>
              <a:avLst/>
              <a:gdLst>
                <a:gd name="T0" fmla="*/ 100 w 102"/>
                <a:gd name="T1" fmla="*/ 5 h 118"/>
                <a:gd name="T2" fmla="*/ 89 w 102"/>
                <a:gd name="T3" fmla="*/ 13 h 118"/>
                <a:gd name="T4" fmla="*/ 86 w 102"/>
                <a:gd name="T5" fmla="*/ 83 h 118"/>
                <a:gd name="T6" fmla="*/ 21 w 102"/>
                <a:gd name="T7" fmla="*/ 99 h 118"/>
                <a:gd name="T8" fmla="*/ 12 w 102"/>
                <a:gd name="T9" fmla="*/ 16 h 118"/>
                <a:gd name="T10" fmla="*/ 0 w 102"/>
                <a:gd name="T11" fmla="*/ 8 h 118"/>
                <a:gd name="T12" fmla="*/ 42 w 102"/>
                <a:gd name="T13" fmla="*/ 5 h 118"/>
                <a:gd name="T14" fmla="*/ 30 w 102"/>
                <a:gd name="T15" fmla="*/ 13 h 118"/>
                <a:gd name="T16" fmla="*/ 48 w 102"/>
                <a:gd name="T17" fmla="*/ 99 h 118"/>
                <a:gd name="T18" fmla="*/ 74 w 102"/>
                <a:gd name="T19" fmla="*/ 13 h 118"/>
                <a:gd name="T20" fmla="*/ 61 w 102"/>
                <a:gd name="T21" fmla="*/ 8 h 118"/>
                <a:gd name="T22" fmla="*/ 100 w 102"/>
                <a:gd name="T23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" h="118">
                  <a:moveTo>
                    <a:pt x="100" y="5"/>
                  </a:moveTo>
                  <a:cubicBezTo>
                    <a:pt x="102" y="13"/>
                    <a:pt x="91" y="9"/>
                    <a:pt x="89" y="13"/>
                  </a:cubicBezTo>
                  <a:cubicBezTo>
                    <a:pt x="78" y="33"/>
                    <a:pt x="91" y="61"/>
                    <a:pt x="86" y="83"/>
                  </a:cubicBezTo>
                  <a:cubicBezTo>
                    <a:pt x="80" y="107"/>
                    <a:pt x="39" y="118"/>
                    <a:pt x="21" y="99"/>
                  </a:cubicBezTo>
                  <a:cubicBezTo>
                    <a:pt x="1" y="80"/>
                    <a:pt x="23" y="45"/>
                    <a:pt x="12" y="16"/>
                  </a:cubicBezTo>
                  <a:cubicBezTo>
                    <a:pt x="11" y="9"/>
                    <a:pt x="3" y="12"/>
                    <a:pt x="0" y="8"/>
                  </a:cubicBezTo>
                  <a:cubicBezTo>
                    <a:pt x="8" y="0"/>
                    <a:pt x="33" y="4"/>
                    <a:pt x="42" y="5"/>
                  </a:cubicBezTo>
                  <a:cubicBezTo>
                    <a:pt x="43" y="13"/>
                    <a:pt x="32" y="9"/>
                    <a:pt x="30" y="13"/>
                  </a:cubicBezTo>
                  <a:cubicBezTo>
                    <a:pt x="28" y="43"/>
                    <a:pt x="20" y="95"/>
                    <a:pt x="48" y="99"/>
                  </a:cubicBezTo>
                  <a:cubicBezTo>
                    <a:pt x="83" y="105"/>
                    <a:pt x="85" y="48"/>
                    <a:pt x="74" y="13"/>
                  </a:cubicBezTo>
                  <a:cubicBezTo>
                    <a:pt x="71" y="9"/>
                    <a:pt x="61" y="13"/>
                    <a:pt x="61" y="8"/>
                  </a:cubicBezTo>
                  <a:cubicBezTo>
                    <a:pt x="67" y="0"/>
                    <a:pt x="92" y="4"/>
                    <a:pt x="10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29" name="Freeform 31">
              <a:extLst>
                <a:ext uri="{FF2B5EF4-FFF2-40B4-BE49-F238E27FC236}">
                  <a16:creationId xmlns:a16="http://schemas.microsoft.com/office/drawing/2014/main" id="{6B20D786-2E20-E690-463D-510602B72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685" y="4912360"/>
              <a:ext cx="98425" cy="196850"/>
            </a:xfrm>
            <a:custGeom>
              <a:avLst/>
              <a:gdLst>
                <a:gd name="T0" fmla="*/ 27 w 38"/>
                <a:gd name="T1" fmla="*/ 12 h 76"/>
                <a:gd name="T2" fmla="*/ 11 w 38"/>
                <a:gd name="T3" fmla="*/ 65 h 76"/>
                <a:gd name="T4" fmla="*/ 27 w 38"/>
                <a:gd name="T5" fmla="*/ 1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6">
                  <a:moveTo>
                    <a:pt x="27" y="12"/>
                  </a:moveTo>
                  <a:cubicBezTo>
                    <a:pt x="35" y="26"/>
                    <a:pt x="38" y="76"/>
                    <a:pt x="11" y="65"/>
                  </a:cubicBezTo>
                  <a:cubicBezTo>
                    <a:pt x="2" y="51"/>
                    <a:pt x="0" y="0"/>
                    <a:pt x="2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3A711ED7-79AF-26A9-89FA-492030287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235" y="4909185"/>
              <a:ext cx="98425" cy="127000"/>
            </a:xfrm>
            <a:custGeom>
              <a:avLst/>
              <a:gdLst>
                <a:gd name="T0" fmla="*/ 32 w 38"/>
                <a:gd name="T1" fmla="*/ 13 h 49"/>
                <a:gd name="T2" fmla="*/ 30 w 38"/>
                <a:gd name="T3" fmla="*/ 42 h 49"/>
                <a:gd name="T4" fmla="*/ 32 w 38"/>
                <a:gd name="T5" fmla="*/ 1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49">
                  <a:moveTo>
                    <a:pt x="32" y="13"/>
                  </a:moveTo>
                  <a:cubicBezTo>
                    <a:pt x="38" y="23"/>
                    <a:pt x="38" y="34"/>
                    <a:pt x="30" y="42"/>
                  </a:cubicBezTo>
                  <a:cubicBezTo>
                    <a:pt x="0" y="49"/>
                    <a:pt x="7" y="0"/>
                    <a:pt x="32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id="{9EA176BC-642A-0291-5EAA-4489EDD53A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735" y="5240973"/>
              <a:ext cx="273050" cy="349250"/>
            </a:xfrm>
            <a:custGeom>
              <a:avLst/>
              <a:gdLst>
                <a:gd name="T0" fmla="*/ 96 w 105"/>
                <a:gd name="T1" fmla="*/ 51 h 134"/>
                <a:gd name="T2" fmla="*/ 105 w 105"/>
                <a:gd name="T3" fmla="*/ 51 h 134"/>
                <a:gd name="T4" fmla="*/ 85 w 105"/>
                <a:gd name="T5" fmla="*/ 81 h 134"/>
                <a:gd name="T6" fmla="*/ 73 w 105"/>
                <a:gd name="T7" fmla="*/ 33 h 134"/>
                <a:gd name="T8" fmla="*/ 15 w 105"/>
                <a:gd name="T9" fmla="*/ 81 h 134"/>
                <a:gd name="T10" fmla="*/ 60 w 105"/>
                <a:gd name="T11" fmla="*/ 97 h 134"/>
                <a:gd name="T12" fmla="*/ 51 w 105"/>
                <a:gd name="T13" fmla="*/ 81 h 134"/>
                <a:gd name="T14" fmla="*/ 87 w 105"/>
                <a:gd name="T15" fmla="*/ 107 h 134"/>
                <a:gd name="T16" fmla="*/ 76 w 105"/>
                <a:gd name="T17" fmla="*/ 106 h 134"/>
                <a:gd name="T18" fmla="*/ 56 w 105"/>
                <a:gd name="T19" fmla="*/ 132 h 134"/>
                <a:gd name="T20" fmla="*/ 1 w 105"/>
                <a:gd name="T21" fmla="*/ 77 h 134"/>
                <a:gd name="T22" fmla="*/ 96 w 105"/>
                <a:gd name="T23" fmla="*/ 5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5" h="134">
                  <a:moveTo>
                    <a:pt x="96" y="51"/>
                  </a:moveTo>
                  <a:cubicBezTo>
                    <a:pt x="100" y="51"/>
                    <a:pt x="101" y="47"/>
                    <a:pt x="105" y="51"/>
                  </a:cubicBezTo>
                  <a:cubicBezTo>
                    <a:pt x="104" y="59"/>
                    <a:pt x="95" y="75"/>
                    <a:pt x="85" y="81"/>
                  </a:cubicBezTo>
                  <a:cubicBezTo>
                    <a:pt x="88" y="64"/>
                    <a:pt x="89" y="39"/>
                    <a:pt x="73" y="33"/>
                  </a:cubicBezTo>
                  <a:cubicBezTo>
                    <a:pt x="51" y="23"/>
                    <a:pt x="17" y="52"/>
                    <a:pt x="15" y="81"/>
                  </a:cubicBezTo>
                  <a:cubicBezTo>
                    <a:pt x="12" y="114"/>
                    <a:pt x="51" y="134"/>
                    <a:pt x="60" y="97"/>
                  </a:cubicBezTo>
                  <a:cubicBezTo>
                    <a:pt x="60" y="88"/>
                    <a:pt x="49" y="91"/>
                    <a:pt x="51" y="81"/>
                  </a:cubicBezTo>
                  <a:cubicBezTo>
                    <a:pt x="63" y="88"/>
                    <a:pt x="78" y="95"/>
                    <a:pt x="87" y="107"/>
                  </a:cubicBezTo>
                  <a:cubicBezTo>
                    <a:pt x="83" y="113"/>
                    <a:pt x="81" y="105"/>
                    <a:pt x="76" y="106"/>
                  </a:cubicBezTo>
                  <a:cubicBezTo>
                    <a:pt x="66" y="111"/>
                    <a:pt x="62" y="123"/>
                    <a:pt x="56" y="132"/>
                  </a:cubicBezTo>
                  <a:cubicBezTo>
                    <a:pt x="27" y="124"/>
                    <a:pt x="1" y="110"/>
                    <a:pt x="1" y="77"/>
                  </a:cubicBezTo>
                  <a:cubicBezTo>
                    <a:pt x="0" y="25"/>
                    <a:pt x="73" y="0"/>
                    <a:pt x="96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id="{E74CB62E-1FA5-3BA1-4597-36DD04AE4A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15148" y="2423160"/>
              <a:ext cx="771525" cy="731838"/>
            </a:xfrm>
            <a:custGeom>
              <a:avLst/>
              <a:gdLst>
                <a:gd name="T0" fmla="*/ 26 w 297"/>
                <a:gd name="T1" fmla="*/ 174 h 282"/>
                <a:gd name="T2" fmla="*/ 40 w 297"/>
                <a:gd name="T3" fmla="*/ 158 h 282"/>
                <a:gd name="T4" fmla="*/ 24 w 297"/>
                <a:gd name="T5" fmla="*/ 158 h 282"/>
                <a:gd name="T6" fmla="*/ 73 w 297"/>
                <a:gd name="T7" fmla="*/ 171 h 282"/>
                <a:gd name="T8" fmla="*/ 35 w 297"/>
                <a:gd name="T9" fmla="*/ 234 h 282"/>
                <a:gd name="T10" fmla="*/ 53 w 297"/>
                <a:gd name="T11" fmla="*/ 180 h 282"/>
                <a:gd name="T12" fmla="*/ 80 w 297"/>
                <a:gd name="T13" fmla="*/ 127 h 282"/>
                <a:gd name="T14" fmla="*/ 59 w 297"/>
                <a:gd name="T15" fmla="*/ 141 h 282"/>
                <a:gd name="T16" fmla="*/ 101 w 297"/>
                <a:gd name="T17" fmla="*/ 136 h 282"/>
                <a:gd name="T18" fmla="*/ 101 w 297"/>
                <a:gd name="T19" fmla="*/ 136 h 282"/>
                <a:gd name="T20" fmla="*/ 126 w 297"/>
                <a:gd name="T21" fmla="*/ 139 h 282"/>
                <a:gd name="T22" fmla="*/ 134 w 297"/>
                <a:gd name="T23" fmla="*/ 161 h 282"/>
                <a:gd name="T24" fmla="*/ 134 w 297"/>
                <a:gd name="T25" fmla="*/ 161 h 282"/>
                <a:gd name="T26" fmla="*/ 151 w 297"/>
                <a:gd name="T27" fmla="*/ 27 h 282"/>
                <a:gd name="T28" fmla="*/ 157 w 297"/>
                <a:gd name="T29" fmla="*/ 239 h 282"/>
                <a:gd name="T30" fmla="*/ 163 w 297"/>
                <a:gd name="T31" fmla="*/ 200 h 282"/>
                <a:gd name="T32" fmla="*/ 139 w 297"/>
                <a:gd name="T33" fmla="*/ 218 h 282"/>
                <a:gd name="T34" fmla="*/ 156 w 297"/>
                <a:gd name="T35" fmla="*/ 227 h 282"/>
                <a:gd name="T36" fmla="*/ 173 w 297"/>
                <a:gd name="T37" fmla="*/ 39 h 282"/>
                <a:gd name="T38" fmla="*/ 173 w 297"/>
                <a:gd name="T39" fmla="*/ 39 h 282"/>
                <a:gd name="T40" fmla="*/ 173 w 297"/>
                <a:gd name="T41" fmla="*/ 58 h 282"/>
                <a:gd name="T42" fmla="*/ 157 w 297"/>
                <a:gd name="T43" fmla="*/ 191 h 282"/>
                <a:gd name="T44" fmla="*/ 143 w 297"/>
                <a:gd name="T45" fmla="*/ 186 h 282"/>
                <a:gd name="T46" fmla="*/ 157 w 297"/>
                <a:gd name="T47" fmla="*/ 191 h 282"/>
                <a:gd name="T48" fmla="*/ 186 w 297"/>
                <a:gd name="T49" fmla="*/ 127 h 282"/>
                <a:gd name="T50" fmla="*/ 202 w 297"/>
                <a:gd name="T51" fmla="*/ 119 h 282"/>
                <a:gd name="T52" fmla="*/ 198 w 297"/>
                <a:gd name="T53" fmla="*/ 67 h 282"/>
                <a:gd name="T54" fmla="*/ 189 w 297"/>
                <a:gd name="T55" fmla="*/ 72 h 282"/>
                <a:gd name="T56" fmla="*/ 209 w 297"/>
                <a:gd name="T57" fmla="*/ 66 h 282"/>
                <a:gd name="T58" fmla="*/ 211 w 297"/>
                <a:gd name="T59" fmla="*/ 72 h 282"/>
                <a:gd name="T60" fmla="*/ 217 w 297"/>
                <a:gd name="T61" fmla="*/ 139 h 282"/>
                <a:gd name="T62" fmla="*/ 201 w 297"/>
                <a:gd name="T63" fmla="*/ 150 h 282"/>
                <a:gd name="T64" fmla="*/ 192 w 297"/>
                <a:gd name="T65" fmla="*/ 166 h 282"/>
                <a:gd name="T66" fmla="*/ 227 w 297"/>
                <a:gd name="T67" fmla="*/ 67 h 282"/>
                <a:gd name="T68" fmla="*/ 235 w 297"/>
                <a:gd name="T69" fmla="*/ 115 h 282"/>
                <a:gd name="T70" fmla="*/ 184 w 297"/>
                <a:gd name="T71" fmla="*/ 91 h 282"/>
                <a:gd name="T72" fmla="*/ 173 w 297"/>
                <a:gd name="T73" fmla="*/ 84 h 282"/>
                <a:gd name="T74" fmla="*/ 154 w 297"/>
                <a:gd name="T75" fmla="*/ 136 h 282"/>
                <a:gd name="T76" fmla="*/ 206 w 297"/>
                <a:gd name="T77" fmla="*/ 109 h 282"/>
                <a:gd name="T78" fmla="*/ 217 w 297"/>
                <a:gd name="T79" fmla="*/ 96 h 282"/>
                <a:gd name="T80" fmla="*/ 235 w 297"/>
                <a:gd name="T81" fmla="*/ 115 h 282"/>
                <a:gd name="T82" fmla="*/ 251 w 297"/>
                <a:gd name="T83" fmla="*/ 106 h 282"/>
                <a:gd name="T84" fmla="*/ 249 w 297"/>
                <a:gd name="T85" fmla="*/ 119 h 282"/>
                <a:gd name="T86" fmla="*/ 263 w 297"/>
                <a:gd name="T87" fmla="*/ 261 h 282"/>
                <a:gd name="T88" fmla="*/ 185 w 297"/>
                <a:gd name="T89" fmla="*/ 225 h 282"/>
                <a:gd name="T90" fmla="*/ 131 w 297"/>
                <a:gd name="T91" fmla="*/ 267 h 282"/>
                <a:gd name="T92" fmla="*/ 62 w 297"/>
                <a:gd name="T93" fmla="*/ 218 h 282"/>
                <a:gd name="T94" fmla="*/ 10 w 297"/>
                <a:gd name="T95" fmla="*/ 256 h 282"/>
                <a:gd name="T96" fmla="*/ 97 w 297"/>
                <a:gd name="T97" fmla="*/ 113 h 282"/>
                <a:gd name="T98" fmla="*/ 134 w 297"/>
                <a:gd name="T99" fmla="*/ 82 h 282"/>
                <a:gd name="T100" fmla="*/ 207 w 297"/>
                <a:gd name="T101" fmla="*/ 8 h 282"/>
                <a:gd name="T102" fmla="*/ 234 w 297"/>
                <a:gd name="T103" fmla="*/ 27 h 282"/>
                <a:gd name="T104" fmla="*/ 263 w 297"/>
                <a:gd name="T105" fmla="*/ 184 h 282"/>
                <a:gd name="T106" fmla="*/ 290 w 297"/>
                <a:gd name="T107" fmla="*/ 23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7" h="282">
                  <a:moveTo>
                    <a:pt x="24" y="186"/>
                  </a:moveTo>
                  <a:cubicBezTo>
                    <a:pt x="30" y="187"/>
                    <a:pt x="32" y="172"/>
                    <a:pt x="26" y="174"/>
                  </a:cubicBezTo>
                  <a:cubicBezTo>
                    <a:pt x="22" y="175"/>
                    <a:pt x="21" y="182"/>
                    <a:pt x="24" y="186"/>
                  </a:cubicBezTo>
                  <a:close/>
                  <a:moveTo>
                    <a:pt x="40" y="158"/>
                  </a:moveTo>
                  <a:cubicBezTo>
                    <a:pt x="40" y="155"/>
                    <a:pt x="37" y="152"/>
                    <a:pt x="38" y="147"/>
                  </a:cubicBezTo>
                  <a:cubicBezTo>
                    <a:pt x="30" y="147"/>
                    <a:pt x="24" y="151"/>
                    <a:pt x="24" y="158"/>
                  </a:cubicBezTo>
                  <a:cubicBezTo>
                    <a:pt x="32" y="160"/>
                    <a:pt x="31" y="160"/>
                    <a:pt x="40" y="158"/>
                  </a:cubicBezTo>
                  <a:close/>
                  <a:moveTo>
                    <a:pt x="73" y="171"/>
                  </a:moveTo>
                  <a:cubicBezTo>
                    <a:pt x="64" y="166"/>
                    <a:pt x="59" y="180"/>
                    <a:pt x="52" y="171"/>
                  </a:cubicBezTo>
                  <a:cubicBezTo>
                    <a:pt x="51" y="195"/>
                    <a:pt x="0" y="214"/>
                    <a:pt x="35" y="234"/>
                  </a:cubicBezTo>
                  <a:cubicBezTo>
                    <a:pt x="41" y="225"/>
                    <a:pt x="30" y="220"/>
                    <a:pt x="29" y="213"/>
                  </a:cubicBezTo>
                  <a:cubicBezTo>
                    <a:pt x="42" y="205"/>
                    <a:pt x="52" y="194"/>
                    <a:pt x="53" y="180"/>
                  </a:cubicBezTo>
                  <a:cubicBezTo>
                    <a:pt x="59" y="180"/>
                    <a:pt x="70" y="184"/>
                    <a:pt x="73" y="171"/>
                  </a:cubicBezTo>
                  <a:close/>
                  <a:moveTo>
                    <a:pt x="80" y="127"/>
                  </a:moveTo>
                  <a:cubicBezTo>
                    <a:pt x="70" y="120"/>
                    <a:pt x="55" y="125"/>
                    <a:pt x="52" y="136"/>
                  </a:cubicBezTo>
                  <a:cubicBezTo>
                    <a:pt x="57" y="134"/>
                    <a:pt x="54" y="142"/>
                    <a:pt x="59" y="141"/>
                  </a:cubicBezTo>
                  <a:cubicBezTo>
                    <a:pt x="66" y="137"/>
                    <a:pt x="76" y="136"/>
                    <a:pt x="80" y="127"/>
                  </a:cubicBezTo>
                  <a:close/>
                  <a:moveTo>
                    <a:pt x="101" y="136"/>
                  </a:moveTo>
                  <a:cubicBezTo>
                    <a:pt x="104" y="131"/>
                    <a:pt x="104" y="123"/>
                    <a:pt x="95" y="123"/>
                  </a:cubicBezTo>
                  <a:cubicBezTo>
                    <a:pt x="95" y="131"/>
                    <a:pt x="96" y="134"/>
                    <a:pt x="101" y="136"/>
                  </a:cubicBezTo>
                  <a:close/>
                  <a:moveTo>
                    <a:pt x="131" y="150"/>
                  </a:moveTo>
                  <a:cubicBezTo>
                    <a:pt x="131" y="144"/>
                    <a:pt x="131" y="139"/>
                    <a:pt x="126" y="139"/>
                  </a:cubicBezTo>
                  <a:cubicBezTo>
                    <a:pt x="124" y="144"/>
                    <a:pt x="124" y="151"/>
                    <a:pt x="131" y="150"/>
                  </a:cubicBezTo>
                  <a:close/>
                  <a:moveTo>
                    <a:pt x="134" y="161"/>
                  </a:moveTo>
                  <a:cubicBezTo>
                    <a:pt x="137" y="163"/>
                    <a:pt x="151" y="165"/>
                    <a:pt x="151" y="157"/>
                  </a:cubicBezTo>
                  <a:cubicBezTo>
                    <a:pt x="147" y="151"/>
                    <a:pt x="134" y="153"/>
                    <a:pt x="134" y="161"/>
                  </a:cubicBezTo>
                  <a:close/>
                  <a:moveTo>
                    <a:pt x="151" y="37"/>
                  </a:moveTo>
                  <a:cubicBezTo>
                    <a:pt x="152" y="36"/>
                    <a:pt x="158" y="25"/>
                    <a:pt x="151" y="27"/>
                  </a:cubicBezTo>
                  <a:cubicBezTo>
                    <a:pt x="148" y="28"/>
                    <a:pt x="142" y="37"/>
                    <a:pt x="151" y="37"/>
                  </a:cubicBezTo>
                  <a:close/>
                  <a:moveTo>
                    <a:pt x="157" y="239"/>
                  </a:moveTo>
                  <a:cubicBezTo>
                    <a:pt x="163" y="247"/>
                    <a:pt x="176" y="249"/>
                    <a:pt x="185" y="243"/>
                  </a:cubicBezTo>
                  <a:cubicBezTo>
                    <a:pt x="170" y="237"/>
                    <a:pt x="168" y="218"/>
                    <a:pt x="163" y="200"/>
                  </a:cubicBezTo>
                  <a:cubicBezTo>
                    <a:pt x="158" y="208"/>
                    <a:pt x="165" y="212"/>
                    <a:pt x="159" y="217"/>
                  </a:cubicBezTo>
                  <a:cubicBezTo>
                    <a:pt x="151" y="209"/>
                    <a:pt x="146" y="224"/>
                    <a:pt x="139" y="218"/>
                  </a:cubicBezTo>
                  <a:cubicBezTo>
                    <a:pt x="142" y="225"/>
                    <a:pt x="145" y="234"/>
                    <a:pt x="143" y="247"/>
                  </a:cubicBezTo>
                  <a:cubicBezTo>
                    <a:pt x="154" y="247"/>
                    <a:pt x="143" y="225"/>
                    <a:pt x="156" y="227"/>
                  </a:cubicBezTo>
                  <a:cubicBezTo>
                    <a:pt x="158" y="229"/>
                    <a:pt x="157" y="234"/>
                    <a:pt x="157" y="239"/>
                  </a:cubicBezTo>
                  <a:close/>
                  <a:moveTo>
                    <a:pt x="173" y="39"/>
                  </a:moveTo>
                  <a:cubicBezTo>
                    <a:pt x="181" y="37"/>
                    <a:pt x="187" y="25"/>
                    <a:pt x="178" y="20"/>
                  </a:cubicBezTo>
                  <a:cubicBezTo>
                    <a:pt x="176" y="28"/>
                    <a:pt x="174" y="32"/>
                    <a:pt x="173" y="39"/>
                  </a:cubicBezTo>
                  <a:close/>
                  <a:moveTo>
                    <a:pt x="202" y="28"/>
                  </a:moveTo>
                  <a:cubicBezTo>
                    <a:pt x="190" y="36"/>
                    <a:pt x="178" y="43"/>
                    <a:pt x="173" y="58"/>
                  </a:cubicBezTo>
                  <a:cubicBezTo>
                    <a:pt x="187" y="53"/>
                    <a:pt x="197" y="42"/>
                    <a:pt x="202" y="28"/>
                  </a:cubicBezTo>
                  <a:close/>
                  <a:moveTo>
                    <a:pt x="157" y="191"/>
                  </a:moveTo>
                  <a:cubicBezTo>
                    <a:pt x="168" y="186"/>
                    <a:pt x="196" y="181"/>
                    <a:pt x="189" y="170"/>
                  </a:cubicBezTo>
                  <a:cubicBezTo>
                    <a:pt x="175" y="177"/>
                    <a:pt x="163" y="182"/>
                    <a:pt x="143" y="186"/>
                  </a:cubicBezTo>
                  <a:cubicBezTo>
                    <a:pt x="143" y="193"/>
                    <a:pt x="142" y="200"/>
                    <a:pt x="145" y="204"/>
                  </a:cubicBezTo>
                  <a:cubicBezTo>
                    <a:pt x="154" y="205"/>
                    <a:pt x="153" y="195"/>
                    <a:pt x="157" y="191"/>
                  </a:cubicBezTo>
                  <a:close/>
                  <a:moveTo>
                    <a:pt x="202" y="119"/>
                  </a:moveTo>
                  <a:cubicBezTo>
                    <a:pt x="196" y="117"/>
                    <a:pt x="187" y="119"/>
                    <a:pt x="186" y="127"/>
                  </a:cubicBezTo>
                  <a:cubicBezTo>
                    <a:pt x="192" y="125"/>
                    <a:pt x="191" y="133"/>
                    <a:pt x="197" y="132"/>
                  </a:cubicBezTo>
                  <a:cubicBezTo>
                    <a:pt x="197" y="125"/>
                    <a:pt x="202" y="125"/>
                    <a:pt x="202" y="119"/>
                  </a:cubicBezTo>
                  <a:close/>
                  <a:moveTo>
                    <a:pt x="189" y="72"/>
                  </a:moveTo>
                  <a:cubicBezTo>
                    <a:pt x="194" y="72"/>
                    <a:pt x="198" y="74"/>
                    <a:pt x="198" y="67"/>
                  </a:cubicBezTo>
                  <a:cubicBezTo>
                    <a:pt x="197" y="66"/>
                    <a:pt x="195" y="66"/>
                    <a:pt x="189" y="66"/>
                  </a:cubicBezTo>
                  <a:cubicBezTo>
                    <a:pt x="189" y="69"/>
                    <a:pt x="189" y="71"/>
                    <a:pt x="189" y="72"/>
                  </a:cubicBezTo>
                  <a:close/>
                  <a:moveTo>
                    <a:pt x="211" y="72"/>
                  </a:moveTo>
                  <a:cubicBezTo>
                    <a:pt x="212" y="70"/>
                    <a:pt x="209" y="69"/>
                    <a:pt x="209" y="66"/>
                  </a:cubicBezTo>
                  <a:cubicBezTo>
                    <a:pt x="206" y="65"/>
                    <a:pt x="202" y="66"/>
                    <a:pt x="201" y="67"/>
                  </a:cubicBezTo>
                  <a:cubicBezTo>
                    <a:pt x="200" y="74"/>
                    <a:pt x="208" y="75"/>
                    <a:pt x="211" y="72"/>
                  </a:cubicBezTo>
                  <a:close/>
                  <a:moveTo>
                    <a:pt x="192" y="166"/>
                  </a:moveTo>
                  <a:cubicBezTo>
                    <a:pt x="202" y="160"/>
                    <a:pt x="219" y="160"/>
                    <a:pt x="217" y="139"/>
                  </a:cubicBezTo>
                  <a:cubicBezTo>
                    <a:pt x="208" y="139"/>
                    <a:pt x="201" y="139"/>
                    <a:pt x="196" y="137"/>
                  </a:cubicBezTo>
                  <a:cubicBezTo>
                    <a:pt x="195" y="144"/>
                    <a:pt x="200" y="144"/>
                    <a:pt x="201" y="150"/>
                  </a:cubicBezTo>
                  <a:cubicBezTo>
                    <a:pt x="195" y="156"/>
                    <a:pt x="191" y="148"/>
                    <a:pt x="185" y="148"/>
                  </a:cubicBezTo>
                  <a:cubicBezTo>
                    <a:pt x="186" y="156"/>
                    <a:pt x="195" y="155"/>
                    <a:pt x="192" y="166"/>
                  </a:cubicBezTo>
                  <a:close/>
                  <a:moveTo>
                    <a:pt x="238" y="80"/>
                  </a:moveTo>
                  <a:cubicBezTo>
                    <a:pt x="238" y="72"/>
                    <a:pt x="234" y="62"/>
                    <a:pt x="227" y="67"/>
                  </a:cubicBezTo>
                  <a:cubicBezTo>
                    <a:pt x="227" y="76"/>
                    <a:pt x="233" y="77"/>
                    <a:pt x="238" y="80"/>
                  </a:cubicBezTo>
                  <a:close/>
                  <a:moveTo>
                    <a:pt x="235" y="115"/>
                  </a:moveTo>
                  <a:cubicBezTo>
                    <a:pt x="239" y="110"/>
                    <a:pt x="240" y="104"/>
                    <a:pt x="239" y="94"/>
                  </a:cubicBezTo>
                  <a:cubicBezTo>
                    <a:pt x="228" y="79"/>
                    <a:pt x="200" y="84"/>
                    <a:pt x="184" y="91"/>
                  </a:cubicBezTo>
                  <a:cubicBezTo>
                    <a:pt x="180" y="81"/>
                    <a:pt x="167" y="69"/>
                    <a:pt x="164" y="87"/>
                  </a:cubicBezTo>
                  <a:cubicBezTo>
                    <a:pt x="169" y="87"/>
                    <a:pt x="169" y="85"/>
                    <a:pt x="173" y="84"/>
                  </a:cubicBezTo>
                  <a:cubicBezTo>
                    <a:pt x="176" y="90"/>
                    <a:pt x="180" y="96"/>
                    <a:pt x="189" y="98"/>
                  </a:cubicBezTo>
                  <a:cubicBezTo>
                    <a:pt x="180" y="106"/>
                    <a:pt x="132" y="122"/>
                    <a:pt x="154" y="136"/>
                  </a:cubicBezTo>
                  <a:cubicBezTo>
                    <a:pt x="156" y="122"/>
                    <a:pt x="167" y="115"/>
                    <a:pt x="181" y="118"/>
                  </a:cubicBezTo>
                  <a:cubicBezTo>
                    <a:pt x="187" y="109"/>
                    <a:pt x="192" y="106"/>
                    <a:pt x="206" y="109"/>
                  </a:cubicBezTo>
                  <a:cubicBezTo>
                    <a:pt x="211" y="112"/>
                    <a:pt x="208" y="123"/>
                    <a:pt x="217" y="123"/>
                  </a:cubicBezTo>
                  <a:cubicBezTo>
                    <a:pt x="220" y="113"/>
                    <a:pt x="218" y="106"/>
                    <a:pt x="217" y="96"/>
                  </a:cubicBezTo>
                  <a:cubicBezTo>
                    <a:pt x="218" y="95"/>
                    <a:pt x="219" y="94"/>
                    <a:pt x="223" y="94"/>
                  </a:cubicBezTo>
                  <a:cubicBezTo>
                    <a:pt x="230" y="99"/>
                    <a:pt x="227" y="113"/>
                    <a:pt x="235" y="115"/>
                  </a:cubicBezTo>
                  <a:close/>
                  <a:moveTo>
                    <a:pt x="249" y="119"/>
                  </a:moveTo>
                  <a:cubicBezTo>
                    <a:pt x="253" y="115"/>
                    <a:pt x="252" y="114"/>
                    <a:pt x="251" y="106"/>
                  </a:cubicBezTo>
                  <a:cubicBezTo>
                    <a:pt x="249" y="106"/>
                    <a:pt x="247" y="106"/>
                    <a:pt x="246" y="106"/>
                  </a:cubicBezTo>
                  <a:cubicBezTo>
                    <a:pt x="246" y="112"/>
                    <a:pt x="244" y="119"/>
                    <a:pt x="249" y="119"/>
                  </a:cubicBezTo>
                  <a:close/>
                  <a:moveTo>
                    <a:pt x="290" y="233"/>
                  </a:moveTo>
                  <a:cubicBezTo>
                    <a:pt x="297" y="251"/>
                    <a:pt x="272" y="261"/>
                    <a:pt x="263" y="261"/>
                  </a:cubicBezTo>
                  <a:cubicBezTo>
                    <a:pt x="235" y="262"/>
                    <a:pt x="235" y="227"/>
                    <a:pt x="219" y="217"/>
                  </a:cubicBezTo>
                  <a:cubicBezTo>
                    <a:pt x="206" y="218"/>
                    <a:pt x="190" y="215"/>
                    <a:pt x="185" y="225"/>
                  </a:cubicBezTo>
                  <a:cubicBezTo>
                    <a:pt x="187" y="239"/>
                    <a:pt x="203" y="232"/>
                    <a:pt x="206" y="243"/>
                  </a:cubicBezTo>
                  <a:cubicBezTo>
                    <a:pt x="211" y="266"/>
                    <a:pt x="157" y="273"/>
                    <a:pt x="131" y="267"/>
                  </a:cubicBezTo>
                  <a:cubicBezTo>
                    <a:pt x="113" y="262"/>
                    <a:pt x="104" y="241"/>
                    <a:pt x="98" y="224"/>
                  </a:cubicBezTo>
                  <a:cubicBezTo>
                    <a:pt x="85" y="224"/>
                    <a:pt x="75" y="213"/>
                    <a:pt x="62" y="218"/>
                  </a:cubicBezTo>
                  <a:cubicBezTo>
                    <a:pt x="60" y="232"/>
                    <a:pt x="73" y="233"/>
                    <a:pt x="74" y="247"/>
                  </a:cubicBezTo>
                  <a:cubicBezTo>
                    <a:pt x="77" y="282"/>
                    <a:pt x="35" y="266"/>
                    <a:pt x="10" y="256"/>
                  </a:cubicBezTo>
                  <a:cubicBezTo>
                    <a:pt x="24" y="218"/>
                    <a:pt x="2" y="167"/>
                    <a:pt x="20" y="137"/>
                  </a:cubicBezTo>
                  <a:cubicBezTo>
                    <a:pt x="32" y="118"/>
                    <a:pt x="64" y="108"/>
                    <a:pt x="97" y="113"/>
                  </a:cubicBezTo>
                  <a:cubicBezTo>
                    <a:pt x="107" y="114"/>
                    <a:pt x="136" y="127"/>
                    <a:pt x="145" y="110"/>
                  </a:cubicBezTo>
                  <a:cubicBezTo>
                    <a:pt x="145" y="98"/>
                    <a:pt x="139" y="90"/>
                    <a:pt x="134" y="82"/>
                  </a:cubicBezTo>
                  <a:cubicBezTo>
                    <a:pt x="137" y="63"/>
                    <a:pt x="131" y="50"/>
                    <a:pt x="135" y="36"/>
                  </a:cubicBezTo>
                  <a:cubicBezTo>
                    <a:pt x="143" y="0"/>
                    <a:pt x="173" y="3"/>
                    <a:pt x="207" y="8"/>
                  </a:cubicBezTo>
                  <a:cubicBezTo>
                    <a:pt x="213" y="6"/>
                    <a:pt x="211" y="14"/>
                    <a:pt x="211" y="18"/>
                  </a:cubicBezTo>
                  <a:cubicBezTo>
                    <a:pt x="216" y="18"/>
                    <a:pt x="228" y="22"/>
                    <a:pt x="234" y="27"/>
                  </a:cubicBezTo>
                  <a:cubicBezTo>
                    <a:pt x="224" y="61"/>
                    <a:pt x="251" y="79"/>
                    <a:pt x="269" y="96"/>
                  </a:cubicBezTo>
                  <a:cubicBezTo>
                    <a:pt x="282" y="123"/>
                    <a:pt x="285" y="167"/>
                    <a:pt x="263" y="184"/>
                  </a:cubicBezTo>
                  <a:cubicBezTo>
                    <a:pt x="262" y="204"/>
                    <a:pt x="268" y="218"/>
                    <a:pt x="275" y="229"/>
                  </a:cubicBezTo>
                  <a:cubicBezTo>
                    <a:pt x="282" y="229"/>
                    <a:pt x="289" y="228"/>
                    <a:pt x="290" y="2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6929FC8F-58CC-0B81-41BC-DE33F1A40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098" y="5055235"/>
              <a:ext cx="357187" cy="352425"/>
            </a:xfrm>
            <a:custGeom>
              <a:avLst/>
              <a:gdLst>
                <a:gd name="T0" fmla="*/ 138 w 138"/>
                <a:gd name="T1" fmla="*/ 77 h 136"/>
                <a:gd name="T2" fmla="*/ 125 w 138"/>
                <a:gd name="T3" fmla="*/ 72 h 136"/>
                <a:gd name="T4" fmla="*/ 58 w 138"/>
                <a:gd name="T5" fmla="*/ 136 h 136"/>
                <a:gd name="T6" fmla="*/ 67 w 138"/>
                <a:gd name="T7" fmla="*/ 36 h 136"/>
                <a:gd name="T8" fmla="*/ 29 w 138"/>
                <a:gd name="T9" fmla="*/ 101 h 136"/>
                <a:gd name="T10" fmla="*/ 0 w 138"/>
                <a:gd name="T11" fmla="*/ 72 h 136"/>
                <a:gd name="T12" fmla="*/ 41 w 138"/>
                <a:gd name="T13" fmla="*/ 50 h 136"/>
                <a:gd name="T14" fmla="*/ 62 w 138"/>
                <a:gd name="T15" fmla="*/ 2 h 136"/>
                <a:gd name="T16" fmla="*/ 84 w 138"/>
                <a:gd name="T17" fmla="*/ 20 h 136"/>
                <a:gd name="T18" fmla="*/ 72 w 138"/>
                <a:gd name="T19" fmla="*/ 110 h 136"/>
                <a:gd name="T20" fmla="*/ 113 w 138"/>
                <a:gd name="T21" fmla="*/ 67 h 136"/>
                <a:gd name="T22" fmla="*/ 108 w 138"/>
                <a:gd name="T23" fmla="*/ 49 h 136"/>
                <a:gd name="T24" fmla="*/ 138 w 138"/>
                <a:gd name="T25" fmla="*/ 77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136">
                  <a:moveTo>
                    <a:pt x="138" y="77"/>
                  </a:moveTo>
                  <a:cubicBezTo>
                    <a:pt x="134" y="81"/>
                    <a:pt x="130" y="73"/>
                    <a:pt x="125" y="72"/>
                  </a:cubicBezTo>
                  <a:cubicBezTo>
                    <a:pt x="99" y="88"/>
                    <a:pt x="84" y="117"/>
                    <a:pt x="58" y="136"/>
                  </a:cubicBezTo>
                  <a:cubicBezTo>
                    <a:pt x="56" y="105"/>
                    <a:pt x="66" y="71"/>
                    <a:pt x="67" y="36"/>
                  </a:cubicBezTo>
                  <a:cubicBezTo>
                    <a:pt x="50" y="52"/>
                    <a:pt x="15" y="74"/>
                    <a:pt x="29" y="101"/>
                  </a:cubicBezTo>
                  <a:cubicBezTo>
                    <a:pt x="18" y="98"/>
                    <a:pt x="7" y="83"/>
                    <a:pt x="0" y="72"/>
                  </a:cubicBezTo>
                  <a:cubicBezTo>
                    <a:pt x="15" y="82"/>
                    <a:pt x="26" y="67"/>
                    <a:pt x="41" y="50"/>
                  </a:cubicBezTo>
                  <a:cubicBezTo>
                    <a:pt x="57" y="33"/>
                    <a:pt x="72" y="24"/>
                    <a:pt x="62" y="2"/>
                  </a:cubicBezTo>
                  <a:cubicBezTo>
                    <a:pt x="70" y="0"/>
                    <a:pt x="75" y="16"/>
                    <a:pt x="84" y="20"/>
                  </a:cubicBezTo>
                  <a:cubicBezTo>
                    <a:pt x="79" y="49"/>
                    <a:pt x="78" y="82"/>
                    <a:pt x="72" y="110"/>
                  </a:cubicBezTo>
                  <a:cubicBezTo>
                    <a:pt x="90" y="100"/>
                    <a:pt x="100" y="82"/>
                    <a:pt x="113" y="67"/>
                  </a:cubicBezTo>
                  <a:cubicBezTo>
                    <a:pt x="114" y="58"/>
                    <a:pt x="108" y="57"/>
                    <a:pt x="108" y="49"/>
                  </a:cubicBezTo>
                  <a:cubicBezTo>
                    <a:pt x="117" y="52"/>
                    <a:pt x="136" y="68"/>
                    <a:pt x="138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12EE84D8-E71F-B470-28CF-0AEE99CE7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873" y="4920298"/>
              <a:ext cx="265112" cy="242888"/>
            </a:xfrm>
            <a:custGeom>
              <a:avLst/>
              <a:gdLst>
                <a:gd name="T0" fmla="*/ 74 w 102"/>
                <a:gd name="T1" fmla="*/ 0 h 94"/>
                <a:gd name="T2" fmla="*/ 102 w 102"/>
                <a:gd name="T3" fmla="*/ 37 h 94"/>
                <a:gd name="T4" fmla="*/ 87 w 102"/>
                <a:gd name="T5" fmla="*/ 29 h 94"/>
                <a:gd name="T6" fmla="*/ 25 w 102"/>
                <a:gd name="T7" fmla="*/ 80 h 94"/>
                <a:gd name="T8" fmla="*/ 28 w 102"/>
                <a:gd name="T9" fmla="*/ 94 h 94"/>
                <a:gd name="T10" fmla="*/ 0 w 102"/>
                <a:gd name="T11" fmla="*/ 58 h 94"/>
                <a:gd name="T12" fmla="*/ 15 w 102"/>
                <a:gd name="T13" fmla="*/ 64 h 94"/>
                <a:gd name="T14" fmla="*/ 77 w 102"/>
                <a:gd name="T15" fmla="*/ 15 h 94"/>
                <a:gd name="T16" fmla="*/ 74 w 102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94">
                  <a:moveTo>
                    <a:pt x="74" y="0"/>
                  </a:moveTo>
                  <a:cubicBezTo>
                    <a:pt x="85" y="2"/>
                    <a:pt x="99" y="25"/>
                    <a:pt x="102" y="37"/>
                  </a:cubicBezTo>
                  <a:cubicBezTo>
                    <a:pt x="94" y="35"/>
                    <a:pt x="94" y="29"/>
                    <a:pt x="87" y="29"/>
                  </a:cubicBezTo>
                  <a:cubicBezTo>
                    <a:pt x="66" y="44"/>
                    <a:pt x="44" y="61"/>
                    <a:pt x="25" y="80"/>
                  </a:cubicBezTo>
                  <a:cubicBezTo>
                    <a:pt x="25" y="86"/>
                    <a:pt x="32" y="88"/>
                    <a:pt x="28" y="94"/>
                  </a:cubicBezTo>
                  <a:cubicBezTo>
                    <a:pt x="16" y="85"/>
                    <a:pt x="9" y="72"/>
                    <a:pt x="0" y="58"/>
                  </a:cubicBezTo>
                  <a:cubicBezTo>
                    <a:pt x="6" y="53"/>
                    <a:pt x="9" y="64"/>
                    <a:pt x="15" y="64"/>
                  </a:cubicBezTo>
                  <a:cubicBezTo>
                    <a:pt x="36" y="49"/>
                    <a:pt x="59" y="34"/>
                    <a:pt x="77" y="15"/>
                  </a:cubicBezTo>
                  <a:cubicBezTo>
                    <a:pt x="79" y="7"/>
                    <a:pt x="74" y="6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FC203A50-3718-7EC4-6E56-E26238FA4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710" y="4769485"/>
              <a:ext cx="320675" cy="184150"/>
            </a:xfrm>
            <a:custGeom>
              <a:avLst/>
              <a:gdLst>
                <a:gd name="T0" fmla="*/ 124 w 124"/>
                <a:gd name="T1" fmla="*/ 36 h 71"/>
                <a:gd name="T2" fmla="*/ 113 w 124"/>
                <a:gd name="T3" fmla="*/ 30 h 71"/>
                <a:gd name="T4" fmla="*/ 36 w 124"/>
                <a:gd name="T5" fmla="*/ 64 h 71"/>
                <a:gd name="T6" fmla="*/ 38 w 124"/>
                <a:gd name="T7" fmla="*/ 11 h 71"/>
                <a:gd name="T8" fmla="*/ 43 w 124"/>
                <a:gd name="T9" fmla="*/ 24 h 71"/>
                <a:gd name="T10" fmla="*/ 41 w 124"/>
                <a:gd name="T11" fmla="*/ 28 h 71"/>
                <a:gd name="T12" fmla="*/ 22 w 124"/>
                <a:gd name="T13" fmla="*/ 30 h 71"/>
                <a:gd name="T14" fmla="*/ 27 w 124"/>
                <a:gd name="T15" fmla="*/ 52 h 71"/>
                <a:gd name="T16" fmla="*/ 103 w 124"/>
                <a:gd name="T17" fmla="*/ 14 h 71"/>
                <a:gd name="T18" fmla="*/ 102 w 124"/>
                <a:gd name="T19" fmla="*/ 0 h 71"/>
                <a:gd name="T20" fmla="*/ 124 w 124"/>
                <a:gd name="T21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4" h="71">
                  <a:moveTo>
                    <a:pt x="124" y="36"/>
                  </a:moveTo>
                  <a:cubicBezTo>
                    <a:pt x="119" y="41"/>
                    <a:pt x="119" y="29"/>
                    <a:pt x="113" y="30"/>
                  </a:cubicBezTo>
                  <a:cubicBezTo>
                    <a:pt x="91" y="30"/>
                    <a:pt x="65" y="71"/>
                    <a:pt x="36" y="64"/>
                  </a:cubicBezTo>
                  <a:cubicBezTo>
                    <a:pt x="15" y="59"/>
                    <a:pt x="0" y="14"/>
                    <a:pt x="38" y="11"/>
                  </a:cubicBezTo>
                  <a:cubicBezTo>
                    <a:pt x="39" y="16"/>
                    <a:pt x="43" y="17"/>
                    <a:pt x="43" y="24"/>
                  </a:cubicBezTo>
                  <a:cubicBezTo>
                    <a:pt x="41" y="24"/>
                    <a:pt x="42" y="26"/>
                    <a:pt x="41" y="28"/>
                  </a:cubicBezTo>
                  <a:cubicBezTo>
                    <a:pt x="33" y="31"/>
                    <a:pt x="28" y="31"/>
                    <a:pt x="22" y="30"/>
                  </a:cubicBezTo>
                  <a:cubicBezTo>
                    <a:pt x="17" y="38"/>
                    <a:pt x="23" y="47"/>
                    <a:pt x="27" y="52"/>
                  </a:cubicBezTo>
                  <a:cubicBezTo>
                    <a:pt x="63" y="48"/>
                    <a:pt x="80" y="28"/>
                    <a:pt x="103" y="14"/>
                  </a:cubicBezTo>
                  <a:cubicBezTo>
                    <a:pt x="107" y="6"/>
                    <a:pt x="97" y="2"/>
                    <a:pt x="102" y="0"/>
                  </a:cubicBezTo>
                  <a:cubicBezTo>
                    <a:pt x="110" y="2"/>
                    <a:pt x="121" y="28"/>
                    <a:pt x="124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B39F4060-0B0D-83A4-6654-5D213AA7C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560" y="4437698"/>
              <a:ext cx="307975" cy="287338"/>
            </a:xfrm>
            <a:custGeom>
              <a:avLst/>
              <a:gdLst>
                <a:gd name="T0" fmla="*/ 119 w 119"/>
                <a:gd name="T1" fmla="*/ 107 h 111"/>
                <a:gd name="T2" fmla="*/ 104 w 119"/>
                <a:gd name="T3" fmla="*/ 95 h 111"/>
                <a:gd name="T4" fmla="*/ 19 w 119"/>
                <a:gd name="T5" fmla="*/ 111 h 111"/>
                <a:gd name="T6" fmla="*/ 78 w 119"/>
                <a:gd name="T7" fmla="*/ 32 h 111"/>
                <a:gd name="T8" fmla="*/ 16 w 119"/>
                <a:gd name="T9" fmla="*/ 47 h 111"/>
                <a:gd name="T10" fmla="*/ 12 w 119"/>
                <a:gd name="T11" fmla="*/ 64 h 111"/>
                <a:gd name="T12" fmla="*/ 0 w 119"/>
                <a:gd name="T13" fmla="*/ 23 h 111"/>
                <a:gd name="T14" fmla="*/ 15 w 119"/>
                <a:gd name="T15" fmla="*/ 35 h 111"/>
                <a:gd name="T16" fmla="*/ 94 w 119"/>
                <a:gd name="T17" fmla="*/ 0 h 111"/>
                <a:gd name="T18" fmla="*/ 44 w 119"/>
                <a:gd name="T19" fmla="*/ 99 h 111"/>
                <a:gd name="T20" fmla="*/ 103 w 119"/>
                <a:gd name="T21" fmla="*/ 85 h 111"/>
                <a:gd name="T22" fmla="*/ 107 w 119"/>
                <a:gd name="T23" fmla="*/ 66 h 111"/>
                <a:gd name="T24" fmla="*/ 119 w 119"/>
                <a:gd name="T25" fmla="*/ 107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" h="111">
                  <a:moveTo>
                    <a:pt x="119" y="107"/>
                  </a:moveTo>
                  <a:cubicBezTo>
                    <a:pt x="108" y="109"/>
                    <a:pt x="111" y="96"/>
                    <a:pt x="104" y="95"/>
                  </a:cubicBezTo>
                  <a:cubicBezTo>
                    <a:pt x="77" y="96"/>
                    <a:pt x="45" y="110"/>
                    <a:pt x="19" y="111"/>
                  </a:cubicBezTo>
                  <a:cubicBezTo>
                    <a:pt x="33" y="80"/>
                    <a:pt x="61" y="61"/>
                    <a:pt x="78" y="32"/>
                  </a:cubicBezTo>
                  <a:cubicBezTo>
                    <a:pt x="61" y="33"/>
                    <a:pt x="34" y="39"/>
                    <a:pt x="16" y="47"/>
                  </a:cubicBezTo>
                  <a:cubicBezTo>
                    <a:pt x="14" y="51"/>
                    <a:pt x="16" y="61"/>
                    <a:pt x="12" y="64"/>
                  </a:cubicBezTo>
                  <a:cubicBezTo>
                    <a:pt x="4" y="56"/>
                    <a:pt x="5" y="37"/>
                    <a:pt x="0" y="23"/>
                  </a:cubicBezTo>
                  <a:cubicBezTo>
                    <a:pt x="11" y="21"/>
                    <a:pt x="8" y="34"/>
                    <a:pt x="15" y="35"/>
                  </a:cubicBezTo>
                  <a:cubicBezTo>
                    <a:pt x="45" y="29"/>
                    <a:pt x="88" y="33"/>
                    <a:pt x="94" y="0"/>
                  </a:cubicBezTo>
                  <a:cubicBezTo>
                    <a:pt x="118" y="42"/>
                    <a:pt x="56" y="68"/>
                    <a:pt x="44" y="99"/>
                  </a:cubicBezTo>
                  <a:cubicBezTo>
                    <a:pt x="65" y="95"/>
                    <a:pt x="85" y="91"/>
                    <a:pt x="103" y="85"/>
                  </a:cubicBezTo>
                  <a:cubicBezTo>
                    <a:pt x="105" y="80"/>
                    <a:pt x="103" y="71"/>
                    <a:pt x="107" y="66"/>
                  </a:cubicBezTo>
                  <a:cubicBezTo>
                    <a:pt x="115" y="75"/>
                    <a:pt x="114" y="95"/>
                    <a:pt x="119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7" name="Freeform 39">
              <a:extLst>
                <a:ext uri="{FF2B5EF4-FFF2-40B4-BE49-F238E27FC236}">
                  <a16:creationId xmlns:a16="http://schemas.microsoft.com/office/drawing/2014/main" id="{3067719B-EE31-0EE7-5212-2D1E23C9B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635" y="3866198"/>
              <a:ext cx="269875" cy="282575"/>
            </a:xfrm>
            <a:custGeom>
              <a:avLst/>
              <a:gdLst>
                <a:gd name="T0" fmla="*/ 100 w 104"/>
                <a:gd name="T1" fmla="*/ 0 h 109"/>
                <a:gd name="T2" fmla="*/ 100 w 104"/>
                <a:gd name="T3" fmla="*/ 30 h 109"/>
                <a:gd name="T4" fmla="*/ 29 w 104"/>
                <a:gd name="T5" fmla="*/ 83 h 109"/>
                <a:gd name="T6" fmla="*/ 96 w 104"/>
                <a:gd name="T7" fmla="*/ 68 h 109"/>
                <a:gd name="T8" fmla="*/ 99 w 104"/>
                <a:gd name="T9" fmla="*/ 109 h 109"/>
                <a:gd name="T10" fmla="*/ 87 w 104"/>
                <a:gd name="T11" fmla="*/ 92 h 109"/>
                <a:gd name="T12" fmla="*/ 1 w 104"/>
                <a:gd name="T13" fmla="*/ 91 h 109"/>
                <a:gd name="T14" fmla="*/ 78 w 104"/>
                <a:gd name="T15" fmla="*/ 26 h 109"/>
                <a:gd name="T16" fmla="*/ 13 w 104"/>
                <a:gd name="T17" fmla="*/ 28 h 109"/>
                <a:gd name="T18" fmla="*/ 7 w 104"/>
                <a:gd name="T19" fmla="*/ 43 h 109"/>
                <a:gd name="T20" fmla="*/ 5 w 104"/>
                <a:gd name="T21" fmla="*/ 1 h 109"/>
                <a:gd name="T22" fmla="*/ 12 w 104"/>
                <a:gd name="T23" fmla="*/ 15 h 109"/>
                <a:gd name="T24" fmla="*/ 88 w 104"/>
                <a:gd name="T25" fmla="*/ 15 h 109"/>
                <a:gd name="T26" fmla="*/ 95 w 104"/>
                <a:gd name="T27" fmla="*/ 0 h 109"/>
                <a:gd name="T28" fmla="*/ 100 w 104"/>
                <a:gd name="T2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9">
                  <a:moveTo>
                    <a:pt x="100" y="0"/>
                  </a:moveTo>
                  <a:cubicBezTo>
                    <a:pt x="100" y="10"/>
                    <a:pt x="100" y="20"/>
                    <a:pt x="100" y="30"/>
                  </a:cubicBezTo>
                  <a:cubicBezTo>
                    <a:pt x="76" y="47"/>
                    <a:pt x="52" y="66"/>
                    <a:pt x="29" y="83"/>
                  </a:cubicBezTo>
                  <a:cubicBezTo>
                    <a:pt x="52" y="86"/>
                    <a:pt x="95" y="93"/>
                    <a:pt x="96" y="68"/>
                  </a:cubicBezTo>
                  <a:cubicBezTo>
                    <a:pt x="104" y="73"/>
                    <a:pt x="100" y="100"/>
                    <a:pt x="99" y="109"/>
                  </a:cubicBezTo>
                  <a:cubicBezTo>
                    <a:pt x="91" y="107"/>
                    <a:pt x="94" y="93"/>
                    <a:pt x="87" y="92"/>
                  </a:cubicBezTo>
                  <a:cubicBezTo>
                    <a:pt x="58" y="91"/>
                    <a:pt x="27" y="95"/>
                    <a:pt x="1" y="91"/>
                  </a:cubicBezTo>
                  <a:cubicBezTo>
                    <a:pt x="22" y="63"/>
                    <a:pt x="55" y="50"/>
                    <a:pt x="78" y="26"/>
                  </a:cubicBezTo>
                  <a:cubicBezTo>
                    <a:pt x="62" y="28"/>
                    <a:pt x="29" y="24"/>
                    <a:pt x="13" y="28"/>
                  </a:cubicBezTo>
                  <a:cubicBezTo>
                    <a:pt x="10" y="30"/>
                    <a:pt x="11" y="39"/>
                    <a:pt x="7" y="43"/>
                  </a:cubicBezTo>
                  <a:cubicBezTo>
                    <a:pt x="0" y="36"/>
                    <a:pt x="3" y="10"/>
                    <a:pt x="5" y="1"/>
                  </a:cubicBezTo>
                  <a:cubicBezTo>
                    <a:pt x="12" y="1"/>
                    <a:pt x="8" y="12"/>
                    <a:pt x="12" y="15"/>
                  </a:cubicBezTo>
                  <a:cubicBezTo>
                    <a:pt x="35" y="19"/>
                    <a:pt x="66" y="21"/>
                    <a:pt x="88" y="15"/>
                  </a:cubicBezTo>
                  <a:cubicBezTo>
                    <a:pt x="91" y="11"/>
                    <a:pt x="95" y="7"/>
                    <a:pt x="95" y="0"/>
                  </a:cubicBezTo>
                  <a:cubicBezTo>
                    <a:pt x="96" y="0"/>
                    <a:pt x="99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  <p:sp>
          <p:nvSpPr>
            <p:cNvPr id="38" name="Freeform 40">
              <a:extLst>
                <a:ext uri="{FF2B5EF4-FFF2-40B4-BE49-F238E27FC236}">
                  <a16:creationId xmlns:a16="http://schemas.microsoft.com/office/drawing/2014/main" id="{21BCC85F-283E-E4EA-278A-73988B070A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78635" y="4175760"/>
              <a:ext cx="269875" cy="271463"/>
            </a:xfrm>
            <a:custGeom>
              <a:avLst/>
              <a:gdLst>
                <a:gd name="T0" fmla="*/ 46 w 104"/>
                <a:gd name="T1" fmla="*/ 58 h 105"/>
                <a:gd name="T2" fmla="*/ 79 w 104"/>
                <a:gd name="T3" fmla="*/ 40 h 105"/>
                <a:gd name="T4" fmla="*/ 43 w 104"/>
                <a:gd name="T5" fmla="*/ 33 h 105"/>
                <a:gd name="T6" fmla="*/ 46 w 104"/>
                <a:gd name="T7" fmla="*/ 58 h 105"/>
                <a:gd name="T8" fmla="*/ 104 w 104"/>
                <a:gd name="T9" fmla="*/ 41 h 105"/>
                <a:gd name="T10" fmla="*/ 62 w 104"/>
                <a:gd name="T11" fmla="*/ 67 h 105"/>
                <a:gd name="T12" fmla="*/ 19 w 104"/>
                <a:gd name="T13" fmla="*/ 89 h 105"/>
                <a:gd name="T14" fmla="*/ 11 w 104"/>
                <a:gd name="T15" fmla="*/ 105 h 105"/>
                <a:gd name="T16" fmla="*/ 8 w 104"/>
                <a:gd name="T17" fmla="*/ 62 h 105"/>
                <a:gd name="T18" fmla="*/ 16 w 104"/>
                <a:gd name="T19" fmla="*/ 74 h 105"/>
                <a:gd name="T20" fmla="*/ 40 w 104"/>
                <a:gd name="T21" fmla="*/ 63 h 105"/>
                <a:gd name="T22" fmla="*/ 38 w 104"/>
                <a:gd name="T23" fmla="*/ 31 h 105"/>
                <a:gd name="T24" fmla="*/ 13 w 104"/>
                <a:gd name="T25" fmla="*/ 24 h 105"/>
                <a:gd name="T26" fmla="*/ 8 w 104"/>
                <a:gd name="T27" fmla="*/ 38 h 105"/>
                <a:gd name="T28" fmla="*/ 1 w 104"/>
                <a:gd name="T29" fmla="*/ 1 h 105"/>
                <a:gd name="T30" fmla="*/ 12 w 104"/>
                <a:gd name="T31" fmla="*/ 14 h 105"/>
                <a:gd name="T32" fmla="*/ 104 w 104"/>
                <a:gd name="T3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4" h="105">
                  <a:moveTo>
                    <a:pt x="46" y="58"/>
                  </a:moveTo>
                  <a:cubicBezTo>
                    <a:pt x="60" y="54"/>
                    <a:pt x="69" y="48"/>
                    <a:pt x="79" y="40"/>
                  </a:cubicBezTo>
                  <a:cubicBezTo>
                    <a:pt x="67" y="39"/>
                    <a:pt x="55" y="29"/>
                    <a:pt x="43" y="33"/>
                  </a:cubicBezTo>
                  <a:cubicBezTo>
                    <a:pt x="46" y="39"/>
                    <a:pt x="45" y="50"/>
                    <a:pt x="46" y="58"/>
                  </a:cubicBezTo>
                  <a:close/>
                  <a:moveTo>
                    <a:pt x="104" y="41"/>
                  </a:moveTo>
                  <a:cubicBezTo>
                    <a:pt x="95" y="55"/>
                    <a:pt x="77" y="59"/>
                    <a:pt x="62" y="67"/>
                  </a:cubicBezTo>
                  <a:cubicBezTo>
                    <a:pt x="47" y="74"/>
                    <a:pt x="34" y="83"/>
                    <a:pt x="19" y="89"/>
                  </a:cubicBezTo>
                  <a:cubicBezTo>
                    <a:pt x="17" y="96"/>
                    <a:pt x="17" y="105"/>
                    <a:pt x="11" y="105"/>
                  </a:cubicBezTo>
                  <a:cubicBezTo>
                    <a:pt x="12" y="89"/>
                    <a:pt x="5" y="73"/>
                    <a:pt x="8" y="62"/>
                  </a:cubicBezTo>
                  <a:cubicBezTo>
                    <a:pt x="14" y="62"/>
                    <a:pt x="12" y="71"/>
                    <a:pt x="16" y="74"/>
                  </a:cubicBezTo>
                  <a:cubicBezTo>
                    <a:pt x="25" y="72"/>
                    <a:pt x="32" y="67"/>
                    <a:pt x="40" y="63"/>
                  </a:cubicBezTo>
                  <a:cubicBezTo>
                    <a:pt x="41" y="50"/>
                    <a:pt x="38" y="43"/>
                    <a:pt x="38" y="31"/>
                  </a:cubicBezTo>
                  <a:cubicBezTo>
                    <a:pt x="32" y="22"/>
                    <a:pt x="25" y="25"/>
                    <a:pt x="13" y="24"/>
                  </a:cubicBezTo>
                  <a:cubicBezTo>
                    <a:pt x="7" y="24"/>
                    <a:pt x="13" y="36"/>
                    <a:pt x="8" y="38"/>
                  </a:cubicBezTo>
                  <a:cubicBezTo>
                    <a:pt x="0" y="33"/>
                    <a:pt x="3" y="14"/>
                    <a:pt x="1" y="1"/>
                  </a:cubicBezTo>
                  <a:cubicBezTo>
                    <a:pt x="10" y="0"/>
                    <a:pt x="8" y="10"/>
                    <a:pt x="12" y="14"/>
                  </a:cubicBezTo>
                  <a:cubicBezTo>
                    <a:pt x="41" y="24"/>
                    <a:pt x="76" y="29"/>
                    <a:pt x="104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2890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70266A3-5844-2B93-C3AB-932243313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4AFB81-2D5C-A2C5-3B40-960A81096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357EC9-DD97-92AB-BAF4-C96F3A49E1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CC5071-96A6-FE69-ADFA-854D8C4CFE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/ 18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860FC3-1B2A-903A-1D28-3F347AC0F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B9843-A082-45AC-B29C-9F14F339A39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ABBAFA-EEAB-4E49-80CF-80DDC1F3BA85}"/>
              </a:ext>
            </a:extLst>
          </p:cNvPr>
          <p:cNvSpPr/>
          <p:nvPr userDrawn="1"/>
        </p:nvSpPr>
        <p:spPr>
          <a:xfrm>
            <a:off x="0" y="0"/>
            <a:ext cx="12192000" cy="518160"/>
          </a:xfrm>
          <a:prstGeom prst="rect">
            <a:avLst/>
          </a:prstGeom>
          <a:solidFill>
            <a:srgbClr val="3A1A41"/>
          </a:solidFill>
          <a:ln>
            <a:noFill/>
          </a:ln>
          <a:effectLst>
            <a:outerShdw blurRad="127000" dist="63500" dir="5400000" algn="t" rotWithShape="0">
              <a:schemeClr val="accent1">
                <a:lumMod val="7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FBE247B-719D-719E-26D2-CEE9E373053C}"/>
              </a:ext>
            </a:extLst>
          </p:cNvPr>
          <p:cNvSpPr/>
          <p:nvPr userDrawn="1"/>
        </p:nvSpPr>
        <p:spPr>
          <a:xfrm>
            <a:off x="0" y="6516000"/>
            <a:ext cx="12192000" cy="342000"/>
          </a:xfrm>
          <a:prstGeom prst="rect">
            <a:avLst/>
          </a:prstGeom>
          <a:solidFill>
            <a:srgbClr val="6306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E273D8-4F5F-4BFC-CB70-E1475FC2FA30}"/>
              </a:ext>
            </a:extLst>
          </p:cNvPr>
          <p:cNvSpPr txBox="1"/>
          <p:nvPr userDrawn="1"/>
        </p:nvSpPr>
        <p:spPr>
          <a:xfrm>
            <a:off x="476728" y="82594"/>
            <a:ext cx="120983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00" dirty="0">
                <a:solidFill>
                  <a:srgbClr val="A389A4"/>
                </a:solidFill>
                <a:latin typeface="+mj-lt"/>
              </a:rPr>
              <a:t>Introduction </a:t>
            </a:r>
            <a:endParaRPr lang="zh-CN" altLang="en-US" sz="1700" dirty="0">
              <a:solidFill>
                <a:srgbClr val="A389A4"/>
              </a:solidFill>
              <a:latin typeface="+mj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E92088-CCA8-7BF3-C52E-DE4078D188DA}"/>
              </a:ext>
            </a:extLst>
          </p:cNvPr>
          <p:cNvSpPr txBox="1"/>
          <p:nvPr userDrawn="1"/>
        </p:nvSpPr>
        <p:spPr>
          <a:xfrm>
            <a:off x="4141710" y="82594"/>
            <a:ext cx="224864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00" dirty="0">
                <a:solidFill>
                  <a:srgbClr val="A389A4"/>
                </a:solidFill>
                <a:latin typeface="+mj-lt"/>
              </a:rPr>
              <a:t>Institutional Background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AAB06BF-D9F3-ABAE-DC0F-501851AFD628}"/>
              </a:ext>
            </a:extLst>
          </p:cNvPr>
          <p:cNvSpPr txBox="1"/>
          <p:nvPr userDrawn="1"/>
        </p:nvSpPr>
        <p:spPr>
          <a:xfrm>
            <a:off x="6810345" y="82594"/>
            <a:ext cx="2078114" cy="35394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00" dirty="0">
                <a:solidFill>
                  <a:srgbClr val="A389A4"/>
                </a:solidFill>
                <a:latin typeface="+mj-lt"/>
              </a:rPr>
              <a:t>Empirical Methodology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788E2E0-0921-1CB7-57BF-049EEBBB872D}"/>
              </a:ext>
            </a:extLst>
          </p:cNvPr>
          <p:cNvSpPr txBox="1"/>
          <p:nvPr userDrawn="1"/>
        </p:nvSpPr>
        <p:spPr>
          <a:xfrm>
            <a:off x="9308448" y="82594"/>
            <a:ext cx="851678" cy="353943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A389A4"/>
                </a:solidFill>
              </a:defRPr>
            </a:lvl1pPr>
          </a:lstStyle>
          <a:p>
            <a:pPr algn="ctr"/>
            <a:r>
              <a:rPr lang="en-US" altLang="zh-CN" sz="1700" dirty="0">
                <a:latin typeface="+mj-lt"/>
              </a:rPr>
              <a:t>Results</a:t>
            </a:r>
            <a:endParaRPr lang="zh-CN" altLang="en-US" sz="1700" dirty="0">
              <a:latin typeface="+mj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B0C2CC1-6EBE-4144-F3F8-76910BAC10FF}"/>
              </a:ext>
            </a:extLst>
          </p:cNvPr>
          <p:cNvSpPr txBox="1"/>
          <p:nvPr userDrawn="1"/>
        </p:nvSpPr>
        <p:spPr>
          <a:xfrm>
            <a:off x="10580115" y="82594"/>
            <a:ext cx="1203434" cy="353943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A389A4"/>
                </a:solidFill>
              </a:defRPr>
            </a:lvl1pPr>
          </a:lstStyle>
          <a:p>
            <a:pPr algn="ctr"/>
            <a:r>
              <a:rPr lang="en-US" altLang="zh-CN" sz="1700" dirty="0">
                <a:latin typeface="+mj-lt"/>
              </a:rPr>
              <a:t>Conclusions</a:t>
            </a:r>
            <a:endParaRPr lang="zh-CN" altLang="en-US" sz="1700" dirty="0">
              <a:latin typeface="+mj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7576C1-CB91-EE5D-1D8C-C8BF986DEECF}"/>
              </a:ext>
            </a:extLst>
          </p:cNvPr>
          <p:cNvSpPr txBox="1"/>
          <p:nvPr userDrawn="1"/>
        </p:nvSpPr>
        <p:spPr>
          <a:xfrm>
            <a:off x="2106549" y="87455"/>
            <a:ext cx="161517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00" dirty="0">
                <a:solidFill>
                  <a:srgbClr val="A389A4"/>
                </a:solidFill>
                <a:latin typeface="+mj-lt"/>
              </a:rPr>
              <a:t>Literature Review</a:t>
            </a:r>
            <a:endParaRPr lang="zh-CN" altLang="en-US" sz="1700" dirty="0">
              <a:solidFill>
                <a:srgbClr val="A389A4"/>
              </a:solidFill>
              <a:latin typeface="+mj-lt"/>
            </a:endParaRPr>
          </a:p>
        </p:txBody>
      </p:sp>
      <p:sp>
        <p:nvSpPr>
          <p:cNvPr id="14" name="页脚占位符 2">
            <a:extLst>
              <a:ext uri="{FF2B5EF4-FFF2-40B4-BE49-F238E27FC236}">
                <a16:creationId xmlns:a16="http://schemas.microsoft.com/office/drawing/2014/main" id="{CB38E072-EF0B-9C53-937B-A7D92853A41E}"/>
              </a:ext>
            </a:extLst>
          </p:cNvPr>
          <p:cNvSpPr txBox="1">
            <a:spLocks/>
          </p:cNvSpPr>
          <p:nvPr userDrawn="1"/>
        </p:nvSpPr>
        <p:spPr>
          <a:xfrm>
            <a:off x="301244" y="6537516"/>
            <a:ext cx="7440676" cy="3190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lang="en-US" altLang="zh-CN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400" dirty="0">
                <a:latin typeface="+mj-lt"/>
              </a:rPr>
              <a:t>Do Water Essays Lead to Increased Well-being?</a:t>
            </a:r>
            <a:endParaRPr lang="en-US" altLang="zh-CN" sz="1400" dirty="0">
              <a:latin typeface="Franklin Gothic Medium Cond" panose="020B06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906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7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6" r:id="rId8"/>
    <p:sldLayoutId id="2147483677" r:id="rId9"/>
    <p:sldLayoutId id="2147483656" r:id="rId10"/>
    <p:sldLayoutId id="2147483683" r:id="rId11"/>
    <p:sldLayoutId id="2147483658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1"/>
        </a:buClr>
        <a:buSzPct val="90000"/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Clr>
          <a:schemeClr val="accent1"/>
        </a:buClr>
        <a:buSzPct val="80000"/>
        <a:buFont typeface="Wingdings" panose="05000000000000000000" pitchFamily="2" charset="2"/>
        <a:buChar char="l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Clr>
          <a:schemeClr val="accent1"/>
        </a:buClr>
        <a:buSzPct val="70000"/>
        <a:buFont typeface="Wingdings" panose="05000000000000000000" pitchFamily="2" charset="2"/>
        <a:buChar char="l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Clr>
          <a:schemeClr val="accent1"/>
        </a:buClr>
        <a:buSzPct val="60000"/>
        <a:buFont typeface="Wingdings" panose="05000000000000000000" pitchFamily="2" charset="2"/>
        <a:buChar char="l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31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70266A3-5844-2B93-C3AB-932243313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4AFB81-2D5C-A2C5-3B40-960A81096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357EC9-DD97-92AB-BAF4-C96F3A49E1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CC5071-96A6-FE69-ADFA-854D8C4CFE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/ 18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860FC3-1B2A-903A-1D28-3F347AC0F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B9843-A082-45AC-B29C-9F14F339A39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ABBAFA-EEAB-4E49-80CF-80DDC1F3BA85}"/>
              </a:ext>
            </a:extLst>
          </p:cNvPr>
          <p:cNvSpPr/>
          <p:nvPr userDrawn="1"/>
        </p:nvSpPr>
        <p:spPr>
          <a:xfrm>
            <a:off x="0" y="0"/>
            <a:ext cx="12192000" cy="518160"/>
          </a:xfrm>
          <a:prstGeom prst="rect">
            <a:avLst/>
          </a:prstGeom>
          <a:solidFill>
            <a:srgbClr val="3A1A41"/>
          </a:solidFill>
          <a:ln>
            <a:noFill/>
          </a:ln>
          <a:effectLst>
            <a:outerShdw blurRad="127000" dist="63500" dir="5400000" algn="t" rotWithShape="0">
              <a:schemeClr val="accent1">
                <a:lumMod val="7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FBE247B-719D-719E-26D2-CEE9E373053C}"/>
              </a:ext>
            </a:extLst>
          </p:cNvPr>
          <p:cNvSpPr/>
          <p:nvPr userDrawn="1"/>
        </p:nvSpPr>
        <p:spPr>
          <a:xfrm>
            <a:off x="0" y="6516000"/>
            <a:ext cx="12192000" cy="342000"/>
          </a:xfrm>
          <a:prstGeom prst="rect">
            <a:avLst/>
          </a:prstGeom>
          <a:solidFill>
            <a:srgbClr val="6306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E273D8-4F5F-4BFC-CB70-E1475FC2FA30}"/>
              </a:ext>
            </a:extLst>
          </p:cNvPr>
          <p:cNvSpPr txBox="1"/>
          <p:nvPr userDrawn="1"/>
        </p:nvSpPr>
        <p:spPr>
          <a:xfrm>
            <a:off x="838200" y="82594"/>
            <a:ext cx="1356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>
                <a:solidFill>
                  <a:srgbClr val="A389A4"/>
                </a:solidFill>
                <a:latin typeface="+mj-lt"/>
              </a:rPr>
              <a:t>Introduction </a:t>
            </a:r>
            <a:endParaRPr lang="zh-CN" altLang="en-US" sz="1800" dirty="0">
              <a:solidFill>
                <a:srgbClr val="A389A4"/>
              </a:solidFill>
              <a:latin typeface="+mj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AAB06BF-D9F3-ABAE-DC0F-501851AFD628}"/>
              </a:ext>
            </a:extLst>
          </p:cNvPr>
          <p:cNvSpPr txBox="1"/>
          <p:nvPr userDrawn="1"/>
        </p:nvSpPr>
        <p:spPr>
          <a:xfrm>
            <a:off x="5288427" y="82594"/>
            <a:ext cx="2330318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>
                <a:solidFill>
                  <a:srgbClr val="A389A4"/>
                </a:solidFill>
                <a:latin typeface="+mj-lt"/>
              </a:rPr>
              <a:t>Empirical Methodology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788E2E0-0921-1CB7-57BF-049EEBBB872D}"/>
              </a:ext>
            </a:extLst>
          </p:cNvPr>
          <p:cNvSpPr txBox="1"/>
          <p:nvPr userDrawn="1"/>
        </p:nvSpPr>
        <p:spPr>
          <a:xfrm>
            <a:off x="8334009" y="82594"/>
            <a:ext cx="955040" cy="369332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A389A4"/>
                </a:solidFill>
              </a:defRPr>
            </a:lvl1pPr>
          </a:lstStyle>
          <a:p>
            <a:pPr algn="ctr"/>
            <a:r>
              <a:rPr lang="en-US" altLang="zh-CN" sz="1800" dirty="0">
                <a:latin typeface="+mj-lt"/>
              </a:rPr>
              <a:t>Results</a:t>
            </a:r>
            <a:endParaRPr lang="zh-CN" altLang="en-US" sz="1800" dirty="0">
              <a:latin typeface="+mj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B0C2CC1-6EBE-4144-F3F8-76910BAC10FF}"/>
              </a:ext>
            </a:extLst>
          </p:cNvPr>
          <p:cNvSpPr txBox="1"/>
          <p:nvPr userDrawn="1"/>
        </p:nvSpPr>
        <p:spPr>
          <a:xfrm>
            <a:off x="10004314" y="82594"/>
            <a:ext cx="1349486" cy="369332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A389A4"/>
                </a:solidFill>
              </a:defRPr>
            </a:lvl1pPr>
          </a:lstStyle>
          <a:p>
            <a:pPr algn="ctr"/>
            <a:r>
              <a:rPr lang="en-US" altLang="zh-CN" sz="1800" dirty="0">
                <a:latin typeface="+mj-lt"/>
              </a:rPr>
              <a:t>Conclusions</a:t>
            </a:r>
            <a:endParaRPr lang="zh-CN" altLang="en-US" sz="1800" dirty="0">
              <a:latin typeface="+mj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7576C1-CB91-EE5D-1D8C-C8BF986DEECF}"/>
              </a:ext>
            </a:extLst>
          </p:cNvPr>
          <p:cNvSpPr txBox="1"/>
          <p:nvPr userDrawn="1"/>
        </p:nvSpPr>
        <p:spPr>
          <a:xfrm>
            <a:off x="2761971" y="87455"/>
            <a:ext cx="1811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>
                <a:solidFill>
                  <a:srgbClr val="A389A4"/>
                </a:solidFill>
                <a:latin typeface="+mj-lt"/>
              </a:rPr>
              <a:t>Literature Review</a:t>
            </a:r>
            <a:endParaRPr lang="zh-CN" altLang="en-US" sz="1800" dirty="0">
              <a:solidFill>
                <a:srgbClr val="A389A4"/>
              </a:solidFill>
              <a:latin typeface="+mj-lt"/>
            </a:endParaRPr>
          </a:p>
        </p:txBody>
      </p:sp>
      <p:sp>
        <p:nvSpPr>
          <p:cNvPr id="14" name="页脚占位符 2">
            <a:extLst>
              <a:ext uri="{FF2B5EF4-FFF2-40B4-BE49-F238E27FC236}">
                <a16:creationId xmlns:a16="http://schemas.microsoft.com/office/drawing/2014/main" id="{CB38E072-EF0B-9C53-937B-A7D92853A41E}"/>
              </a:ext>
            </a:extLst>
          </p:cNvPr>
          <p:cNvSpPr txBox="1">
            <a:spLocks/>
          </p:cNvSpPr>
          <p:nvPr userDrawn="1"/>
        </p:nvSpPr>
        <p:spPr>
          <a:xfrm>
            <a:off x="301244" y="6537516"/>
            <a:ext cx="7440676" cy="3190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lang="en-US" altLang="zh-CN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400" dirty="0">
                <a:latin typeface="+mj-lt"/>
              </a:rPr>
              <a:t>Do Water Essays Lead to Increased Well-being?</a:t>
            </a:r>
            <a:endParaRPr lang="en-US" altLang="zh-CN" sz="1400" dirty="0">
              <a:latin typeface="Franklin Gothic Medium Cond" panose="020B06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877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5" r:id="rId2"/>
    <p:sldLayoutId id="214748366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73" r:id="rId9"/>
    <p:sldLayoutId id="2147483674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1"/>
        </a:buClr>
        <a:buSzPct val="90000"/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Clr>
          <a:schemeClr val="accent1"/>
        </a:buClr>
        <a:buSzPct val="80000"/>
        <a:buFont typeface="Wingdings" panose="05000000000000000000" pitchFamily="2" charset="2"/>
        <a:buChar char="l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Clr>
          <a:schemeClr val="accent1"/>
        </a:buClr>
        <a:buSzPct val="70000"/>
        <a:buFont typeface="Wingdings" panose="05000000000000000000" pitchFamily="2" charset="2"/>
        <a:buChar char="l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Clr>
          <a:schemeClr val="accent1"/>
        </a:buClr>
        <a:buSzPct val="60000"/>
        <a:buFont typeface="Wingdings" panose="05000000000000000000" pitchFamily="2" charset="2"/>
        <a:buChar char="l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31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A1994559-BCC1-3FCC-C3B6-58B75B1A290C}"/>
              </a:ext>
            </a:extLst>
          </p:cNvPr>
          <p:cNvSpPr/>
          <p:nvPr/>
        </p:nvSpPr>
        <p:spPr>
          <a:xfrm>
            <a:off x="2005781" y="1309546"/>
            <a:ext cx="8180438" cy="1686528"/>
          </a:xfrm>
          <a:prstGeom prst="roundRect">
            <a:avLst>
              <a:gd name="adj" fmla="val 0"/>
            </a:avLst>
          </a:prstGeom>
          <a:solidFill>
            <a:srgbClr val="6306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+mj-lt"/>
              </a:rPr>
              <a:t>Do Water Essays Lead to Increased Well-being? Evidence from College Students</a:t>
            </a:r>
            <a:endParaRPr lang="zh-CN" altLang="en-US" sz="3200" dirty="0">
              <a:latin typeface="+mj-ea"/>
              <a:ea typeface="+mj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BC7A0D0-09CC-473E-040E-20B01E7DD361}"/>
              </a:ext>
            </a:extLst>
          </p:cNvPr>
          <p:cNvSpPr txBox="1"/>
          <p:nvPr/>
        </p:nvSpPr>
        <p:spPr>
          <a:xfrm>
            <a:off x="3585882" y="5261877"/>
            <a:ext cx="5020236" cy="803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dirty="0"/>
              <a:t>Presenters</a:t>
            </a:r>
            <a:r>
              <a:rPr lang="zh-CN" altLang="en-US" sz="2000" dirty="0"/>
              <a:t>：</a:t>
            </a:r>
            <a:r>
              <a:rPr lang="en-US" altLang="zh-CN" sz="2000" dirty="0"/>
              <a:t>Yunlong Li</a:t>
            </a:r>
          </a:p>
          <a:p>
            <a:pPr algn="ctr">
              <a:lnSpc>
                <a:spcPct val="120000"/>
              </a:lnSpc>
            </a:pPr>
            <a:r>
              <a:rPr lang="en-US" altLang="zh-CN" sz="2000" dirty="0"/>
              <a:t>2025/03/25</a:t>
            </a:r>
            <a:endParaRPr lang="zh-CN" altLang="en-US" sz="2000" dirty="0"/>
          </a:p>
        </p:txBody>
      </p:sp>
      <p:sp>
        <p:nvSpPr>
          <p:cNvPr id="20" name="页脚占位符 19">
            <a:extLst>
              <a:ext uri="{FF2B5EF4-FFF2-40B4-BE49-F238E27FC236}">
                <a16:creationId xmlns:a16="http://schemas.microsoft.com/office/drawing/2014/main" id="{05C86674-35CC-3B0D-EA42-398F0235A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19" name="灯片编号占位符 18">
            <a:extLst>
              <a:ext uri="{FF2B5EF4-FFF2-40B4-BE49-F238E27FC236}">
                <a16:creationId xmlns:a16="http://schemas.microsoft.com/office/drawing/2014/main" id="{AE8CB437-30DD-B604-076B-71D4A2163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B9843-A082-45AC-B29C-9F14F339A395}" type="slidenum">
              <a:rPr lang="zh-CN" altLang="en-US" smtClean="0"/>
              <a:t>1</a:t>
            </a:fld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32CC19-C299-D660-B32D-7214DEB2A8CC}"/>
              </a:ext>
            </a:extLst>
          </p:cNvPr>
          <p:cNvSpPr txBox="1"/>
          <p:nvPr/>
        </p:nvSpPr>
        <p:spPr>
          <a:xfrm>
            <a:off x="2033587" y="3313028"/>
            <a:ext cx="8124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Franklin Gothic Medium Cond" panose="020B0606030402020204" pitchFamily="34" charset="0"/>
              </a:rPr>
              <a:t>San Zhang, Si Li, Wu Wang</a:t>
            </a:r>
            <a:endParaRPr lang="zh-CN" altLang="en-US" sz="2400" dirty="0">
              <a:latin typeface="Franklin Gothic Medium Cond" panose="020B06060304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042D1DA-4464-571C-7D16-6BF02DB7F541}"/>
              </a:ext>
            </a:extLst>
          </p:cNvPr>
          <p:cNvSpPr txBox="1"/>
          <p:nvPr/>
        </p:nvSpPr>
        <p:spPr>
          <a:xfrm>
            <a:off x="3887096" y="4023726"/>
            <a:ext cx="4417808" cy="797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i="1" dirty="0">
                <a:latin typeface="Franklin Gothic Medium Cond" panose="020B0606030402020204" pitchFamily="34" charset="0"/>
              </a:rPr>
              <a:t> Journal of </a:t>
            </a:r>
            <a:r>
              <a:rPr lang="en-US" altLang="zh-CN" sz="2000" i="1" dirty="0" err="1">
                <a:latin typeface="Franklin Gothic Medium Cond" panose="020B0606030402020204" pitchFamily="34" charset="0"/>
              </a:rPr>
              <a:t>WildChicken</a:t>
            </a:r>
            <a:r>
              <a:rPr lang="en-US" altLang="zh-CN" sz="2000" i="1" dirty="0">
                <a:latin typeface="Franklin Gothic Medium Cond" panose="020B0606030402020204" pitchFamily="34" charset="0"/>
              </a:rPr>
              <a:t> Economics</a:t>
            </a:r>
          </a:p>
          <a:p>
            <a:pPr algn="ctr">
              <a:lnSpc>
                <a:spcPct val="120000"/>
              </a:lnSpc>
            </a:pPr>
            <a:r>
              <a:rPr lang="en-US" altLang="zh-CN" sz="2000" dirty="0">
                <a:latin typeface="Franklin Gothic Medium Cond" panose="020B0606030402020204" pitchFamily="34" charset="0"/>
              </a:rPr>
              <a:t>Volume 37, article number 28, (2024)</a:t>
            </a:r>
            <a:endParaRPr lang="zh-CN" altLang="en-US" sz="2000" dirty="0">
              <a:latin typeface="Franklin Gothic Medium Cond" panose="020B06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984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98ED7A36-581B-1859-4DA3-6648EA7D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5E9D1B6-6AC1-C2AB-A40E-109E2E4D4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81AA-4DAD-42D9-B724-3F8AD1554AD3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9052837-9EC7-4233-973D-FE96C27CE8C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/>
              <a:t>模板设计规范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8A1C9EB3-CF8E-BAE5-9877-92710F39C27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0400" y="1559770"/>
            <a:ext cx="5435600" cy="4260928"/>
          </a:xfrm>
        </p:spPr>
        <p:txBody>
          <a:bodyPr/>
          <a:lstStyle/>
          <a:p>
            <a:r>
              <a:rPr lang="zh-CN" altLang="en-US" dirty="0"/>
              <a:t>字体</a:t>
            </a:r>
            <a:endParaRPr lang="en-US" altLang="zh-CN" dirty="0"/>
          </a:p>
          <a:p>
            <a:pPr lvl="1"/>
            <a:r>
              <a:rPr lang="zh-CN" altLang="en-US" dirty="0"/>
              <a:t>中文标题：</a:t>
            </a:r>
            <a:r>
              <a:rPr lang="en-US" altLang="zh-CN" dirty="0">
                <a:latin typeface="+mj-ea"/>
                <a:ea typeface="+mj-ea"/>
              </a:rPr>
              <a:t>HarmonyOS Sans Medium</a:t>
            </a:r>
          </a:p>
          <a:p>
            <a:pPr lvl="1"/>
            <a:r>
              <a:rPr lang="zh-CN" altLang="en-US" dirty="0"/>
              <a:t>中文正文：</a:t>
            </a:r>
            <a:r>
              <a:rPr lang="en-US" altLang="zh-CN" dirty="0">
                <a:latin typeface="+mn-ea"/>
              </a:rPr>
              <a:t>HarmonyOS Sans</a:t>
            </a:r>
          </a:p>
          <a:p>
            <a:pPr lvl="1"/>
            <a:r>
              <a:rPr lang="zh-CN" altLang="en-US" dirty="0"/>
              <a:t>英文标题：</a:t>
            </a:r>
            <a:r>
              <a:rPr lang="en-US" altLang="zh-CN" dirty="0">
                <a:latin typeface="+mj-lt"/>
              </a:rPr>
              <a:t>Franklin Gothic Demi Cond</a:t>
            </a:r>
          </a:p>
          <a:p>
            <a:pPr lvl="1"/>
            <a:r>
              <a:rPr lang="zh-CN" altLang="en-US" dirty="0"/>
              <a:t>英文正文：</a:t>
            </a:r>
            <a:r>
              <a:rPr lang="en-US" altLang="zh-CN" dirty="0"/>
              <a:t>LM Sans 10</a:t>
            </a:r>
          </a:p>
          <a:p>
            <a:r>
              <a:rPr lang="zh-CN" altLang="en-US" dirty="0"/>
              <a:t>色彩</a:t>
            </a:r>
            <a:endParaRPr lang="en-US" altLang="zh-CN" dirty="0"/>
          </a:p>
          <a:p>
            <a:pPr lvl="1"/>
            <a:r>
              <a:rPr lang="zh-CN" altLang="en-US" dirty="0"/>
              <a:t>主要色调：南大紫（</a:t>
            </a:r>
            <a:r>
              <a:rPr lang="en-US" altLang="zh-CN" dirty="0"/>
              <a:t>#63065F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辅助色调：鲜艳红（</a:t>
            </a:r>
            <a:r>
              <a:rPr lang="en-US" altLang="zh-CN" dirty="0"/>
              <a:t>#E31857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辅助色调：稳重蓝（</a:t>
            </a:r>
            <a:r>
              <a:rPr lang="en-US" altLang="zh-CN" dirty="0"/>
              <a:t>#007DAC</a:t>
            </a:r>
            <a:r>
              <a:rPr lang="zh-CN" altLang="en-US" dirty="0"/>
              <a:t>）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5AD2974-4632-B5EA-8FA6-B13633AC290C}"/>
              </a:ext>
            </a:extLst>
          </p:cNvPr>
          <p:cNvSpPr/>
          <p:nvPr/>
        </p:nvSpPr>
        <p:spPr>
          <a:xfrm>
            <a:off x="5073254" y="4454696"/>
            <a:ext cx="388762" cy="3887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6C1C5CE-617B-2962-99ED-895D976890AD}"/>
              </a:ext>
            </a:extLst>
          </p:cNvPr>
          <p:cNvSpPr/>
          <p:nvPr/>
        </p:nvSpPr>
        <p:spPr>
          <a:xfrm>
            <a:off x="5073254" y="4926369"/>
            <a:ext cx="388762" cy="388762"/>
          </a:xfrm>
          <a:prstGeom prst="ellipse">
            <a:avLst/>
          </a:prstGeom>
          <a:solidFill>
            <a:srgbClr val="E318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6235DCA-7D5E-4B39-8FF2-474E87AAC7C2}"/>
              </a:ext>
            </a:extLst>
          </p:cNvPr>
          <p:cNvSpPr/>
          <p:nvPr/>
        </p:nvSpPr>
        <p:spPr>
          <a:xfrm>
            <a:off x="5073254" y="5398043"/>
            <a:ext cx="388762" cy="388762"/>
          </a:xfrm>
          <a:prstGeom prst="ellipse">
            <a:avLst/>
          </a:prstGeom>
          <a:solidFill>
            <a:srgbClr val="007D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C9EFF2-8D7C-4EAA-97B1-8F804ADC3D49}"/>
              </a:ext>
            </a:extLst>
          </p:cNvPr>
          <p:cNvSpPr/>
          <p:nvPr/>
        </p:nvSpPr>
        <p:spPr>
          <a:xfrm>
            <a:off x="6096001" y="4918676"/>
            <a:ext cx="1646901" cy="423578"/>
          </a:xfrm>
          <a:prstGeom prst="rect">
            <a:avLst/>
          </a:prstGeom>
          <a:noFill/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5DA1E97-6B52-F03B-D83B-4851B58FA2AC}"/>
              </a:ext>
            </a:extLst>
          </p:cNvPr>
          <p:cNvSpPr txBox="1"/>
          <p:nvPr/>
        </p:nvSpPr>
        <p:spPr>
          <a:xfrm>
            <a:off x="6096000" y="4945799"/>
            <a:ext cx="1646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重点标注示例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BE148EA-E0B5-17B0-7E44-01F4FD3D5253}"/>
              </a:ext>
            </a:extLst>
          </p:cNvPr>
          <p:cNvSpPr txBox="1"/>
          <p:nvPr/>
        </p:nvSpPr>
        <p:spPr>
          <a:xfrm>
            <a:off x="6096000" y="5410371"/>
            <a:ext cx="2969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引用示例</a:t>
            </a:r>
            <a:r>
              <a:rPr lang="zh-CN" altLang="en-US" dirty="0">
                <a:solidFill>
                  <a:srgbClr val="007DAC"/>
                </a:solidFill>
              </a:rPr>
              <a:t>（南京大学，</a:t>
            </a:r>
            <a:r>
              <a:rPr lang="en-US" altLang="zh-CN" dirty="0">
                <a:solidFill>
                  <a:srgbClr val="007DAC"/>
                </a:solidFill>
              </a:rPr>
              <a:t>2018</a:t>
            </a:r>
            <a:r>
              <a:rPr lang="zh-CN" altLang="en-US" dirty="0">
                <a:solidFill>
                  <a:srgbClr val="007DAC"/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285896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BEB9CE22-BDF9-7BED-F3BE-334A859E8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7E437BA-DB82-C218-A385-DE217C07F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81AA-4DAD-42D9-B724-3F8AD1554AD3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sp>
        <p:nvSpPr>
          <p:cNvPr id="17" name="内容占位符 16">
            <a:extLst>
              <a:ext uri="{FF2B5EF4-FFF2-40B4-BE49-F238E27FC236}">
                <a16:creationId xmlns:a16="http://schemas.microsoft.com/office/drawing/2014/main" id="{5C929987-8090-5522-3B6C-33D3985A8CC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/>
              <a:t>版式设计规范</a:t>
            </a:r>
          </a:p>
        </p:txBody>
      </p:sp>
      <p:sp>
        <p:nvSpPr>
          <p:cNvPr id="18" name="内容占位符 17">
            <a:extLst>
              <a:ext uri="{FF2B5EF4-FFF2-40B4-BE49-F238E27FC236}">
                <a16:creationId xmlns:a16="http://schemas.microsoft.com/office/drawing/2014/main" id="{93B09A48-EA92-C539-DD27-4255BCF20B3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0399" y="1559770"/>
            <a:ext cx="10374745" cy="4424470"/>
          </a:xfrm>
        </p:spPr>
        <p:txBody>
          <a:bodyPr>
            <a:normAutofit/>
          </a:bodyPr>
          <a:lstStyle/>
          <a:p>
            <a:r>
              <a:rPr lang="zh-CN" altLang="en-US" dirty="0"/>
              <a:t>版式规范</a:t>
            </a:r>
            <a:endParaRPr lang="en-US" altLang="zh-CN" dirty="0"/>
          </a:p>
          <a:p>
            <a:pPr lvl="1"/>
            <a:r>
              <a:rPr lang="zh-CN" altLang="en-US" dirty="0"/>
              <a:t>母版：六节内容和五节内容</a:t>
            </a:r>
            <a:endParaRPr lang="en-US" altLang="zh-CN" dirty="0"/>
          </a:p>
          <a:p>
            <a:pPr lvl="1"/>
            <a:r>
              <a:rPr lang="zh-CN" altLang="en-US" dirty="0"/>
              <a:t>版式：目录页、正文页、图文页、作者页</a:t>
            </a:r>
            <a:endParaRPr lang="en-US" altLang="zh-CN" dirty="0"/>
          </a:p>
          <a:p>
            <a:r>
              <a:rPr lang="zh-CN" altLang="en-US" dirty="0"/>
              <a:t>导航栏</a:t>
            </a:r>
            <a:endParaRPr lang="en-US" altLang="zh-CN" dirty="0"/>
          </a:p>
          <a:p>
            <a:pPr lvl="1"/>
            <a:r>
              <a:rPr lang="zh-CN" altLang="en-US" dirty="0"/>
              <a:t>前往“幻灯片母版”中修改</a:t>
            </a:r>
            <a:endParaRPr lang="en-US" altLang="zh-CN" dirty="0"/>
          </a:p>
          <a:p>
            <a:pPr lvl="1"/>
            <a:r>
              <a:rPr lang="zh-CN" altLang="en-US" dirty="0"/>
              <a:t>当前节高亮聚焦：复制当前节覆盖并取消文字透明度</a:t>
            </a:r>
            <a:endParaRPr lang="en-US" altLang="zh-CN" dirty="0"/>
          </a:p>
          <a:p>
            <a:r>
              <a:rPr lang="zh-CN" altLang="en-US" dirty="0"/>
              <a:t>底部导航栏</a:t>
            </a:r>
            <a:endParaRPr lang="en-US" altLang="zh-CN" dirty="0"/>
          </a:p>
          <a:p>
            <a:pPr lvl="1"/>
            <a:r>
              <a:rPr lang="zh-CN" altLang="en-US" dirty="0"/>
              <a:t>标题：前往“幻灯片母版”中修改</a:t>
            </a:r>
            <a:endParaRPr lang="en-US" altLang="zh-CN" dirty="0"/>
          </a:p>
          <a:p>
            <a:pPr lvl="1"/>
            <a:r>
              <a:rPr lang="zh-CN" altLang="en-US" dirty="0"/>
              <a:t>总页码：“设计”</a:t>
            </a:r>
            <a:r>
              <a:rPr lang="en-US" altLang="zh-CN" dirty="0"/>
              <a:t>—</a:t>
            </a:r>
            <a:r>
              <a:rPr lang="zh-CN" altLang="en-US" dirty="0"/>
              <a:t>“幻灯片编号”</a:t>
            </a:r>
            <a:r>
              <a:rPr lang="en-US" altLang="zh-CN" dirty="0"/>
              <a:t>—</a:t>
            </a:r>
            <a:r>
              <a:rPr lang="zh-CN" altLang="en-US" dirty="0"/>
              <a:t>“页脚”中修改</a:t>
            </a:r>
            <a:r>
              <a:rPr lang="en-US" altLang="zh-CN" dirty="0"/>
              <a:t>—</a:t>
            </a:r>
            <a:r>
              <a:rPr lang="zh-CN" altLang="en-US" dirty="0"/>
              <a:t>“全部应用”</a:t>
            </a:r>
          </a:p>
        </p:txBody>
      </p:sp>
    </p:spTree>
    <p:extLst>
      <p:ext uri="{BB962C8B-B14F-4D97-AF65-F5344CB8AC3E}">
        <p14:creationId xmlns:p14="http://schemas.microsoft.com/office/powerpoint/2010/main" val="3440840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CA45C90D-9D1A-874B-90F8-C696F6826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323E7DF-F578-A9EA-7050-2E9083333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81AA-4DAD-42D9-B724-3F8AD1554AD3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A3DA59-11E5-D644-C07E-82AA0EE9CBB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Authors Info</a:t>
            </a:r>
            <a:endParaRPr lang="zh-CN" altLang="en-US" dirty="0"/>
          </a:p>
        </p:txBody>
      </p:sp>
      <p:sp>
        <p:nvSpPr>
          <p:cNvPr id="5" name="图片占位符 4">
            <a:extLst>
              <a:ext uri="{FF2B5EF4-FFF2-40B4-BE49-F238E27FC236}">
                <a16:creationId xmlns:a16="http://schemas.microsoft.com/office/drawing/2014/main" id="{A1A67C86-9764-A8EA-36A7-A92FE2CB8EA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6" name="图片占位符 5">
            <a:extLst>
              <a:ext uri="{FF2B5EF4-FFF2-40B4-BE49-F238E27FC236}">
                <a16:creationId xmlns:a16="http://schemas.microsoft.com/office/drawing/2014/main" id="{D9D46BC9-28EC-761A-BC0B-F160C2AAC3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7" name="图片占位符 6">
            <a:extLst>
              <a:ext uri="{FF2B5EF4-FFF2-40B4-BE49-F238E27FC236}">
                <a16:creationId xmlns:a16="http://schemas.microsoft.com/office/drawing/2014/main" id="{0FB24665-EB54-6876-16EE-07F43C1DE39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8" name="图片占位符 7">
            <a:extLst>
              <a:ext uri="{FF2B5EF4-FFF2-40B4-BE49-F238E27FC236}">
                <a16:creationId xmlns:a16="http://schemas.microsoft.com/office/drawing/2014/main" id="{08038FBB-5F68-9A39-8496-0DD39A490A2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B5CB9CEE-F8A2-24C6-43A9-87819E3EE19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C7719C5-E5D7-0EAF-8AF1-AE135C9A2E0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2D3AB54A-44AA-8C95-9453-9C1C122AAB6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DEBA6063-B30A-509E-F968-26B1436E61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6E6271E4-A857-BC19-A50E-10502AEFA97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789B1BF9-A000-0143-0AF6-4E66E5EAEE5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文本占位符 14">
            <a:extLst>
              <a:ext uri="{FF2B5EF4-FFF2-40B4-BE49-F238E27FC236}">
                <a16:creationId xmlns:a16="http://schemas.microsoft.com/office/drawing/2014/main" id="{822085BC-067C-2F02-07D7-D5EA0CFFF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28E3DF27-2418-141C-029D-6BC92144941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904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D85A3C3E-B3D4-D48C-34AD-3967A1B7D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305314A-F6E8-42C1-8CEA-4AB6273F6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81AA-4DAD-42D9-B724-3F8AD1554AD3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CA75A7-CBA1-0263-DC92-F42EB10673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4187EC7-A990-F4B1-F431-16797D0BE4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Literature Review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A9F74FF-FAD6-F242-56CE-99E17F9CD3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Institutional Background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E4B104A-96EF-38E4-41DB-661B7BD2A81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zh-CN" dirty="0"/>
              <a:t>Empirical Methodology</a:t>
            </a:r>
            <a:endParaRPr lang="zh-CN" altLang="en-US" dirty="0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7E1FB50E-C6F3-715E-F779-DC36D3C99D7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zh-CN" dirty="0"/>
              <a:t>Results</a:t>
            </a:r>
            <a:endParaRPr lang="zh-CN" altLang="en-US" dirty="0"/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E40CA715-6B40-B4AC-FDA1-9F99DB71C7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/>
              <a:t>Conclusions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7263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3F7354D8-261F-8681-E958-A2947C124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E683D2B-9D63-30AA-183F-680AF5341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81AA-4DAD-42D9-B724-3F8AD1554AD3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39CE6A-E109-9B54-DCBF-E11C2D1B6D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D309843-BF47-087D-7AF1-E18BF3ED27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Literature Review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3E89FD2B-57E8-34FF-1711-51FADFC72B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Institutional Background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21977BEE-9713-2913-B7BA-FF7D5B79190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zh-CN" dirty="0"/>
              <a:t>Empirical Methodology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CB61B7F3-CB30-78E7-3DF7-D48C2BFE25A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zh-CN" dirty="0"/>
              <a:t>Results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167B3842-3C5A-5D81-B81D-CE257BD6235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4114831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15A554A8-E9E5-B841-3DC0-348024542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EF48D1F-1678-B52F-F142-C3311D7BF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81AA-4DAD-42D9-B724-3F8AD1554AD3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22D95E-A1AF-C222-DDB8-31D865A787B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Beamer</a:t>
            </a:r>
            <a:r>
              <a:rPr lang="zh-CN" altLang="en-US" dirty="0"/>
              <a:t>介绍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32658A2-1E05-445F-3659-3FD32A9FF76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zh-CN" altLang="en-US" dirty="0"/>
              <a:t>各高校都有自己的</a:t>
            </a:r>
            <a:r>
              <a:rPr lang="en-US" altLang="zh-CN" dirty="0" err="1">
                <a:solidFill>
                  <a:srgbClr val="E31857"/>
                </a:solidFill>
              </a:rPr>
              <a:t>LaTex</a:t>
            </a:r>
            <a:r>
              <a:rPr lang="en-US" altLang="zh-CN" dirty="0">
                <a:solidFill>
                  <a:srgbClr val="E31857"/>
                </a:solidFill>
              </a:rPr>
              <a:t> Beamer</a:t>
            </a:r>
            <a:r>
              <a:rPr lang="zh-CN" altLang="en-US" dirty="0"/>
              <a:t>模板</a:t>
            </a:r>
          </a:p>
          <a:p>
            <a:pPr lvl="1"/>
            <a:r>
              <a:rPr lang="zh-CN" altLang="en-US" dirty="0"/>
              <a:t>使用</a:t>
            </a:r>
            <a:r>
              <a:rPr lang="en-US" altLang="zh-CN" dirty="0"/>
              <a:t>Beamer</a:t>
            </a:r>
            <a:r>
              <a:rPr lang="zh-CN" altLang="en-US" dirty="0"/>
              <a:t>制作</a:t>
            </a:r>
            <a:r>
              <a:rPr lang="en-US" altLang="zh-CN" dirty="0"/>
              <a:t>Slides</a:t>
            </a:r>
            <a:r>
              <a:rPr lang="zh-CN" altLang="en-US" dirty="0"/>
              <a:t>简洁美观</a:t>
            </a:r>
          </a:p>
          <a:p>
            <a:pPr lvl="1"/>
            <a:r>
              <a:rPr lang="en-US" altLang="zh-CN" dirty="0" err="1"/>
              <a:t>LaTex</a:t>
            </a:r>
            <a:r>
              <a:rPr lang="zh-CN" altLang="en-US" dirty="0"/>
              <a:t>学习成本较高</a:t>
            </a:r>
          </a:p>
          <a:p>
            <a:r>
              <a:rPr lang="zh-CN" altLang="en-US" dirty="0"/>
              <a:t>基于</a:t>
            </a:r>
            <a:r>
              <a:rPr lang="en-US" altLang="zh-CN" dirty="0">
                <a:solidFill>
                  <a:srgbClr val="E31857"/>
                </a:solidFill>
              </a:rPr>
              <a:t>PowerPoint</a:t>
            </a:r>
            <a:r>
              <a:rPr lang="zh-CN" altLang="en-US" dirty="0"/>
              <a:t>的仿</a:t>
            </a:r>
            <a:r>
              <a:rPr lang="en-US" altLang="zh-CN" dirty="0"/>
              <a:t>Beamer</a:t>
            </a:r>
            <a:r>
              <a:rPr lang="zh-CN" altLang="en-US" dirty="0"/>
              <a:t>主题模板诞生</a:t>
            </a:r>
          </a:p>
          <a:p>
            <a:pPr lvl="1"/>
            <a:r>
              <a:rPr lang="zh-CN" altLang="en-US" dirty="0"/>
              <a:t>延续</a:t>
            </a:r>
            <a:r>
              <a:rPr lang="en-US" altLang="zh-CN" dirty="0"/>
              <a:t>Beamer</a:t>
            </a:r>
            <a:r>
              <a:rPr lang="zh-CN" altLang="en-US" dirty="0"/>
              <a:t>界面语言</a:t>
            </a:r>
          </a:p>
          <a:p>
            <a:pPr lvl="1"/>
            <a:r>
              <a:rPr lang="zh-CN" altLang="en-US" dirty="0"/>
              <a:t>页面简洁美观的基础上，具有较强的可编辑性</a:t>
            </a:r>
            <a:endParaRPr lang="en-US" altLang="zh-CN" dirty="0"/>
          </a:p>
          <a:p>
            <a:pPr lvl="1"/>
            <a:r>
              <a:rPr lang="zh-CN" altLang="en-US" dirty="0"/>
              <a:t>遵循南京大学视觉形象规范化标准</a:t>
            </a:r>
            <a:r>
              <a:rPr lang="zh-CN" altLang="en-US" dirty="0">
                <a:solidFill>
                  <a:srgbClr val="007DAC"/>
                </a:solidFill>
              </a:rPr>
              <a:t>（南京大学，</a:t>
            </a:r>
            <a:r>
              <a:rPr lang="en-US" altLang="zh-CN" dirty="0">
                <a:solidFill>
                  <a:srgbClr val="007DAC"/>
                </a:solidFill>
              </a:rPr>
              <a:t>2018</a:t>
            </a:r>
            <a:r>
              <a:rPr lang="zh-CN" altLang="en-US" dirty="0">
                <a:solidFill>
                  <a:srgbClr val="007DAC"/>
                </a:solidFill>
              </a:rPr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7B0314-8877-0660-E9F4-832369F2F832}"/>
              </a:ext>
            </a:extLst>
          </p:cNvPr>
          <p:cNvSpPr txBox="1"/>
          <p:nvPr/>
        </p:nvSpPr>
        <p:spPr>
          <a:xfrm>
            <a:off x="476728" y="82594"/>
            <a:ext cx="120983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bg1"/>
                </a:solidFill>
                <a:latin typeface="+mj-lt"/>
              </a:rPr>
              <a:t>Introduction </a:t>
            </a:r>
            <a:endParaRPr lang="zh-CN" altLang="en-US" sz="1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1553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A9861AD5-6528-F5EA-B06A-EF81BB2F9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BE22175-749D-6579-ADA7-F04B5932D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81AA-4DAD-42D9-B724-3F8AD1554AD3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E06116-2D67-4BC1-3DB0-4617686F1F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98CA3DF-DAB0-75DF-4D52-FB8F5E9D47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Literature Review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5AAC87D-4215-17DD-836A-299E785244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Institutional Background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FA6391B2-F72B-770F-2C32-CD25627241E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zh-CN" dirty="0"/>
              <a:t>Empirical Methodology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7A874323-2B65-24EB-10F0-7842F7A077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zh-CN" dirty="0"/>
              <a:t>Results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6BA5DAF2-2D2A-B0EE-B75E-CC9C4F901E0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/>
              <a:t>Conclusions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4378A7A-8641-35A6-5642-7E12AB1C7BBC}"/>
              </a:ext>
            </a:extLst>
          </p:cNvPr>
          <p:cNvSpPr txBox="1"/>
          <p:nvPr/>
        </p:nvSpPr>
        <p:spPr>
          <a:xfrm>
            <a:off x="2106549" y="87455"/>
            <a:ext cx="161517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bg1"/>
                </a:solidFill>
                <a:latin typeface="+mj-lt"/>
              </a:rPr>
              <a:t>Literature Review</a:t>
            </a:r>
            <a:endParaRPr lang="zh-CN" altLang="en-US" sz="1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44745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C9372-60B9-37C7-663B-64643348A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90C832FF-F950-6D23-8AAE-A827DFEF5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FA115E8-BF0C-A29A-85A1-FAB11D73E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81AA-4DAD-42D9-B724-3F8AD1554AD3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A77AAEE-B3A6-74B4-33D5-86FE340607F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4FACFBB-6376-98A9-1C56-38B603339A1C}"/>
              </a:ext>
            </a:extLst>
          </p:cNvPr>
          <p:cNvSpPr txBox="1"/>
          <p:nvPr/>
        </p:nvSpPr>
        <p:spPr>
          <a:xfrm>
            <a:off x="2106549" y="87455"/>
            <a:ext cx="161517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bg1"/>
                </a:solidFill>
                <a:latin typeface="+mj-lt"/>
              </a:rPr>
              <a:t>Literature Review</a:t>
            </a:r>
            <a:endParaRPr lang="zh-CN" altLang="en-US" sz="17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7610F29B-F34D-849E-B45E-AD790649CA8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120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92E622D9-783D-B31A-B5B4-83AA87CA2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E7504B8-E3AB-808C-1839-96127FA12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81AA-4DAD-42D9-B724-3F8AD1554AD3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1580FB-EE70-89E9-546B-DDA43050F6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0D838C9-957C-24C6-27B1-49D82AA9E1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Literature Review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1369F36-6F04-6702-FE1D-DAC184546C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Institutional Background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FB5D96E-A168-AA47-8AFB-7C6400B087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zh-CN" dirty="0"/>
              <a:t>Empirical Methodology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0828AB5D-3D9A-9BCC-0E96-CE69C306C8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zh-CN" dirty="0"/>
              <a:t>Results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041705D7-109D-DEDD-D5C6-8A678B55C9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/>
              <a:t>Conclusions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664A13C-FC18-D284-1AEE-915CEC234758}"/>
              </a:ext>
            </a:extLst>
          </p:cNvPr>
          <p:cNvSpPr txBox="1"/>
          <p:nvPr/>
        </p:nvSpPr>
        <p:spPr>
          <a:xfrm>
            <a:off x="4141710" y="82594"/>
            <a:ext cx="224864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bg1"/>
                </a:solidFill>
                <a:latin typeface="+mj-lt"/>
              </a:rPr>
              <a:t>Institutional Background</a:t>
            </a:r>
          </a:p>
        </p:txBody>
      </p:sp>
    </p:spTree>
    <p:extLst>
      <p:ext uri="{BB962C8B-B14F-4D97-AF65-F5344CB8AC3E}">
        <p14:creationId xmlns:p14="http://schemas.microsoft.com/office/powerpoint/2010/main" val="4017398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7B537700-7B63-9ABD-9D3B-5B9C3F981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F03ED59-F6F2-AB3F-44C6-07CF63F6E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81AA-4DAD-42D9-B724-3F8AD1554AD3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A2382CD-5EDE-F8A5-28FE-D9B906707C6E}"/>
              </a:ext>
            </a:extLst>
          </p:cNvPr>
          <p:cNvSpPr txBox="1"/>
          <p:nvPr/>
        </p:nvSpPr>
        <p:spPr>
          <a:xfrm>
            <a:off x="4141710" y="82594"/>
            <a:ext cx="224864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bg1"/>
                </a:solidFill>
                <a:latin typeface="+mj-lt"/>
              </a:rPr>
              <a:t>Institutional Background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5223179-891D-B909-E12F-261F100A5C7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5549CB03-587B-AFBB-AB53-E3D6E9B8FF8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221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3AE39D86-514B-7E26-1225-70D65C742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D32226C-1E5C-AC1B-E0C7-FA528C169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81AA-4DAD-42D9-B724-3F8AD1554AD3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8B51F6-DB34-89AF-7D5D-E5FCC690BB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9A670C2-441B-1E7C-A88A-572E6369CE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Literature Review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A8C0736-0314-7C4A-EEEB-527F1BBA46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Institutional Background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63F18B5-6206-45A3-3308-0EE9D0BEE4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zh-CN" dirty="0"/>
              <a:t>Empirical Methodology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DC9D867F-A971-FCBC-5D2F-ABB938EB77F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zh-CN" dirty="0"/>
              <a:t>Results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98BF074B-3DAB-EF78-2478-B30F14475C4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/>
              <a:t>Conclusions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4BE550F-C13E-CE8D-5FE5-CC58569BA9F2}"/>
              </a:ext>
            </a:extLst>
          </p:cNvPr>
          <p:cNvSpPr txBox="1"/>
          <p:nvPr/>
        </p:nvSpPr>
        <p:spPr>
          <a:xfrm>
            <a:off x="6810345" y="82594"/>
            <a:ext cx="2078114" cy="35394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bg1"/>
                </a:solidFill>
                <a:latin typeface="+mj-lt"/>
              </a:rPr>
              <a:t>Empirical Methodology</a:t>
            </a:r>
          </a:p>
        </p:txBody>
      </p:sp>
    </p:spTree>
    <p:extLst>
      <p:ext uri="{BB962C8B-B14F-4D97-AF65-F5344CB8AC3E}">
        <p14:creationId xmlns:p14="http://schemas.microsoft.com/office/powerpoint/2010/main" val="1097134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ADEA7-8101-3AD5-5D82-7DB24BD82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9BC68F72-2973-CE18-8DCA-2B5FF25E3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AAAC72A-9D42-0C28-58F8-636BDB3AE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81AA-4DAD-42D9-B724-3F8AD1554AD3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6B1383-8E99-1359-B619-34D715B02785}"/>
              </a:ext>
            </a:extLst>
          </p:cNvPr>
          <p:cNvSpPr txBox="1"/>
          <p:nvPr/>
        </p:nvSpPr>
        <p:spPr>
          <a:xfrm>
            <a:off x="6810345" y="82594"/>
            <a:ext cx="2078114" cy="35394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bg1"/>
                </a:solidFill>
                <a:latin typeface="+mj-lt"/>
              </a:rPr>
              <a:t>Empirical Methodology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5ED25C1-2142-06FD-64E7-F3A7CA306E0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AD28D499-8625-F1BA-5230-3E24D955F49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867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D8369BBA-1DA0-4E52-18D8-7C69788BD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E211967-DE11-A7BB-6E53-52E8D4091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81AA-4DAD-42D9-B724-3F8AD1554AD3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E89090-8BDD-97CC-D38F-6411176040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F17C45A-9E0A-8D56-1D3F-F7A6BC3BD5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Literature Review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6D76ECC3-B1FA-6C06-92CC-5019E6632E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Institutional Background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ECD6063-837B-A948-68F1-437930C7FF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zh-CN" dirty="0"/>
              <a:t>Empirical Methodology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29B239E7-8DA1-DAAD-3299-1ED2BAD75F1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zh-CN" dirty="0"/>
              <a:t>Results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68B458FB-683E-ECE4-F7AB-84266545B45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/>
              <a:t>Conclusions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43FB6E2-7A69-1A1A-0F38-62A921733D55}"/>
              </a:ext>
            </a:extLst>
          </p:cNvPr>
          <p:cNvSpPr txBox="1"/>
          <p:nvPr/>
        </p:nvSpPr>
        <p:spPr>
          <a:xfrm>
            <a:off x="9308448" y="82594"/>
            <a:ext cx="851678" cy="353943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A389A4"/>
                </a:solidFill>
              </a:defRPr>
            </a:lvl1pPr>
          </a:lstStyle>
          <a:p>
            <a:pPr algn="ctr"/>
            <a:r>
              <a:rPr lang="en-US" altLang="zh-CN" sz="1700" dirty="0">
                <a:solidFill>
                  <a:schemeClr val="bg1"/>
                </a:solidFill>
                <a:latin typeface="+mj-lt"/>
              </a:rPr>
              <a:t>Results</a:t>
            </a:r>
            <a:endParaRPr lang="zh-CN" altLang="en-US" sz="1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0123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81AA-4DAD-42D9-B724-3F8AD1554AD3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308448" y="82594"/>
            <a:ext cx="851678" cy="353943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A389A4"/>
                </a:solidFill>
              </a:defRPr>
            </a:lvl1pPr>
          </a:lstStyle>
          <a:p>
            <a:pPr algn="ctr"/>
            <a:r>
              <a:rPr lang="en-US" altLang="zh-CN" sz="1700" dirty="0">
                <a:solidFill>
                  <a:schemeClr val="bg1"/>
                </a:solidFill>
                <a:latin typeface="+mj-lt"/>
              </a:rPr>
              <a:t>Results</a:t>
            </a:r>
            <a:endParaRPr lang="zh-CN" altLang="en-US" sz="17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165C6CF-F0B5-A866-9C8E-F0F3F03F700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1CCF1EF9-2E18-707A-898B-9A9549A58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DE534F5-0D25-A261-B2FB-CCA3C8162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81AA-4DAD-42D9-B724-3F8AD1554AD3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8B6326-10EB-7C50-30D9-79901D50A7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14A4B3D-76C6-7BE5-9CA5-EDEF17B21D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Literature Review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08BACB4-2737-D89D-BF38-1EB81DF997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Institutional Background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BFB71A3B-BED7-E2F4-8ED6-4926D01AC3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zh-CN" dirty="0"/>
              <a:t>Empirical Methodology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43E94FFC-8492-9CB5-E178-05C06E82A7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zh-CN" dirty="0"/>
              <a:t>Results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FAFB2DF8-EA4B-68F0-2451-F686EF5033F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/>
              <a:t>Conclusions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305F103-C407-F9EB-0FC8-A92487CE8D51}"/>
              </a:ext>
            </a:extLst>
          </p:cNvPr>
          <p:cNvSpPr txBox="1"/>
          <p:nvPr/>
        </p:nvSpPr>
        <p:spPr>
          <a:xfrm>
            <a:off x="10580115" y="82594"/>
            <a:ext cx="1203434" cy="353943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A389A4"/>
                </a:solidFill>
              </a:defRPr>
            </a:lvl1pPr>
          </a:lstStyle>
          <a:p>
            <a:pPr algn="ctr"/>
            <a:r>
              <a:rPr lang="en-US" altLang="zh-CN" sz="1700" dirty="0">
                <a:solidFill>
                  <a:schemeClr val="bg1"/>
                </a:solidFill>
                <a:latin typeface="+mj-lt"/>
              </a:rPr>
              <a:t>Conclusions</a:t>
            </a:r>
            <a:endParaRPr lang="zh-CN" altLang="en-US" sz="1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16340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81AA-4DAD-42D9-B724-3F8AD1554AD3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580115" y="82594"/>
            <a:ext cx="1203434" cy="353943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A389A4"/>
                </a:solidFill>
              </a:defRPr>
            </a:lvl1pPr>
          </a:lstStyle>
          <a:p>
            <a:pPr algn="ctr"/>
            <a:r>
              <a:rPr lang="en-US" altLang="zh-CN" sz="1700" dirty="0">
                <a:solidFill>
                  <a:schemeClr val="bg1"/>
                </a:solidFill>
                <a:latin typeface="+mj-lt"/>
              </a:rPr>
              <a:t>Conclusions</a:t>
            </a:r>
            <a:endParaRPr lang="zh-CN" altLang="en-US" sz="17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01C36502-169E-146F-704D-C8D04A19355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99518009-B45F-B13D-541F-7E4171FF876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36ADF267-6703-988C-10BF-D6BD5026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/ 18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38E2C47-7112-19CB-9312-D0F8B37CF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81AA-4DAD-42D9-B724-3F8AD1554AD3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3785C24F-6DEB-6D8D-B6DD-58DA6B70BD1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718248" y="2857411"/>
            <a:ext cx="2833688" cy="859036"/>
          </a:xfrm>
          <a:custGeom>
            <a:avLst/>
            <a:gdLst/>
            <a:ahLst/>
            <a:cxnLst/>
            <a:rect l="l" t="t" r="r" b="b"/>
            <a:pathLst>
              <a:path w="2833688" h="859036">
                <a:moveTo>
                  <a:pt x="2346127" y="464344"/>
                </a:moveTo>
                <a:cubicBezTo>
                  <a:pt x="2331046" y="464344"/>
                  <a:pt x="2305149" y="478830"/>
                  <a:pt x="2268438" y="507802"/>
                </a:cubicBezTo>
                <a:cubicBezTo>
                  <a:pt x="2231727" y="536774"/>
                  <a:pt x="2195910" y="573881"/>
                  <a:pt x="2160984" y="619125"/>
                </a:cubicBezTo>
                <a:cubicBezTo>
                  <a:pt x="2176066" y="619125"/>
                  <a:pt x="2194719" y="626467"/>
                  <a:pt x="2216944" y="641152"/>
                </a:cubicBezTo>
                <a:cubicBezTo>
                  <a:pt x="2232025" y="631230"/>
                  <a:pt x="2250777" y="615851"/>
                  <a:pt x="2273201" y="595015"/>
                </a:cubicBezTo>
                <a:cubicBezTo>
                  <a:pt x="2295624" y="574179"/>
                  <a:pt x="2314774" y="552549"/>
                  <a:pt x="2330648" y="530126"/>
                </a:cubicBezTo>
                <a:cubicBezTo>
                  <a:pt x="2346524" y="507702"/>
                  <a:pt x="2354461" y="488950"/>
                  <a:pt x="2354461" y="473869"/>
                </a:cubicBezTo>
                <a:cubicBezTo>
                  <a:pt x="2354461" y="467519"/>
                  <a:pt x="2351683" y="464344"/>
                  <a:pt x="2346127" y="464344"/>
                </a:cubicBezTo>
                <a:close/>
                <a:moveTo>
                  <a:pt x="2659856" y="449461"/>
                </a:moveTo>
                <a:cubicBezTo>
                  <a:pt x="2635250" y="477242"/>
                  <a:pt x="2582664" y="530622"/>
                  <a:pt x="2502098" y="609600"/>
                </a:cubicBezTo>
                <a:cubicBezTo>
                  <a:pt x="2525911" y="614759"/>
                  <a:pt x="2542183" y="621705"/>
                  <a:pt x="2550914" y="630436"/>
                </a:cubicBezTo>
                <a:cubicBezTo>
                  <a:pt x="2559645" y="639167"/>
                  <a:pt x="2571949" y="656034"/>
                  <a:pt x="2587823" y="681038"/>
                </a:cubicBezTo>
                <a:cubicBezTo>
                  <a:pt x="2614811" y="669925"/>
                  <a:pt x="2635548" y="654745"/>
                  <a:pt x="2650034" y="635496"/>
                </a:cubicBezTo>
                <a:cubicBezTo>
                  <a:pt x="2664520" y="616248"/>
                  <a:pt x="2671763" y="589955"/>
                  <a:pt x="2671763" y="556617"/>
                </a:cubicBezTo>
                <a:cubicBezTo>
                  <a:pt x="2671763" y="552649"/>
                  <a:pt x="2671663" y="549077"/>
                  <a:pt x="2671465" y="545902"/>
                </a:cubicBezTo>
                <a:cubicBezTo>
                  <a:pt x="2671266" y="542727"/>
                  <a:pt x="2670969" y="539552"/>
                  <a:pt x="2670572" y="536377"/>
                </a:cubicBezTo>
                <a:close/>
                <a:moveTo>
                  <a:pt x="1415058" y="438745"/>
                </a:moveTo>
                <a:cubicBezTo>
                  <a:pt x="1311870" y="485974"/>
                  <a:pt x="1238349" y="526058"/>
                  <a:pt x="1194495" y="558999"/>
                </a:cubicBezTo>
                <a:cubicBezTo>
                  <a:pt x="1150640" y="591939"/>
                  <a:pt x="1128713" y="625872"/>
                  <a:pt x="1128713" y="660797"/>
                </a:cubicBezTo>
                <a:cubicBezTo>
                  <a:pt x="1128713" y="673497"/>
                  <a:pt x="1130895" y="683915"/>
                  <a:pt x="1135261" y="692051"/>
                </a:cubicBezTo>
                <a:cubicBezTo>
                  <a:pt x="1139627" y="700187"/>
                  <a:pt x="1145580" y="704255"/>
                  <a:pt x="1153120" y="704255"/>
                </a:cubicBezTo>
                <a:cubicBezTo>
                  <a:pt x="1157486" y="704255"/>
                  <a:pt x="1165225" y="701477"/>
                  <a:pt x="1176338" y="695920"/>
                </a:cubicBezTo>
                <a:cubicBezTo>
                  <a:pt x="1218009" y="671314"/>
                  <a:pt x="1256109" y="639266"/>
                  <a:pt x="1290638" y="599777"/>
                </a:cubicBezTo>
                <a:cubicBezTo>
                  <a:pt x="1325166" y="560288"/>
                  <a:pt x="1366639" y="506611"/>
                  <a:pt x="1415058" y="438745"/>
                </a:cubicBezTo>
                <a:close/>
                <a:moveTo>
                  <a:pt x="1041797" y="10716"/>
                </a:moveTo>
                <a:cubicBezTo>
                  <a:pt x="1055688" y="11906"/>
                  <a:pt x="1066899" y="14684"/>
                  <a:pt x="1075432" y="19050"/>
                </a:cubicBezTo>
                <a:cubicBezTo>
                  <a:pt x="1083965" y="23416"/>
                  <a:pt x="1088231" y="28377"/>
                  <a:pt x="1088231" y="33933"/>
                </a:cubicBezTo>
                <a:cubicBezTo>
                  <a:pt x="1088231" y="43855"/>
                  <a:pt x="1081385" y="60226"/>
                  <a:pt x="1067693" y="83046"/>
                </a:cubicBezTo>
                <a:cubicBezTo>
                  <a:pt x="1054001" y="105867"/>
                  <a:pt x="1030486" y="141486"/>
                  <a:pt x="997149" y="189905"/>
                </a:cubicBezTo>
                <a:cubicBezTo>
                  <a:pt x="961033" y="241102"/>
                  <a:pt x="935435" y="277118"/>
                  <a:pt x="920353" y="297954"/>
                </a:cubicBezTo>
                <a:cubicBezTo>
                  <a:pt x="905272" y="318790"/>
                  <a:pt x="882749" y="348357"/>
                  <a:pt x="852785" y="386656"/>
                </a:cubicBezTo>
                <a:cubicBezTo>
                  <a:pt x="822821" y="424954"/>
                  <a:pt x="795437" y="459085"/>
                  <a:pt x="770632" y="489049"/>
                </a:cubicBezTo>
                <a:cubicBezTo>
                  <a:pt x="745828" y="519013"/>
                  <a:pt x="717550" y="551458"/>
                  <a:pt x="685800" y="586383"/>
                </a:cubicBezTo>
                <a:lnTo>
                  <a:pt x="685800" y="657820"/>
                </a:lnTo>
                <a:cubicBezTo>
                  <a:pt x="738981" y="598686"/>
                  <a:pt x="785019" y="550267"/>
                  <a:pt x="823913" y="512564"/>
                </a:cubicBezTo>
                <a:cubicBezTo>
                  <a:pt x="862806" y="474861"/>
                  <a:pt x="895747" y="446385"/>
                  <a:pt x="922735" y="427137"/>
                </a:cubicBezTo>
                <a:cubicBezTo>
                  <a:pt x="949722" y="407888"/>
                  <a:pt x="969566" y="398264"/>
                  <a:pt x="982266" y="398264"/>
                </a:cubicBezTo>
                <a:cubicBezTo>
                  <a:pt x="994172" y="398264"/>
                  <a:pt x="1005285" y="405309"/>
                  <a:pt x="1015603" y="419398"/>
                </a:cubicBezTo>
                <a:cubicBezTo>
                  <a:pt x="1025922" y="433487"/>
                  <a:pt x="1031081" y="445095"/>
                  <a:pt x="1031081" y="454224"/>
                </a:cubicBezTo>
                <a:cubicBezTo>
                  <a:pt x="1031081" y="458192"/>
                  <a:pt x="1029097" y="463153"/>
                  <a:pt x="1025128" y="469106"/>
                </a:cubicBezTo>
                <a:cubicBezTo>
                  <a:pt x="996553" y="503238"/>
                  <a:pt x="973832" y="531515"/>
                  <a:pt x="956965" y="553938"/>
                </a:cubicBezTo>
                <a:cubicBezTo>
                  <a:pt x="940098" y="576362"/>
                  <a:pt x="927100" y="596404"/>
                  <a:pt x="917972" y="614065"/>
                </a:cubicBezTo>
                <a:cubicBezTo>
                  <a:pt x="908844" y="631726"/>
                  <a:pt x="904280" y="646906"/>
                  <a:pt x="904280" y="659606"/>
                </a:cubicBezTo>
                <a:cubicBezTo>
                  <a:pt x="904280" y="678259"/>
                  <a:pt x="913210" y="687586"/>
                  <a:pt x="931069" y="687586"/>
                </a:cubicBezTo>
                <a:cubicBezTo>
                  <a:pt x="947738" y="687586"/>
                  <a:pt x="982182" y="667987"/>
                  <a:pt x="1034402" y="628790"/>
                </a:cubicBezTo>
                <a:lnTo>
                  <a:pt x="1056303" y="611993"/>
                </a:lnTo>
                <a:lnTo>
                  <a:pt x="1059656" y="594420"/>
                </a:lnTo>
                <a:cubicBezTo>
                  <a:pt x="1063228" y="581918"/>
                  <a:pt x="1070174" y="569119"/>
                  <a:pt x="1080492" y="556022"/>
                </a:cubicBezTo>
                <a:cubicBezTo>
                  <a:pt x="1090811" y="542925"/>
                  <a:pt x="1107281" y="525661"/>
                  <a:pt x="1129903" y="504230"/>
                </a:cubicBezTo>
                <a:cubicBezTo>
                  <a:pt x="1190228" y="449461"/>
                  <a:pt x="1248767" y="408781"/>
                  <a:pt x="1305520" y="382191"/>
                </a:cubicBezTo>
                <a:cubicBezTo>
                  <a:pt x="1362273" y="355600"/>
                  <a:pt x="1406128" y="342305"/>
                  <a:pt x="1437084" y="342305"/>
                </a:cubicBezTo>
                <a:cubicBezTo>
                  <a:pt x="1445419" y="342305"/>
                  <a:pt x="1453158" y="345777"/>
                  <a:pt x="1460302" y="352723"/>
                </a:cubicBezTo>
                <a:cubicBezTo>
                  <a:pt x="1467445" y="359668"/>
                  <a:pt x="1473101" y="367705"/>
                  <a:pt x="1477268" y="376833"/>
                </a:cubicBezTo>
                <a:cubicBezTo>
                  <a:pt x="1481435" y="385961"/>
                  <a:pt x="1483519" y="392708"/>
                  <a:pt x="1483519" y="397074"/>
                </a:cubicBezTo>
                <a:cubicBezTo>
                  <a:pt x="1483519" y="404217"/>
                  <a:pt x="1480741" y="409476"/>
                  <a:pt x="1475184" y="412849"/>
                </a:cubicBezTo>
                <a:cubicBezTo>
                  <a:pt x="1469628" y="416223"/>
                  <a:pt x="1459905" y="420291"/>
                  <a:pt x="1446014" y="425053"/>
                </a:cubicBezTo>
                <a:cubicBezTo>
                  <a:pt x="1448792" y="431403"/>
                  <a:pt x="1452364" y="439539"/>
                  <a:pt x="1456730" y="449461"/>
                </a:cubicBezTo>
                <a:cubicBezTo>
                  <a:pt x="1461095" y="459383"/>
                  <a:pt x="1464469" y="467420"/>
                  <a:pt x="1466850" y="473571"/>
                </a:cubicBezTo>
                <a:cubicBezTo>
                  <a:pt x="1469231" y="479723"/>
                  <a:pt x="1470422" y="485180"/>
                  <a:pt x="1470422" y="489942"/>
                </a:cubicBezTo>
                <a:cubicBezTo>
                  <a:pt x="1470422" y="499467"/>
                  <a:pt x="1460798" y="517227"/>
                  <a:pt x="1441549" y="543223"/>
                </a:cubicBezTo>
                <a:cubicBezTo>
                  <a:pt x="1422301" y="569218"/>
                  <a:pt x="1408807" y="588367"/>
                  <a:pt x="1401068" y="600670"/>
                </a:cubicBezTo>
                <a:cubicBezTo>
                  <a:pt x="1393329" y="612974"/>
                  <a:pt x="1389459" y="628055"/>
                  <a:pt x="1389459" y="645914"/>
                </a:cubicBezTo>
                <a:cubicBezTo>
                  <a:pt x="1389459" y="675283"/>
                  <a:pt x="1402953" y="689967"/>
                  <a:pt x="1429941" y="689967"/>
                </a:cubicBezTo>
                <a:cubicBezTo>
                  <a:pt x="1454249" y="689967"/>
                  <a:pt x="1490560" y="670065"/>
                  <a:pt x="1538874" y="630259"/>
                </a:cubicBezTo>
                <a:lnTo>
                  <a:pt x="1551148" y="619796"/>
                </a:lnTo>
                <a:lnTo>
                  <a:pt x="1551459" y="616744"/>
                </a:lnTo>
                <a:cubicBezTo>
                  <a:pt x="1552699" y="608211"/>
                  <a:pt x="1554560" y="600869"/>
                  <a:pt x="1557040" y="594717"/>
                </a:cubicBezTo>
                <a:cubicBezTo>
                  <a:pt x="1562001" y="582414"/>
                  <a:pt x="1571823" y="564952"/>
                  <a:pt x="1586508" y="542330"/>
                </a:cubicBezTo>
                <a:cubicBezTo>
                  <a:pt x="1613892" y="500261"/>
                  <a:pt x="1637506" y="469404"/>
                  <a:pt x="1657350" y="449759"/>
                </a:cubicBezTo>
                <a:cubicBezTo>
                  <a:pt x="1677194" y="430113"/>
                  <a:pt x="1696244" y="420291"/>
                  <a:pt x="1714500" y="420291"/>
                </a:cubicBezTo>
                <a:cubicBezTo>
                  <a:pt x="1727200" y="420291"/>
                  <a:pt x="1737420" y="422474"/>
                  <a:pt x="1745159" y="426839"/>
                </a:cubicBezTo>
                <a:cubicBezTo>
                  <a:pt x="1752898" y="431205"/>
                  <a:pt x="1756767" y="437952"/>
                  <a:pt x="1756767" y="447080"/>
                </a:cubicBezTo>
                <a:cubicBezTo>
                  <a:pt x="1756767" y="451049"/>
                  <a:pt x="1755577" y="455216"/>
                  <a:pt x="1753195" y="459581"/>
                </a:cubicBezTo>
                <a:cubicBezTo>
                  <a:pt x="1750814" y="463947"/>
                  <a:pt x="1748135" y="467916"/>
                  <a:pt x="1745159" y="471488"/>
                </a:cubicBezTo>
                <a:cubicBezTo>
                  <a:pt x="1742182" y="475059"/>
                  <a:pt x="1735931" y="482005"/>
                  <a:pt x="1726406" y="492324"/>
                </a:cubicBezTo>
                <a:cubicBezTo>
                  <a:pt x="1663700" y="561777"/>
                  <a:pt x="1632347" y="606822"/>
                  <a:pt x="1632347" y="627459"/>
                </a:cubicBezTo>
                <a:cubicBezTo>
                  <a:pt x="1632347" y="638969"/>
                  <a:pt x="1636117" y="644724"/>
                  <a:pt x="1643658" y="644724"/>
                </a:cubicBezTo>
                <a:cubicBezTo>
                  <a:pt x="1648420" y="644724"/>
                  <a:pt x="1657648" y="637084"/>
                  <a:pt x="1671340" y="621804"/>
                </a:cubicBezTo>
                <a:cubicBezTo>
                  <a:pt x="1685032" y="606524"/>
                  <a:pt x="1702693" y="586482"/>
                  <a:pt x="1724323" y="561677"/>
                </a:cubicBezTo>
                <a:cubicBezTo>
                  <a:pt x="1745952" y="536873"/>
                  <a:pt x="1771551" y="510977"/>
                  <a:pt x="1801118" y="483989"/>
                </a:cubicBezTo>
                <a:cubicBezTo>
                  <a:pt x="1830685" y="457002"/>
                  <a:pt x="1864320" y="431006"/>
                  <a:pt x="1902023" y="406003"/>
                </a:cubicBezTo>
                <a:cubicBezTo>
                  <a:pt x="1923058" y="391319"/>
                  <a:pt x="1940520" y="383977"/>
                  <a:pt x="1954411" y="383977"/>
                </a:cubicBezTo>
                <a:cubicBezTo>
                  <a:pt x="1960761" y="383977"/>
                  <a:pt x="1967012" y="392708"/>
                  <a:pt x="1973163" y="410170"/>
                </a:cubicBezTo>
                <a:cubicBezTo>
                  <a:pt x="1979315" y="427633"/>
                  <a:pt x="1982391" y="445294"/>
                  <a:pt x="1982391" y="463153"/>
                </a:cubicBezTo>
                <a:cubicBezTo>
                  <a:pt x="1982391" y="471884"/>
                  <a:pt x="1973858" y="485180"/>
                  <a:pt x="1956792" y="503039"/>
                </a:cubicBezTo>
                <a:cubicBezTo>
                  <a:pt x="1886942" y="580827"/>
                  <a:pt x="1852017" y="635000"/>
                  <a:pt x="1852017" y="665559"/>
                </a:cubicBezTo>
                <a:cubicBezTo>
                  <a:pt x="1852017" y="682625"/>
                  <a:pt x="1858963" y="691158"/>
                  <a:pt x="1872853" y="691158"/>
                </a:cubicBezTo>
                <a:cubicBezTo>
                  <a:pt x="1884362" y="691158"/>
                  <a:pt x="1899345" y="685106"/>
                  <a:pt x="1917799" y="673001"/>
                </a:cubicBezTo>
                <a:cubicBezTo>
                  <a:pt x="1931640" y="663922"/>
                  <a:pt x="1951341" y="649542"/>
                  <a:pt x="1976903" y="629859"/>
                </a:cubicBezTo>
                <a:lnTo>
                  <a:pt x="1999356" y="612355"/>
                </a:lnTo>
                <a:lnTo>
                  <a:pt x="2001738" y="599777"/>
                </a:lnTo>
                <a:cubicBezTo>
                  <a:pt x="2010271" y="566638"/>
                  <a:pt x="2022574" y="534392"/>
                  <a:pt x="2038648" y="503039"/>
                </a:cubicBezTo>
                <a:cubicBezTo>
                  <a:pt x="2054721" y="471686"/>
                  <a:pt x="2075359" y="437852"/>
                  <a:pt x="2100560" y="401538"/>
                </a:cubicBezTo>
                <a:cubicBezTo>
                  <a:pt x="2125762" y="365224"/>
                  <a:pt x="2154039" y="327224"/>
                  <a:pt x="2185392" y="287536"/>
                </a:cubicBezTo>
                <a:cubicBezTo>
                  <a:pt x="2228652" y="232767"/>
                  <a:pt x="2265958" y="188020"/>
                  <a:pt x="2297311" y="153293"/>
                </a:cubicBezTo>
                <a:cubicBezTo>
                  <a:pt x="2328664" y="118566"/>
                  <a:pt x="2355949" y="92373"/>
                  <a:pt x="2379166" y="74712"/>
                </a:cubicBezTo>
                <a:cubicBezTo>
                  <a:pt x="2402384" y="57051"/>
                  <a:pt x="2421731" y="48220"/>
                  <a:pt x="2437209" y="48220"/>
                </a:cubicBezTo>
                <a:cubicBezTo>
                  <a:pt x="2456259" y="48220"/>
                  <a:pt x="2465784" y="56753"/>
                  <a:pt x="2465784" y="73819"/>
                </a:cubicBezTo>
                <a:cubicBezTo>
                  <a:pt x="2465784" y="88503"/>
                  <a:pt x="2430661" y="141387"/>
                  <a:pt x="2360414" y="232470"/>
                </a:cubicBezTo>
                <a:cubicBezTo>
                  <a:pt x="2290167" y="323552"/>
                  <a:pt x="2187773" y="447874"/>
                  <a:pt x="2053233" y="605433"/>
                </a:cubicBezTo>
                <a:lnTo>
                  <a:pt x="2053233" y="656630"/>
                </a:lnTo>
                <a:cubicBezTo>
                  <a:pt x="2143323" y="560189"/>
                  <a:pt x="2215853" y="488553"/>
                  <a:pt x="2270820" y="441722"/>
                </a:cubicBezTo>
                <a:cubicBezTo>
                  <a:pt x="2325787" y="394891"/>
                  <a:pt x="2368352" y="371475"/>
                  <a:pt x="2398514" y="371475"/>
                </a:cubicBezTo>
                <a:cubicBezTo>
                  <a:pt x="2410817" y="371475"/>
                  <a:pt x="2420342" y="378718"/>
                  <a:pt x="2427089" y="393204"/>
                </a:cubicBezTo>
                <a:cubicBezTo>
                  <a:pt x="2433836" y="407690"/>
                  <a:pt x="2437209" y="424458"/>
                  <a:pt x="2437209" y="443508"/>
                </a:cubicBezTo>
                <a:cubicBezTo>
                  <a:pt x="2437209" y="482402"/>
                  <a:pt x="2420541" y="518418"/>
                  <a:pt x="2387203" y="551557"/>
                </a:cubicBezTo>
                <a:cubicBezTo>
                  <a:pt x="2353866" y="584696"/>
                  <a:pt x="2302669" y="622697"/>
                  <a:pt x="2233613" y="665559"/>
                </a:cubicBezTo>
                <a:cubicBezTo>
                  <a:pt x="2245519" y="683419"/>
                  <a:pt x="2256036" y="696416"/>
                  <a:pt x="2265164" y="704552"/>
                </a:cubicBezTo>
                <a:cubicBezTo>
                  <a:pt x="2274292" y="712688"/>
                  <a:pt x="2285802" y="716756"/>
                  <a:pt x="2299692" y="716756"/>
                </a:cubicBezTo>
                <a:cubicBezTo>
                  <a:pt x="2311996" y="716756"/>
                  <a:pt x="2325291" y="712589"/>
                  <a:pt x="2339578" y="704255"/>
                </a:cubicBezTo>
                <a:cubicBezTo>
                  <a:pt x="2353866" y="695920"/>
                  <a:pt x="2368451" y="685403"/>
                  <a:pt x="2383334" y="672703"/>
                </a:cubicBezTo>
                <a:cubicBezTo>
                  <a:pt x="2394496" y="663178"/>
                  <a:pt x="2410179" y="649188"/>
                  <a:pt x="2430382" y="630734"/>
                </a:cubicBezTo>
                <a:lnTo>
                  <a:pt x="2448520" y="614072"/>
                </a:lnTo>
                <a:lnTo>
                  <a:pt x="2448520" y="613172"/>
                </a:lnTo>
                <a:cubicBezTo>
                  <a:pt x="2550914" y="505222"/>
                  <a:pt x="2621360" y="429617"/>
                  <a:pt x="2659856" y="386358"/>
                </a:cubicBezTo>
                <a:cubicBezTo>
                  <a:pt x="2668587" y="337542"/>
                  <a:pt x="2689622" y="313134"/>
                  <a:pt x="2722959" y="313134"/>
                </a:cubicBezTo>
                <a:cubicBezTo>
                  <a:pt x="2731294" y="313134"/>
                  <a:pt x="2740223" y="315516"/>
                  <a:pt x="2749748" y="320278"/>
                </a:cubicBezTo>
                <a:lnTo>
                  <a:pt x="2753320" y="331589"/>
                </a:lnTo>
                <a:cubicBezTo>
                  <a:pt x="2751733" y="336352"/>
                  <a:pt x="2750939" y="343099"/>
                  <a:pt x="2750939" y="351830"/>
                </a:cubicBezTo>
                <a:cubicBezTo>
                  <a:pt x="2750939" y="359370"/>
                  <a:pt x="2753817" y="373360"/>
                  <a:pt x="2759571" y="393799"/>
                </a:cubicBezTo>
                <a:cubicBezTo>
                  <a:pt x="2765326" y="414238"/>
                  <a:pt x="2769791" y="431403"/>
                  <a:pt x="2772966" y="445294"/>
                </a:cubicBezTo>
                <a:cubicBezTo>
                  <a:pt x="2776141" y="459184"/>
                  <a:pt x="2777728" y="474861"/>
                  <a:pt x="2777728" y="492324"/>
                </a:cubicBezTo>
                <a:cubicBezTo>
                  <a:pt x="2777728" y="518517"/>
                  <a:pt x="2771775" y="543620"/>
                  <a:pt x="2759869" y="567631"/>
                </a:cubicBezTo>
                <a:cubicBezTo>
                  <a:pt x="2747963" y="591641"/>
                  <a:pt x="2730698" y="614660"/>
                  <a:pt x="2708077" y="636687"/>
                </a:cubicBezTo>
                <a:cubicBezTo>
                  <a:pt x="2685455" y="658713"/>
                  <a:pt x="2656284" y="681236"/>
                  <a:pt x="2620566" y="704255"/>
                </a:cubicBezTo>
                <a:cubicBezTo>
                  <a:pt x="2634853" y="706636"/>
                  <a:pt x="2646164" y="707827"/>
                  <a:pt x="2654498" y="707827"/>
                </a:cubicBezTo>
                <a:cubicBezTo>
                  <a:pt x="2670770" y="707827"/>
                  <a:pt x="2688332" y="703759"/>
                  <a:pt x="2707184" y="695623"/>
                </a:cubicBezTo>
                <a:cubicBezTo>
                  <a:pt x="2726035" y="687487"/>
                  <a:pt x="2745284" y="676573"/>
                  <a:pt x="2764929" y="662881"/>
                </a:cubicBezTo>
                <a:cubicBezTo>
                  <a:pt x="2784574" y="649188"/>
                  <a:pt x="2807494" y="631428"/>
                  <a:pt x="2833688" y="609600"/>
                </a:cubicBezTo>
                <a:lnTo>
                  <a:pt x="2833688" y="649486"/>
                </a:lnTo>
                <a:cubicBezTo>
                  <a:pt x="2782887" y="699095"/>
                  <a:pt x="2737445" y="736699"/>
                  <a:pt x="2697361" y="762298"/>
                </a:cubicBezTo>
                <a:cubicBezTo>
                  <a:pt x="2657277" y="787896"/>
                  <a:pt x="2622748" y="800695"/>
                  <a:pt x="2593777" y="800695"/>
                </a:cubicBezTo>
                <a:cubicBezTo>
                  <a:pt x="2556470" y="800695"/>
                  <a:pt x="2521942" y="784820"/>
                  <a:pt x="2490192" y="753070"/>
                </a:cubicBezTo>
                <a:cubicBezTo>
                  <a:pt x="2471539" y="734020"/>
                  <a:pt x="2459930" y="715764"/>
                  <a:pt x="2455366" y="698302"/>
                </a:cubicBezTo>
                <a:cubicBezTo>
                  <a:pt x="2453084" y="689570"/>
                  <a:pt x="2451373" y="679301"/>
                  <a:pt x="2450232" y="667494"/>
                </a:cubicBezTo>
                <a:lnTo>
                  <a:pt x="2449305" y="653868"/>
                </a:lnTo>
                <a:lnTo>
                  <a:pt x="2420094" y="687307"/>
                </a:lnTo>
                <a:cubicBezTo>
                  <a:pt x="2389436" y="721575"/>
                  <a:pt x="2362795" y="748754"/>
                  <a:pt x="2340173" y="768846"/>
                </a:cubicBezTo>
                <a:cubicBezTo>
                  <a:pt x="2310011" y="795635"/>
                  <a:pt x="2284809" y="809030"/>
                  <a:pt x="2264569" y="809030"/>
                </a:cubicBezTo>
                <a:cubicBezTo>
                  <a:pt x="2245122" y="809030"/>
                  <a:pt x="2227560" y="803275"/>
                  <a:pt x="2211884" y="791766"/>
                </a:cubicBezTo>
                <a:cubicBezTo>
                  <a:pt x="2196207" y="780256"/>
                  <a:pt x="2182118" y="764381"/>
                  <a:pt x="2169616" y="744141"/>
                </a:cubicBezTo>
                <a:cubicBezTo>
                  <a:pt x="2157115" y="723900"/>
                  <a:pt x="2142331" y="695722"/>
                  <a:pt x="2125266" y="659606"/>
                </a:cubicBezTo>
                <a:cubicBezTo>
                  <a:pt x="2105025" y="684609"/>
                  <a:pt x="2086769" y="707926"/>
                  <a:pt x="2070497" y="729556"/>
                </a:cubicBezTo>
                <a:cubicBezTo>
                  <a:pt x="2054225" y="751185"/>
                  <a:pt x="2042914" y="765572"/>
                  <a:pt x="2036564" y="772716"/>
                </a:cubicBezTo>
                <a:cubicBezTo>
                  <a:pt x="2030214" y="779860"/>
                  <a:pt x="2024459" y="783431"/>
                  <a:pt x="2019300" y="783431"/>
                </a:cubicBezTo>
                <a:cubicBezTo>
                  <a:pt x="2008584" y="783431"/>
                  <a:pt x="2000845" y="776585"/>
                  <a:pt x="1996083" y="762893"/>
                </a:cubicBezTo>
                <a:cubicBezTo>
                  <a:pt x="1991320" y="749201"/>
                  <a:pt x="1988939" y="729258"/>
                  <a:pt x="1988939" y="703064"/>
                </a:cubicBezTo>
                <a:lnTo>
                  <a:pt x="1991428" y="662135"/>
                </a:lnTo>
                <a:lnTo>
                  <a:pt x="1964606" y="688256"/>
                </a:lnTo>
                <a:cubicBezTo>
                  <a:pt x="1927250" y="724123"/>
                  <a:pt x="1897261" y="751285"/>
                  <a:pt x="1874639" y="769739"/>
                </a:cubicBezTo>
                <a:cubicBezTo>
                  <a:pt x="1844477" y="794345"/>
                  <a:pt x="1819870" y="806649"/>
                  <a:pt x="1800820" y="806649"/>
                </a:cubicBezTo>
                <a:cubicBezTo>
                  <a:pt x="1768277" y="806649"/>
                  <a:pt x="1752005" y="785217"/>
                  <a:pt x="1752005" y="742355"/>
                </a:cubicBezTo>
                <a:cubicBezTo>
                  <a:pt x="1752005" y="729655"/>
                  <a:pt x="1753989" y="717153"/>
                  <a:pt x="1757958" y="704850"/>
                </a:cubicBezTo>
                <a:cubicBezTo>
                  <a:pt x="1761927" y="692547"/>
                  <a:pt x="1767384" y="679748"/>
                  <a:pt x="1774329" y="666452"/>
                </a:cubicBezTo>
                <a:cubicBezTo>
                  <a:pt x="1781274" y="653157"/>
                  <a:pt x="1791891" y="634107"/>
                  <a:pt x="1806178" y="609302"/>
                </a:cubicBezTo>
                <a:cubicBezTo>
                  <a:pt x="1820466" y="584498"/>
                  <a:pt x="1836936" y="556419"/>
                  <a:pt x="1855589" y="525066"/>
                </a:cubicBezTo>
                <a:cubicBezTo>
                  <a:pt x="1832967" y="536575"/>
                  <a:pt x="1804591" y="559395"/>
                  <a:pt x="1770459" y="593527"/>
                </a:cubicBezTo>
                <a:cubicBezTo>
                  <a:pt x="1748235" y="614958"/>
                  <a:pt x="1729383" y="635298"/>
                  <a:pt x="1713905" y="654546"/>
                </a:cubicBezTo>
                <a:cubicBezTo>
                  <a:pt x="1698427" y="673795"/>
                  <a:pt x="1681857" y="695226"/>
                  <a:pt x="1664196" y="718840"/>
                </a:cubicBezTo>
                <a:cubicBezTo>
                  <a:pt x="1646535" y="742454"/>
                  <a:pt x="1633637" y="758329"/>
                  <a:pt x="1625501" y="766465"/>
                </a:cubicBezTo>
                <a:cubicBezTo>
                  <a:pt x="1617365" y="774601"/>
                  <a:pt x="1609130" y="778669"/>
                  <a:pt x="1600795" y="778669"/>
                </a:cubicBezTo>
                <a:cubicBezTo>
                  <a:pt x="1588095" y="778669"/>
                  <a:pt x="1576388" y="765374"/>
                  <a:pt x="1565672" y="738783"/>
                </a:cubicBezTo>
                <a:cubicBezTo>
                  <a:pt x="1560314" y="725488"/>
                  <a:pt x="1556296" y="711101"/>
                  <a:pt x="1553617" y="695623"/>
                </a:cubicBezTo>
                <a:lnTo>
                  <a:pt x="1550636" y="658745"/>
                </a:lnTo>
                <a:lnTo>
                  <a:pt x="1524000" y="687502"/>
                </a:lnTo>
                <a:cubicBezTo>
                  <a:pt x="1442393" y="772886"/>
                  <a:pt x="1382663" y="815578"/>
                  <a:pt x="1344811" y="815578"/>
                </a:cubicBezTo>
                <a:cubicBezTo>
                  <a:pt x="1329333" y="815578"/>
                  <a:pt x="1318320" y="810518"/>
                  <a:pt x="1311771" y="800398"/>
                </a:cubicBezTo>
                <a:cubicBezTo>
                  <a:pt x="1305223" y="790277"/>
                  <a:pt x="1301949" y="775295"/>
                  <a:pt x="1301949" y="755452"/>
                </a:cubicBezTo>
                <a:cubicBezTo>
                  <a:pt x="1301949" y="724099"/>
                  <a:pt x="1313259" y="678656"/>
                  <a:pt x="1335881" y="619125"/>
                </a:cubicBezTo>
                <a:cubicBezTo>
                  <a:pt x="1277938" y="683419"/>
                  <a:pt x="1234877" y="729159"/>
                  <a:pt x="1206699" y="756345"/>
                </a:cubicBezTo>
                <a:cubicBezTo>
                  <a:pt x="1178520" y="783531"/>
                  <a:pt x="1155303" y="797124"/>
                  <a:pt x="1137047" y="797124"/>
                </a:cubicBezTo>
                <a:cubicBezTo>
                  <a:pt x="1128316" y="797124"/>
                  <a:pt x="1117402" y="789583"/>
                  <a:pt x="1104305" y="774502"/>
                </a:cubicBezTo>
                <a:cubicBezTo>
                  <a:pt x="1091208" y="759420"/>
                  <a:pt x="1079599" y="739874"/>
                  <a:pt x="1069479" y="715863"/>
                </a:cubicBezTo>
                <a:cubicBezTo>
                  <a:pt x="1064419" y="703858"/>
                  <a:pt x="1060624" y="691629"/>
                  <a:pt x="1058094" y="679177"/>
                </a:cubicBezTo>
                <a:lnTo>
                  <a:pt x="1055273" y="650919"/>
                </a:lnTo>
                <a:lnTo>
                  <a:pt x="1032849" y="673578"/>
                </a:lnTo>
                <a:cubicBezTo>
                  <a:pt x="1008701" y="697650"/>
                  <a:pt x="987177" y="718096"/>
                  <a:pt x="968276" y="734913"/>
                </a:cubicBezTo>
                <a:cubicBezTo>
                  <a:pt x="943074" y="757337"/>
                  <a:pt x="921048" y="774303"/>
                  <a:pt x="902196" y="785813"/>
                </a:cubicBezTo>
                <a:cubicBezTo>
                  <a:pt x="883345" y="797322"/>
                  <a:pt x="867370" y="803077"/>
                  <a:pt x="854274" y="803077"/>
                </a:cubicBezTo>
                <a:cubicBezTo>
                  <a:pt x="823317" y="803077"/>
                  <a:pt x="807839" y="784820"/>
                  <a:pt x="807839" y="748308"/>
                </a:cubicBezTo>
                <a:cubicBezTo>
                  <a:pt x="807839" y="718939"/>
                  <a:pt x="817463" y="684907"/>
                  <a:pt x="836712" y="646212"/>
                </a:cubicBezTo>
                <a:cubicBezTo>
                  <a:pt x="855960" y="607517"/>
                  <a:pt x="883642" y="561975"/>
                  <a:pt x="919758" y="509588"/>
                </a:cubicBezTo>
                <a:cubicBezTo>
                  <a:pt x="901899" y="519509"/>
                  <a:pt x="885031" y="530920"/>
                  <a:pt x="869156" y="543818"/>
                </a:cubicBezTo>
                <a:cubicBezTo>
                  <a:pt x="853281" y="556717"/>
                  <a:pt x="839192" y="570210"/>
                  <a:pt x="826889" y="584299"/>
                </a:cubicBezTo>
                <a:cubicBezTo>
                  <a:pt x="814586" y="598388"/>
                  <a:pt x="804267" y="610394"/>
                  <a:pt x="795933" y="620316"/>
                </a:cubicBezTo>
                <a:cubicBezTo>
                  <a:pt x="770136" y="649288"/>
                  <a:pt x="745331" y="678954"/>
                  <a:pt x="721519" y="709315"/>
                </a:cubicBezTo>
                <a:cubicBezTo>
                  <a:pt x="697706" y="739676"/>
                  <a:pt x="681633" y="759420"/>
                  <a:pt x="673299" y="768549"/>
                </a:cubicBezTo>
                <a:cubicBezTo>
                  <a:pt x="664964" y="777677"/>
                  <a:pt x="657027" y="782241"/>
                  <a:pt x="649486" y="782241"/>
                </a:cubicBezTo>
                <a:cubicBezTo>
                  <a:pt x="618530" y="782241"/>
                  <a:pt x="603052" y="744141"/>
                  <a:pt x="603052" y="667941"/>
                </a:cubicBezTo>
                <a:cubicBezTo>
                  <a:pt x="603052" y="642938"/>
                  <a:pt x="606822" y="615355"/>
                  <a:pt x="614363" y="585192"/>
                </a:cubicBezTo>
                <a:cubicBezTo>
                  <a:pt x="621903" y="555030"/>
                  <a:pt x="642144" y="515144"/>
                  <a:pt x="675085" y="465534"/>
                </a:cubicBezTo>
                <a:cubicBezTo>
                  <a:pt x="744538" y="361553"/>
                  <a:pt x="803970" y="276523"/>
                  <a:pt x="853381" y="210443"/>
                </a:cubicBezTo>
                <a:cubicBezTo>
                  <a:pt x="902792" y="144363"/>
                  <a:pt x="943769" y="94357"/>
                  <a:pt x="976313" y="60424"/>
                </a:cubicBezTo>
                <a:cubicBezTo>
                  <a:pt x="1008856" y="26491"/>
                  <a:pt x="1030685" y="9922"/>
                  <a:pt x="1041797" y="10716"/>
                </a:cubicBezTo>
                <a:close/>
                <a:moveTo>
                  <a:pt x="482799" y="0"/>
                </a:moveTo>
                <a:cubicBezTo>
                  <a:pt x="528836" y="0"/>
                  <a:pt x="565150" y="1885"/>
                  <a:pt x="591741" y="5656"/>
                </a:cubicBezTo>
                <a:cubicBezTo>
                  <a:pt x="618331" y="9426"/>
                  <a:pt x="637877" y="14883"/>
                  <a:pt x="650379" y="22027"/>
                </a:cubicBezTo>
                <a:cubicBezTo>
                  <a:pt x="662881" y="29170"/>
                  <a:pt x="670818" y="36215"/>
                  <a:pt x="674192" y="43160"/>
                </a:cubicBezTo>
                <a:cubicBezTo>
                  <a:pt x="677565" y="50106"/>
                  <a:pt x="682030" y="62111"/>
                  <a:pt x="687586" y="79177"/>
                </a:cubicBezTo>
                <a:lnTo>
                  <a:pt x="706041" y="133945"/>
                </a:lnTo>
                <a:cubicBezTo>
                  <a:pt x="707231" y="137517"/>
                  <a:pt x="708224" y="140395"/>
                  <a:pt x="709017" y="142577"/>
                </a:cubicBezTo>
                <a:cubicBezTo>
                  <a:pt x="709811" y="144760"/>
                  <a:pt x="710506" y="147042"/>
                  <a:pt x="711101" y="149424"/>
                </a:cubicBezTo>
                <a:cubicBezTo>
                  <a:pt x="711696" y="151805"/>
                  <a:pt x="711994" y="153988"/>
                  <a:pt x="711994" y="155972"/>
                </a:cubicBezTo>
                <a:cubicBezTo>
                  <a:pt x="711994" y="171450"/>
                  <a:pt x="708521" y="185341"/>
                  <a:pt x="701576" y="197644"/>
                </a:cubicBezTo>
                <a:cubicBezTo>
                  <a:pt x="694631" y="209947"/>
                  <a:pt x="681931" y="228402"/>
                  <a:pt x="663476" y="253008"/>
                </a:cubicBezTo>
                <a:cubicBezTo>
                  <a:pt x="645021" y="277614"/>
                  <a:pt x="631428" y="296863"/>
                  <a:pt x="622697" y="310753"/>
                </a:cubicBezTo>
                <a:cubicBezTo>
                  <a:pt x="520303" y="477044"/>
                  <a:pt x="450453" y="600075"/>
                  <a:pt x="413147" y="679847"/>
                </a:cubicBezTo>
                <a:lnTo>
                  <a:pt x="432792" y="694730"/>
                </a:lnTo>
                <a:cubicBezTo>
                  <a:pt x="427633" y="705842"/>
                  <a:pt x="422672" y="715566"/>
                  <a:pt x="417910" y="723900"/>
                </a:cubicBezTo>
                <a:cubicBezTo>
                  <a:pt x="413147" y="732234"/>
                  <a:pt x="407392" y="742355"/>
                  <a:pt x="400646" y="754261"/>
                </a:cubicBezTo>
                <a:cubicBezTo>
                  <a:pt x="393899" y="766167"/>
                  <a:pt x="388739" y="775097"/>
                  <a:pt x="385167" y="781050"/>
                </a:cubicBezTo>
                <a:cubicBezTo>
                  <a:pt x="355402" y="833041"/>
                  <a:pt x="327422" y="859036"/>
                  <a:pt x="301228" y="859036"/>
                </a:cubicBezTo>
                <a:cubicBezTo>
                  <a:pt x="290116" y="859036"/>
                  <a:pt x="280591" y="854670"/>
                  <a:pt x="272653" y="845939"/>
                </a:cubicBezTo>
                <a:cubicBezTo>
                  <a:pt x="264716" y="837208"/>
                  <a:pt x="260747" y="825302"/>
                  <a:pt x="260747" y="810220"/>
                </a:cubicBezTo>
                <a:cubicBezTo>
                  <a:pt x="260747" y="788789"/>
                  <a:pt x="268387" y="759420"/>
                  <a:pt x="283667" y="722114"/>
                </a:cubicBezTo>
                <a:cubicBezTo>
                  <a:pt x="298946" y="684808"/>
                  <a:pt x="322560" y="638870"/>
                  <a:pt x="354509" y="584299"/>
                </a:cubicBezTo>
                <a:cubicBezTo>
                  <a:pt x="386457" y="529729"/>
                  <a:pt x="426641" y="467916"/>
                  <a:pt x="475060" y="398859"/>
                </a:cubicBezTo>
                <a:cubicBezTo>
                  <a:pt x="523478" y="329803"/>
                  <a:pt x="578049" y="256977"/>
                  <a:pt x="638771" y="180380"/>
                </a:cubicBezTo>
                <a:cubicBezTo>
                  <a:pt x="603846" y="175220"/>
                  <a:pt x="562372" y="172641"/>
                  <a:pt x="514350" y="172641"/>
                </a:cubicBezTo>
                <a:cubicBezTo>
                  <a:pt x="459185" y="172641"/>
                  <a:pt x="397768" y="178792"/>
                  <a:pt x="330101" y="191095"/>
                </a:cubicBezTo>
                <a:cubicBezTo>
                  <a:pt x="262434" y="203399"/>
                  <a:pt x="203498" y="217587"/>
                  <a:pt x="153293" y="233660"/>
                </a:cubicBezTo>
                <a:cubicBezTo>
                  <a:pt x="103089" y="249734"/>
                  <a:pt x="77986" y="261541"/>
                  <a:pt x="77986" y="269081"/>
                </a:cubicBezTo>
                <a:cubicBezTo>
                  <a:pt x="77986" y="271859"/>
                  <a:pt x="78978" y="273745"/>
                  <a:pt x="80963" y="274737"/>
                </a:cubicBezTo>
                <a:cubicBezTo>
                  <a:pt x="82947" y="275729"/>
                  <a:pt x="86221" y="276523"/>
                  <a:pt x="90785" y="277118"/>
                </a:cubicBezTo>
                <a:cubicBezTo>
                  <a:pt x="95349" y="277713"/>
                  <a:pt x="101203" y="278408"/>
                  <a:pt x="108347" y="279202"/>
                </a:cubicBezTo>
                <a:cubicBezTo>
                  <a:pt x="154781" y="285552"/>
                  <a:pt x="177999" y="292695"/>
                  <a:pt x="177999" y="300633"/>
                </a:cubicBezTo>
                <a:cubicBezTo>
                  <a:pt x="177999" y="304602"/>
                  <a:pt x="167878" y="306487"/>
                  <a:pt x="147638" y="306288"/>
                </a:cubicBezTo>
                <a:cubicBezTo>
                  <a:pt x="127397" y="306090"/>
                  <a:pt x="102989" y="305991"/>
                  <a:pt x="74414" y="305991"/>
                </a:cubicBezTo>
                <a:cubicBezTo>
                  <a:pt x="51792" y="305991"/>
                  <a:pt x="35421" y="305098"/>
                  <a:pt x="25301" y="303312"/>
                </a:cubicBezTo>
                <a:cubicBezTo>
                  <a:pt x="15181" y="301526"/>
                  <a:pt x="8434" y="298152"/>
                  <a:pt x="5060" y="293191"/>
                </a:cubicBezTo>
                <a:cubicBezTo>
                  <a:pt x="1687" y="288231"/>
                  <a:pt x="0" y="280591"/>
                  <a:pt x="0" y="270272"/>
                </a:cubicBezTo>
                <a:cubicBezTo>
                  <a:pt x="0" y="263525"/>
                  <a:pt x="1985" y="248841"/>
                  <a:pt x="5953" y="226219"/>
                </a:cubicBezTo>
                <a:cubicBezTo>
                  <a:pt x="13494" y="184150"/>
                  <a:pt x="25103" y="150416"/>
                  <a:pt x="40779" y="125016"/>
                </a:cubicBezTo>
                <a:cubicBezTo>
                  <a:pt x="56456" y="99616"/>
                  <a:pt x="80467" y="78879"/>
                  <a:pt x="112812" y="62806"/>
                </a:cubicBezTo>
                <a:cubicBezTo>
                  <a:pt x="145157" y="46732"/>
                  <a:pt x="189706" y="33933"/>
                  <a:pt x="246460" y="24408"/>
                </a:cubicBezTo>
                <a:cubicBezTo>
                  <a:pt x="341710" y="8136"/>
                  <a:pt x="420489" y="0"/>
                  <a:pt x="48279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>
            <a:glow>
              <a:srgbClr val="000000"/>
            </a:glo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83472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201.0024"/>
  <p:tag name="LEFT" val="348.8"/>
  <p:tag name="WIDTH" val="262.4"/>
  <p:tag name="HEIGHT" val="123.5953"/>
  <p:tag name="SHADOWVISIBLE" val="0"/>
  <p:tag name="LINEVISIBLE" val="0"/>
  <p:tag name="SHAPEREFLECTION" val="-2.147484E+09"/>
  <p:tag name="SHAPEGLOW" val="0"/>
  <p:tag name="SOFTEDGE" val="0"/>
  <p:tag name="SHAPETHREEDVISIBLE" val="1"/>
  <p:tag name="HASTEXT" val="1"/>
  <p:tag name="TEXT" val="Thanks"/>
  <p:tag name="FONTSIZE" val="96"/>
  <p:tag name="FONTCOLOR" val="0"/>
  <p:tag name="FONTBOLD" val="0"/>
  <p:tag name="FONTITALIC" val="0"/>
  <p:tag name="FONTNAME" val="Brush Script MT"/>
  <p:tag name="NAMEASCII" val="Brush Script MT"/>
  <p:tag name="NAMECOMPLEXSCRIPT" val="+mn-cs"/>
  <p:tag name="NAMEFAREAST" val="HarmonyOS Sans SC"/>
  <p:tag name="FONTNAMEASCII" val="Brush Script MT"/>
  <p:tag name="TEXTALIGNMENT" val="2"/>
  <p:tag name="FONTSPACING" val="0"/>
  <p:tag name="SPACEWITHIN" val="1"/>
  <p:tag name="SPACEBEFORE" val="0"/>
  <p:tag name="SPACEAFTER" val="0"/>
  <p:tag name="MARGINBOTTOM" val="3.6"/>
  <p:tag name="MARGINLEFT" val="7.2"/>
  <p:tag name="MARGINRIGHT" val="7.2"/>
  <p:tag name="MARGINTOP" val="3.6"/>
  <p:tag name="LINERULEAFTER" val="0"/>
  <p:tag name="ALIGNMENT" val="2"/>
  <p:tag name="WORDWRAP" val="-1"/>
  <p:tag name="AUTOSIZE" val="1"/>
  <p:tag name="TEXTREFLECTION" val="0"/>
  <p:tag name="TEXTGLOW" val="0"/>
  <p:tag name="T_HASTEXT" val="1"/>
  <p:tag name="T_LEFT" val="348.8"/>
  <p:tag name="T_TOP" val="201.0024"/>
  <p:tag name="T_WIDTH" val="262.4"/>
  <p:tag name="T_HEIGTH" val="123.5953"/>
  <p:tag name="T_TEXT" val="Thanks"/>
  <p:tag name="T_FONTCOLOR" val="0"/>
  <p:tag name="T_FONTNAME" val="Brush Script MT"/>
  <p:tag name="T_FONTNAMEASCII" val="Brush Script MT"/>
  <p:tag name="T_NAMECOMPLEXSCRIPT" val="+mn-cs"/>
  <p:tag name="T_NAMEFAREAST" val="HarmonyOS Sans SC"/>
  <p:tag name="T_FONTBOLD" val="0"/>
  <p:tag name="T_FONTSIZE" val="96"/>
  <p:tag name="T_FONTUNDERLINE" val="0"/>
  <p:tag name="T_FONTITALIC" val="0"/>
  <p:tag name="T_FONTSPACING" val="0"/>
  <p:tag name="T_MARGINTOP" val="3.6"/>
  <p:tag name="T_MARGINRIGHT" val="7.2"/>
  <p:tag name="T_MARGINBOTTOM" val="3.6"/>
  <p:tag name="T_MARGINLEFT" val="7.2"/>
  <p:tag name="T_TEXTLINEDASHSTYLE" val="-2"/>
  <p:tag name="T_TEXTLINEWEIGHT" val="-2.147484E+09"/>
  <p:tag name="T_TEXTLINEFORECOLOR" val="16777215"/>
  <p:tag name="T_TEXTLINEFILLBACKCOLOR" val="16777215"/>
  <p:tag name="T_TEXTLINEFILLTRANSPARENCY" val="0"/>
  <p:tag name="T_TEXTALIGNMENT" val="2"/>
  <p:tag name="T_SPACEBEFORE" val="0"/>
  <p:tag name="T_SPACEWITHIN" val="1"/>
  <p:tag name="T_SPACEAFTER" val="0"/>
  <p:tag name="T_LINERULEBEFORE" val="-1"/>
  <p:tag name="T_TEXTREFLECTION" val="0"/>
  <p:tag name="T_TEXTGLOW" val="0"/>
  <p:tag name="OFFSETTOP" val="23.99063"/>
  <p:tag name="OFFSETLEFT" val="22.71561"/>
  <p:tag name="OFFSETWIDTH" val="223.125"/>
  <p:tag name="OFFSETHEIGHT" val="67.64063"/>
</p:tagLst>
</file>

<file path=ppt/theme/theme1.xml><?xml version="1.0" encoding="utf-8"?>
<a:theme xmlns:a="http://schemas.openxmlformats.org/drawingml/2006/main" name="六节内容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3065F"/>
      </a:accent1>
      <a:accent2>
        <a:srgbClr val="E31857"/>
      </a:accent2>
      <a:accent3>
        <a:srgbClr val="2D78BC"/>
      </a:accent3>
      <a:accent4>
        <a:srgbClr val="FDB813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学术">
      <a:majorFont>
        <a:latin typeface="Franklin Gothic Demi Cond"/>
        <a:ea typeface="HarmonyOS Sans SC Medium"/>
        <a:cs typeface=""/>
      </a:majorFont>
      <a:minorFont>
        <a:latin typeface="LM Sans 10"/>
        <a:ea typeface="HarmonyOS Sans S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五节内容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3065F"/>
      </a:accent1>
      <a:accent2>
        <a:srgbClr val="E31857"/>
      </a:accent2>
      <a:accent3>
        <a:srgbClr val="2D78BC"/>
      </a:accent3>
      <a:accent4>
        <a:srgbClr val="FDB813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学术">
      <a:majorFont>
        <a:latin typeface="Franklin Gothic Demi Cond"/>
        <a:ea typeface="HarmonyOS Sans SC Medium"/>
        <a:cs typeface=""/>
      </a:majorFont>
      <a:minorFont>
        <a:latin typeface="LM Sans 10"/>
        <a:ea typeface="HarmonyOS Sans S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13867</TotalTime>
  <Words>469</Words>
  <Application>Microsoft Office PowerPoint</Application>
  <PresentationFormat>宽屏</PresentationFormat>
  <Paragraphs>135</Paragraphs>
  <Slides>18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HarmonyOS Sans SC</vt:lpstr>
      <vt:lpstr>Arial</vt:lpstr>
      <vt:lpstr>Franklin Gothic Demi Cond</vt:lpstr>
      <vt:lpstr>Franklin Gothic Medium Cond</vt:lpstr>
      <vt:lpstr>LM Sans 10</vt:lpstr>
      <vt:lpstr>Wingdings</vt:lpstr>
      <vt:lpstr>六节内容</vt:lpstr>
      <vt:lpstr>五节内容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骐腾</dc:creator>
  <cp:lastModifiedBy>骐腾 王</cp:lastModifiedBy>
  <cp:revision>289</cp:revision>
  <dcterms:created xsi:type="dcterms:W3CDTF">2023-05-30T13:16:50Z</dcterms:created>
  <dcterms:modified xsi:type="dcterms:W3CDTF">2025-03-30T03:41:10Z</dcterms:modified>
</cp:coreProperties>
</file>